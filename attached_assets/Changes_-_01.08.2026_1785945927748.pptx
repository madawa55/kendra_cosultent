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1" r:id="rId4"/>
    <p:sldId id="262" r:id="rId5"/>
    <p:sldId id="259" r:id="rId6"/>
    <p:sldId id="266" r:id="rId7"/>
    <p:sldId id="265" r:id="rId8"/>
    <p:sldId id="264" r:id="rId9"/>
    <p:sldId id="257" r:id="rId10"/>
    <p:sldId id="268" r:id="rId11"/>
    <p:sldId id="273" r:id="rId12"/>
    <p:sldId id="272" r:id="rId13"/>
    <p:sldId id="271" r:id="rId14"/>
    <p:sldId id="274" r:id="rId15"/>
    <p:sldId id="275" r:id="rId16"/>
    <p:sldId id="267" r:id="rId17"/>
    <p:sldId id="26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ushala Fonseka" userId="aac8bd9e-7d4c-411e-9ee2-8d8518b0f1ce" providerId="ADAL" clId="{7A04CBD5-293A-4B8F-B66C-B477E7A32D98}"/>
    <pc:docChg chg="modSld">
      <pc:chgData name="Kaushala Fonseka" userId="aac8bd9e-7d4c-411e-9ee2-8d8518b0f1ce" providerId="ADAL" clId="{7A04CBD5-293A-4B8F-B66C-B477E7A32D98}" dt="2026-08-01T19:09:09.779" v="76"/>
      <pc:docMkLst>
        <pc:docMk/>
      </pc:docMkLst>
      <pc:sldChg chg="addSp modSp">
        <pc:chgData name="Kaushala Fonseka" userId="aac8bd9e-7d4c-411e-9ee2-8d8518b0f1ce" providerId="ADAL" clId="{7A04CBD5-293A-4B8F-B66C-B477E7A32D98}" dt="2026-08-01T18:27:59.683" v="57"/>
        <pc:sldMkLst>
          <pc:docMk/>
          <pc:sldMk cId="78506316" sldId="257"/>
        </pc:sldMkLst>
        <pc:spChg chg="add mod">
          <ac:chgData name="Kaushala Fonseka" userId="aac8bd9e-7d4c-411e-9ee2-8d8518b0f1ce" providerId="ADAL" clId="{7A04CBD5-293A-4B8F-B66C-B477E7A32D98}" dt="2026-08-01T18:27:59.683" v="57"/>
          <ac:spMkLst>
            <pc:docMk/>
            <pc:sldMk cId="78506316" sldId="257"/>
            <ac:spMk id="6" creationId="{74B9B9E3-4CE7-F9AF-C1DD-92A092B9D680}"/>
          </ac:spMkLst>
        </pc:spChg>
      </pc:sldChg>
      <pc:sldChg chg="addSp delSp modSp">
        <pc:chgData name="Kaushala Fonseka" userId="aac8bd9e-7d4c-411e-9ee2-8d8518b0f1ce" providerId="ADAL" clId="{7A04CBD5-293A-4B8F-B66C-B477E7A32D98}" dt="2026-08-01T17:52:13.528" v="53"/>
        <pc:sldMkLst>
          <pc:docMk/>
          <pc:sldMk cId="2772765649" sldId="259"/>
        </pc:sldMkLst>
        <pc:spChg chg="add mod">
          <ac:chgData name="Kaushala Fonseka" userId="aac8bd9e-7d4c-411e-9ee2-8d8518b0f1ce" providerId="ADAL" clId="{7A04CBD5-293A-4B8F-B66C-B477E7A32D98}" dt="2026-08-01T17:40:56.849" v="49" actId="767"/>
          <ac:spMkLst>
            <pc:docMk/>
            <pc:sldMk cId="2772765649" sldId="259"/>
            <ac:spMk id="18" creationId="{E0141942-1353-70B6-A6FF-04DCE21A78A9}"/>
          </ac:spMkLst>
        </pc:spChg>
        <pc:spChg chg="add mod">
          <ac:chgData name="Kaushala Fonseka" userId="aac8bd9e-7d4c-411e-9ee2-8d8518b0f1ce" providerId="ADAL" clId="{7A04CBD5-293A-4B8F-B66C-B477E7A32D98}" dt="2026-08-01T17:42:26.409" v="50" actId="767"/>
          <ac:spMkLst>
            <pc:docMk/>
            <pc:sldMk cId="2772765649" sldId="259"/>
            <ac:spMk id="19" creationId="{25CA02C6-2502-485E-AFAC-2D470485CC1C}"/>
          </ac:spMkLst>
        </pc:spChg>
        <pc:grpChg chg="mod">
          <ac:chgData name="Kaushala Fonseka" userId="aac8bd9e-7d4c-411e-9ee2-8d8518b0f1ce" providerId="ADAL" clId="{7A04CBD5-293A-4B8F-B66C-B477E7A32D98}" dt="2026-08-01T17:40:32.051" v="47"/>
          <ac:grpSpMkLst>
            <pc:docMk/>
            <pc:sldMk cId="2772765649" sldId="259"/>
            <ac:grpSpMk id="13" creationId="{F955B997-89CC-9D5A-1C11-75DE040F50FC}"/>
          </ac:grpSpMkLst>
        </pc:grpChg>
        <pc:grpChg chg="del mod">
          <ac:chgData name="Kaushala Fonseka" userId="aac8bd9e-7d4c-411e-9ee2-8d8518b0f1ce" providerId="ADAL" clId="{7A04CBD5-293A-4B8F-B66C-B477E7A32D98}" dt="2026-08-01T17:52:13.528" v="53"/>
          <ac:grpSpMkLst>
            <pc:docMk/>
            <pc:sldMk cId="2772765649" sldId="259"/>
            <ac:grpSpMk id="16" creationId="{807789AB-990E-2433-62F5-3C3401D7A284}"/>
          </ac:grpSpMkLst>
        </pc:grpChg>
        <pc:grpChg chg="del mod">
          <ac:chgData name="Kaushala Fonseka" userId="aac8bd9e-7d4c-411e-9ee2-8d8518b0f1ce" providerId="ADAL" clId="{7A04CBD5-293A-4B8F-B66C-B477E7A32D98}" dt="2026-08-01T17:47:39.256" v="52"/>
          <ac:grpSpMkLst>
            <pc:docMk/>
            <pc:sldMk cId="2772765649" sldId="259"/>
            <ac:grpSpMk id="23" creationId="{AAADBDBA-F79F-8EFD-1420-99496D3E1A6D}"/>
          </ac:grpSpMkLst>
        </pc:grpChg>
        <pc:grpChg chg="del mod">
          <ac:chgData name="Kaushala Fonseka" userId="aac8bd9e-7d4c-411e-9ee2-8d8518b0f1ce" providerId="ADAL" clId="{7A04CBD5-293A-4B8F-B66C-B477E7A32D98}" dt="2026-08-01T17:52:13.528" v="53"/>
          <ac:grpSpMkLst>
            <pc:docMk/>
            <pc:sldMk cId="2772765649" sldId="259"/>
            <ac:grpSpMk id="25" creationId="{73AA4821-B1BE-9F0F-191C-9569741F643D}"/>
          </ac:grpSpMkLst>
        </pc:grpChg>
        <pc:grpChg chg="mod">
          <ac:chgData name="Kaushala Fonseka" userId="aac8bd9e-7d4c-411e-9ee2-8d8518b0f1ce" providerId="ADAL" clId="{7A04CBD5-293A-4B8F-B66C-B477E7A32D98}" dt="2026-08-01T17:52:13.528" v="53"/>
          <ac:grpSpMkLst>
            <pc:docMk/>
            <pc:sldMk cId="2772765649" sldId="259"/>
            <ac:grpSpMk id="40" creationId="{EAA36BD4-3F5D-7637-B789-FF0AB5E1D2D3}"/>
          </ac:grpSpMkLst>
        </pc:grpChg>
        <pc:inkChg chg="mod">
          <ac:chgData name="Kaushala Fonseka" userId="aac8bd9e-7d4c-411e-9ee2-8d8518b0f1ce" providerId="ADAL" clId="{7A04CBD5-293A-4B8F-B66C-B477E7A32D98}" dt="2026-08-01T17:40:32.051" v="47"/>
          <ac:inkMkLst>
            <pc:docMk/>
            <pc:sldMk cId="2772765649" sldId="259"/>
            <ac:inkMk id="10" creationId="{CA3EE12C-7A50-D9B2-62C4-F1C5822FC812}"/>
          </ac:inkMkLst>
        </pc:inkChg>
        <pc:inkChg chg="mod">
          <ac:chgData name="Kaushala Fonseka" userId="aac8bd9e-7d4c-411e-9ee2-8d8518b0f1ce" providerId="ADAL" clId="{7A04CBD5-293A-4B8F-B66C-B477E7A32D98}" dt="2026-08-01T17:40:32.051" v="47"/>
          <ac:inkMkLst>
            <pc:docMk/>
            <pc:sldMk cId="2772765649" sldId="259"/>
            <ac:inkMk id="12" creationId="{AD00E9FE-F6A5-51E7-69DB-D35463733F5E}"/>
          </ac:inkMkLst>
        </pc:inkChg>
        <pc:inkChg chg="mod">
          <ac:chgData name="Kaushala Fonseka" userId="aac8bd9e-7d4c-411e-9ee2-8d8518b0f1ce" providerId="ADAL" clId="{7A04CBD5-293A-4B8F-B66C-B477E7A32D98}" dt="2026-08-01T17:52:13.528" v="53"/>
          <ac:inkMkLst>
            <pc:docMk/>
            <pc:sldMk cId="2772765649" sldId="259"/>
            <ac:inkMk id="14" creationId="{BF46AD5C-49B1-9F98-C8FE-4C711FB1C984}"/>
          </ac:inkMkLst>
        </pc:inkChg>
        <pc:inkChg chg="mod">
          <ac:chgData name="Kaushala Fonseka" userId="aac8bd9e-7d4c-411e-9ee2-8d8518b0f1ce" providerId="ADAL" clId="{7A04CBD5-293A-4B8F-B66C-B477E7A32D98}" dt="2026-08-01T17:40:42.849" v="48"/>
          <ac:inkMkLst>
            <pc:docMk/>
            <pc:sldMk cId="2772765649" sldId="259"/>
            <ac:inkMk id="15" creationId="{FC5357DF-EAA7-5C02-0066-0D694E4EE3BA}"/>
          </ac:inkMkLst>
        </pc:inkChg>
        <pc:inkChg chg="mod">
          <ac:chgData name="Kaushala Fonseka" userId="aac8bd9e-7d4c-411e-9ee2-8d8518b0f1ce" providerId="ADAL" clId="{7A04CBD5-293A-4B8F-B66C-B477E7A32D98}" dt="2026-08-01T17:47:39.256" v="52"/>
          <ac:inkMkLst>
            <pc:docMk/>
            <pc:sldMk cId="2772765649" sldId="259"/>
            <ac:inkMk id="20" creationId="{3C04E86D-95C4-6E23-DC64-45F2055EF2C7}"/>
          </ac:inkMkLst>
        </pc:inkChg>
        <pc:inkChg chg="mod">
          <ac:chgData name="Kaushala Fonseka" userId="aac8bd9e-7d4c-411e-9ee2-8d8518b0f1ce" providerId="ADAL" clId="{7A04CBD5-293A-4B8F-B66C-B477E7A32D98}" dt="2026-08-01T17:52:13.528" v="53"/>
          <ac:inkMkLst>
            <pc:docMk/>
            <pc:sldMk cId="2772765649" sldId="259"/>
            <ac:inkMk id="21" creationId="{CDA85F7C-F302-7104-0390-64A9749607B2}"/>
          </ac:inkMkLst>
        </pc:inkChg>
        <pc:inkChg chg="mod">
          <ac:chgData name="Kaushala Fonseka" userId="aac8bd9e-7d4c-411e-9ee2-8d8518b0f1ce" providerId="ADAL" clId="{7A04CBD5-293A-4B8F-B66C-B477E7A32D98}" dt="2026-08-01T17:47:39.256" v="52"/>
          <ac:inkMkLst>
            <pc:docMk/>
            <pc:sldMk cId="2772765649" sldId="259"/>
            <ac:inkMk id="22" creationId="{A67E9195-B782-D2D3-53AB-DA756E6F1F04}"/>
          </ac:inkMkLst>
        </pc:inkChg>
        <pc:inkChg chg="mod">
          <ac:chgData name="Kaushala Fonseka" userId="aac8bd9e-7d4c-411e-9ee2-8d8518b0f1ce" providerId="ADAL" clId="{7A04CBD5-293A-4B8F-B66C-B477E7A32D98}" dt="2026-08-01T17:47:39.256" v="52"/>
          <ac:inkMkLst>
            <pc:docMk/>
            <pc:sldMk cId="2772765649" sldId="259"/>
            <ac:inkMk id="24" creationId="{8D8C7C76-73CB-536C-6709-6257C13B3F89}"/>
          </ac:inkMkLst>
        </pc:inkChg>
        <pc:inkChg chg="mod">
          <ac:chgData name="Kaushala Fonseka" userId="aac8bd9e-7d4c-411e-9ee2-8d8518b0f1ce" providerId="ADAL" clId="{7A04CBD5-293A-4B8F-B66C-B477E7A32D98}" dt="2026-08-01T17:52:13.528" v="53"/>
          <ac:inkMkLst>
            <pc:docMk/>
            <pc:sldMk cId="2772765649" sldId="259"/>
            <ac:inkMk id="29" creationId="{7A5C61AC-FABB-1995-DA90-19CE0D69B892}"/>
          </ac:inkMkLst>
        </pc:inkChg>
        <pc:inkChg chg="mod">
          <ac:chgData name="Kaushala Fonseka" userId="aac8bd9e-7d4c-411e-9ee2-8d8518b0f1ce" providerId="ADAL" clId="{7A04CBD5-293A-4B8F-B66C-B477E7A32D98}" dt="2026-08-01T17:52:13.528" v="53"/>
          <ac:inkMkLst>
            <pc:docMk/>
            <pc:sldMk cId="2772765649" sldId="259"/>
            <ac:inkMk id="30" creationId="{95E26FBE-0296-D456-32F5-D1D003ED7617}"/>
          </ac:inkMkLst>
        </pc:inkChg>
        <pc:inkChg chg="mod">
          <ac:chgData name="Kaushala Fonseka" userId="aac8bd9e-7d4c-411e-9ee2-8d8518b0f1ce" providerId="ADAL" clId="{7A04CBD5-293A-4B8F-B66C-B477E7A32D98}" dt="2026-08-01T17:52:13.528" v="53"/>
          <ac:inkMkLst>
            <pc:docMk/>
            <pc:sldMk cId="2772765649" sldId="259"/>
            <ac:inkMk id="35" creationId="{98B79755-F517-FF6A-E966-D3060ED03ABA}"/>
          </ac:inkMkLst>
        </pc:inkChg>
        <pc:inkChg chg="mod">
          <ac:chgData name="Kaushala Fonseka" userId="aac8bd9e-7d4c-411e-9ee2-8d8518b0f1ce" providerId="ADAL" clId="{7A04CBD5-293A-4B8F-B66C-B477E7A32D98}" dt="2026-08-01T17:52:13.528" v="53"/>
          <ac:inkMkLst>
            <pc:docMk/>
            <pc:sldMk cId="2772765649" sldId="259"/>
            <ac:inkMk id="37" creationId="{8E1A17DA-34DC-CDFA-9813-90CA90FBF6F5}"/>
          </ac:inkMkLst>
        </pc:inkChg>
        <pc:inkChg chg="mod">
          <ac:chgData name="Kaushala Fonseka" userId="aac8bd9e-7d4c-411e-9ee2-8d8518b0f1ce" providerId="ADAL" clId="{7A04CBD5-293A-4B8F-B66C-B477E7A32D98}" dt="2026-08-01T17:52:13.528" v="53"/>
          <ac:inkMkLst>
            <pc:docMk/>
            <pc:sldMk cId="2772765649" sldId="259"/>
            <ac:inkMk id="38" creationId="{508DB188-034C-E3A1-FA6E-D12262A36832}"/>
          </ac:inkMkLst>
        </pc:inkChg>
      </pc:sldChg>
      <pc:sldChg chg="addSp delSp modSp">
        <pc:chgData name="Kaushala Fonseka" userId="aac8bd9e-7d4c-411e-9ee2-8d8518b0f1ce" providerId="ADAL" clId="{7A04CBD5-293A-4B8F-B66C-B477E7A32D98}" dt="2026-08-01T16:34:18.099" v="33" actId="767"/>
        <pc:sldMkLst>
          <pc:docMk/>
          <pc:sldMk cId="1520621255" sldId="263"/>
        </pc:sldMkLst>
        <pc:spChg chg="add mod">
          <ac:chgData name="Kaushala Fonseka" userId="aac8bd9e-7d4c-411e-9ee2-8d8518b0f1ce" providerId="ADAL" clId="{7A04CBD5-293A-4B8F-B66C-B477E7A32D98}" dt="2026-08-01T16:30:09.433" v="2"/>
          <ac:spMkLst>
            <pc:docMk/>
            <pc:sldMk cId="1520621255" sldId="263"/>
            <ac:spMk id="9" creationId="{1091B015-E278-F0F3-0EAB-870298F156E9}"/>
          </ac:spMkLst>
        </pc:spChg>
        <pc:spChg chg="add mod">
          <ac:chgData name="Kaushala Fonseka" userId="aac8bd9e-7d4c-411e-9ee2-8d8518b0f1ce" providerId="ADAL" clId="{7A04CBD5-293A-4B8F-B66C-B477E7A32D98}" dt="2026-08-01T16:31:34.376" v="15" actId="767"/>
          <ac:spMkLst>
            <pc:docMk/>
            <pc:sldMk cId="1520621255" sldId="263"/>
            <ac:spMk id="54" creationId="{B0EADB46-76BA-FABD-A4A2-04C0D1B7A189}"/>
          </ac:spMkLst>
        </pc:spChg>
        <pc:spChg chg="add mod">
          <ac:chgData name="Kaushala Fonseka" userId="aac8bd9e-7d4c-411e-9ee2-8d8518b0f1ce" providerId="ADAL" clId="{7A04CBD5-293A-4B8F-B66C-B477E7A32D98}" dt="2026-08-01T16:34:18.099" v="33" actId="767"/>
          <ac:spMkLst>
            <pc:docMk/>
            <pc:sldMk cId="1520621255" sldId="263"/>
            <ac:spMk id="194" creationId="{873CACB9-7047-0B6F-BA6E-1537B62373FB}"/>
          </ac:spMkLst>
        </pc:spChg>
        <pc:grpChg chg="mod">
          <ac:chgData name="Kaushala Fonseka" userId="aac8bd9e-7d4c-411e-9ee2-8d8518b0f1ce" providerId="ADAL" clId="{7A04CBD5-293A-4B8F-B66C-B477E7A32D98}" dt="2026-08-01T16:30:05.750" v="0"/>
          <ac:grpSpMkLst>
            <pc:docMk/>
            <pc:sldMk cId="1520621255" sldId="263"/>
            <ac:grpSpMk id="8" creationId="{2E77D7A8-D2BC-4756-C83C-23CAA73AAB68}"/>
          </ac:grpSpMkLst>
        </pc:grpChg>
        <pc:grpChg chg="del mod">
          <ac:chgData name="Kaushala Fonseka" userId="aac8bd9e-7d4c-411e-9ee2-8d8518b0f1ce" providerId="ADAL" clId="{7A04CBD5-293A-4B8F-B66C-B477E7A32D98}" dt="2026-08-01T16:30:35.202" v="4"/>
          <ac:grpSpMkLst>
            <pc:docMk/>
            <pc:sldMk cId="1520621255" sldId="263"/>
            <ac:grpSpMk id="20" creationId="{6D4F210C-E1CF-7F03-4E2E-4EE4132463D1}"/>
          </ac:grpSpMkLst>
        </pc:grpChg>
        <pc:grpChg chg="del mod">
          <ac:chgData name="Kaushala Fonseka" userId="aac8bd9e-7d4c-411e-9ee2-8d8518b0f1ce" providerId="ADAL" clId="{7A04CBD5-293A-4B8F-B66C-B477E7A32D98}" dt="2026-08-01T16:30:41.190" v="5"/>
          <ac:grpSpMkLst>
            <pc:docMk/>
            <pc:sldMk cId="1520621255" sldId="263"/>
            <ac:grpSpMk id="22" creationId="{288BACE9-ECC7-3662-114A-418F1D1AAF05}"/>
          </ac:grpSpMkLst>
        </pc:grpChg>
        <pc:grpChg chg="mod">
          <ac:chgData name="Kaushala Fonseka" userId="aac8bd9e-7d4c-411e-9ee2-8d8518b0f1ce" providerId="ADAL" clId="{7A04CBD5-293A-4B8F-B66C-B477E7A32D98}" dt="2026-08-01T16:30:41.190" v="5"/>
          <ac:grpSpMkLst>
            <pc:docMk/>
            <pc:sldMk cId="1520621255" sldId="263"/>
            <ac:grpSpMk id="30" creationId="{5FE9FDD9-329D-2BD1-EFAD-4ABB963FEF9E}"/>
          </ac:grpSpMkLst>
        </pc:grpChg>
        <pc:grpChg chg="mod">
          <ac:chgData name="Kaushala Fonseka" userId="aac8bd9e-7d4c-411e-9ee2-8d8518b0f1ce" providerId="ADAL" clId="{7A04CBD5-293A-4B8F-B66C-B477E7A32D98}" dt="2026-08-01T16:31:10.797" v="6"/>
          <ac:grpSpMkLst>
            <pc:docMk/>
            <pc:sldMk cId="1520621255" sldId="263"/>
            <ac:grpSpMk id="44" creationId="{AE3E4266-F5FC-935C-FBA2-00FFB86CC38C}"/>
          </ac:grpSpMkLst>
        </pc:grpChg>
        <pc:grpChg chg="del mod">
          <ac:chgData name="Kaushala Fonseka" userId="aac8bd9e-7d4c-411e-9ee2-8d8518b0f1ce" providerId="ADAL" clId="{7A04CBD5-293A-4B8F-B66C-B477E7A32D98}" dt="2026-08-01T16:31:30.422" v="13"/>
          <ac:grpSpMkLst>
            <pc:docMk/>
            <pc:sldMk cId="1520621255" sldId="263"/>
            <ac:grpSpMk id="53" creationId="{BDE40B5F-B3F6-371A-52AE-08559911D03F}"/>
          </ac:grpSpMkLst>
        </pc:grpChg>
        <pc:grpChg chg="del mod">
          <ac:chgData name="Kaushala Fonseka" userId="aac8bd9e-7d4c-411e-9ee2-8d8518b0f1ce" providerId="ADAL" clId="{7A04CBD5-293A-4B8F-B66C-B477E7A32D98}" dt="2026-08-01T16:32:13.460" v="17"/>
          <ac:grpSpMkLst>
            <pc:docMk/>
            <pc:sldMk cId="1520621255" sldId="263"/>
            <ac:grpSpMk id="65" creationId="{CE069361-5032-D8FB-4EA1-7455D29F2CB6}"/>
          </ac:grpSpMkLst>
        </pc:grpChg>
        <pc:grpChg chg="mod">
          <ac:chgData name="Kaushala Fonseka" userId="aac8bd9e-7d4c-411e-9ee2-8d8518b0f1ce" providerId="ADAL" clId="{7A04CBD5-293A-4B8F-B66C-B477E7A32D98}" dt="2026-08-01T16:32:13.460" v="17"/>
          <ac:grpSpMkLst>
            <pc:docMk/>
            <pc:sldMk cId="1520621255" sldId="263"/>
            <ac:grpSpMk id="69" creationId="{32D59B9C-BF17-6FA0-18E5-0487AE2ED42D}"/>
          </ac:grpSpMkLst>
        </pc:grpChg>
        <pc:grpChg chg="del mod">
          <ac:chgData name="Kaushala Fonseka" userId="aac8bd9e-7d4c-411e-9ee2-8d8518b0f1ce" providerId="ADAL" clId="{7A04CBD5-293A-4B8F-B66C-B477E7A32D98}" dt="2026-08-01T16:32:22.541" v="19"/>
          <ac:grpSpMkLst>
            <pc:docMk/>
            <pc:sldMk cId="1520621255" sldId="263"/>
            <ac:grpSpMk id="76" creationId="{40EDE6A2-BC70-0377-8C5E-3D83C6794CB4}"/>
          </ac:grpSpMkLst>
        </pc:grpChg>
        <pc:grpChg chg="del mod">
          <ac:chgData name="Kaushala Fonseka" userId="aac8bd9e-7d4c-411e-9ee2-8d8518b0f1ce" providerId="ADAL" clId="{7A04CBD5-293A-4B8F-B66C-B477E7A32D98}" dt="2026-08-01T16:32:25.401" v="20"/>
          <ac:grpSpMkLst>
            <pc:docMk/>
            <pc:sldMk cId="1520621255" sldId="263"/>
            <ac:grpSpMk id="79" creationId="{2FBE5337-0964-903C-D18C-EE7BD46AE48C}"/>
          </ac:grpSpMkLst>
        </pc:grpChg>
        <pc:grpChg chg="del mod">
          <ac:chgData name="Kaushala Fonseka" userId="aac8bd9e-7d4c-411e-9ee2-8d8518b0f1ce" providerId="ADAL" clId="{7A04CBD5-293A-4B8F-B66C-B477E7A32D98}" dt="2026-08-01T16:32:26.353" v="21"/>
          <ac:grpSpMkLst>
            <pc:docMk/>
            <pc:sldMk cId="1520621255" sldId="263"/>
            <ac:grpSpMk id="84" creationId="{76AC74D1-1D39-4794-CFB9-68BAC279A0E8}"/>
          </ac:grpSpMkLst>
        </pc:grpChg>
        <pc:grpChg chg="del mod">
          <ac:chgData name="Kaushala Fonseka" userId="aac8bd9e-7d4c-411e-9ee2-8d8518b0f1ce" providerId="ADAL" clId="{7A04CBD5-293A-4B8F-B66C-B477E7A32D98}" dt="2026-08-01T16:34:10.807" v="31"/>
          <ac:grpSpMkLst>
            <pc:docMk/>
            <pc:sldMk cId="1520621255" sldId="263"/>
            <ac:grpSpMk id="86" creationId="{56B62384-CD99-46EE-14C5-FA01345FF452}"/>
          </ac:grpSpMkLst>
        </pc:grpChg>
        <pc:grpChg chg="del mod">
          <ac:chgData name="Kaushala Fonseka" userId="aac8bd9e-7d4c-411e-9ee2-8d8518b0f1ce" providerId="ADAL" clId="{7A04CBD5-293A-4B8F-B66C-B477E7A32D98}" dt="2026-08-01T16:32:59.817" v="23"/>
          <ac:grpSpMkLst>
            <pc:docMk/>
            <pc:sldMk cId="1520621255" sldId="263"/>
            <ac:grpSpMk id="99" creationId="{D4D8E542-A73B-D18A-5FDA-D8187D7EF9F9}"/>
          </ac:grpSpMkLst>
        </pc:grpChg>
        <pc:grpChg chg="del mod">
          <ac:chgData name="Kaushala Fonseka" userId="aac8bd9e-7d4c-411e-9ee2-8d8518b0f1ce" providerId="ADAL" clId="{7A04CBD5-293A-4B8F-B66C-B477E7A32D98}" dt="2026-08-01T16:33:10.717" v="24"/>
          <ac:grpSpMkLst>
            <pc:docMk/>
            <pc:sldMk cId="1520621255" sldId="263"/>
            <ac:grpSpMk id="103" creationId="{95364A22-FE29-05C5-453F-0A930D07A3EE}"/>
          </ac:grpSpMkLst>
        </pc:grpChg>
        <pc:grpChg chg="mod">
          <ac:chgData name="Kaushala Fonseka" userId="aac8bd9e-7d4c-411e-9ee2-8d8518b0f1ce" providerId="ADAL" clId="{7A04CBD5-293A-4B8F-B66C-B477E7A32D98}" dt="2026-08-01T16:33:10.717" v="24"/>
          <ac:grpSpMkLst>
            <pc:docMk/>
            <pc:sldMk cId="1520621255" sldId="263"/>
            <ac:grpSpMk id="119" creationId="{15B7D448-8DEF-0C2D-715F-C8500452E096}"/>
          </ac:grpSpMkLst>
        </pc:grpChg>
        <pc:grpChg chg="del mod">
          <ac:chgData name="Kaushala Fonseka" userId="aac8bd9e-7d4c-411e-9ee2-8d8518b0f1ce" providerId="ADAL" clId="{7A04CBD5-293A-4B8F-B66C-B477E7A32D98}" dt="2026-08-01T16:33:29.014" v="26"/>
          <ac:grpSpMkLst>
            <pc:docMk/>
            <pc:sldMk cId="1520621255" sldId="263"/>
            <ac:grpSpMk id="135" creationId="{D797BF8A-B48C-7959-8F3B-D3AB5DD5D8EF}"/>
          </ac:grpSpMkLst>
        </pc:grpChg>
        <pc:grpChg chg="mod">
          <ac:chgData name="Kaushala Fonseka" userId="aac8bd9e-7d4c-411e-9ee2-8d8518b0f1ce" providerId="ADAL" clId="{7A04CBD5-293A-4B8F-B66C-B477E7A32D98}" dt="2026-08-01T16:33:29.014" v="26"/>
          <ac:grpSpMkLst>
            <pc:docMk/>
            <pc:sldMk cId="1520621255" sldId="263"/>
            <ac:grpSpMk id="144" creationId="{4792EC43-9C66-2C35-1E1E-9F718F8B3411}"/>
          </ac:grpSpMkLst>
        </pc:grpChg>
        <pc:grpChg chg="del mod">
          <ac:chgData name="Kaushala Fonseka" userId="aac8bd9e-7d4c-411e-9ee2-8d8518b0f1ce" providerId="ADAL" clId="{7A04CBD5-293A-4B8F-B66C-B477E7A32D98}" dt="2026-08-01T16:33:51.150" v="28"/>
          <ac:grpSpMkLst>
            <pc:docMk/>
            <pc:sldMk cId="1520621255" sldId="263"/>
            <ac:grpSpMk id="152" creationId="{590CF837-95ED-F7E4-AFA4-019DEF736FD2}"/>
          </ac:grpSpMkLst>
        </pc:grpChg>
        <pc:grpChg chg="del mod">
          <ac:chgData name="Kaushala Fonseka" userId="aac8bd9e-7d4c-411e-9ee2-8d8518b0f1ce" providerId="ADAL" clId="{7A04CBD5-293A-4B8F-B66C-B477E7A32D98}" dt="2026-08-01T16:33:54.966" v="29"/>
          <ac:grpSpMkLst>
            <pc:docMk/>
            <pc:sldMk cId="1520621255" sldId="263"/>
            <ac:grpSpMk id="161" creationId="{30865335-3D61-19D6-C0A7-21C08316BDFC}"/>
          </ac:grpSpMkLst>
        </pc:grpChg>
        <pc:grpChg chg="del mod">
          <ac:chgData name="Kaushala Fonseka" userId="aac8bd9e-7d4c-411e-9ee2-8d8518b0f1ce" providerId="ADAL" clId="{7A04CBD5-293A-4B8F-B66C-B477E7A32D98}" dt="2026-08-01T16:33:57.616" v="30"/>
          <ac:grpSpMkLst>
            <pc:docMk/>
            <pc:sldMk cId="1520621255" sldId="263"/>
            <ac:grpSpMk id="167" creationId="{6E9AD3DE-4FAF-2597-2414-73FB0D5CB120}"/>
          </ac:grpSpMkLst>
        </pc:grpChg>
        <pc:grpChg chg="mod">
          <ac:chgData name="Kaushala Fonseka" userId="aac8bd9e-7d4c-411e-9ee2-8d8518b0f1ce" providerId="ADAL" clId="{7A04CBD5-293A-4B8F-B66C-B477E7A32D98}" dt="2026-08-01T16:33:57.616" v="30"/>
          <ac:grpSpMkLst>
            <pc:docMk/>
            <pc:sldMk cId="1520621255" sldId="263"/>
            <ac:grpSpMk id="169" creationId="{1DCE85A4-6E3E-E15E-D013-6A5F8D8D988A}"/>
          </ac:grpSpMkLst>
        </pc:grpChg>
        <pc:grpChg chg="mod">
          <ac:chgData name="Kaushala Fonseka" userId="aac8bd9e-7d4c-411e-9ee2-8d8518b0f1ce" providerId="ADAL" clId="{7A04CBD5-293A-4B8F-B66C-B477E7A32D98}" dt="2026-08-01T16:34:10.807" v="31"/>
          <ac:grpSpMkLst>
            <pc:docMk/>
            <pc:sldMk cId="1520621255" sldId="263"/>
            <ac:grpSpMk id="188" creationId="{33460068-49E1-5DB7-E4EA-8C7300E1F6BE}"/>
          </ac:grpSpMkLst>
        </pc:grpChg>
        <pc:grpChg chg="mod">
          <ac:chgData name="Kaushala Fonseka" userId="aac8bd9e-7d4c-411e-9ee2-8d8518b0f1ce" providerId="ADAL" clId="{7A04CBD5-293A-4B8F-B66C-B477E7A32D98}" dt="2026-08-01T16:34:14.770" v="32"/>
          <ac:grpSpMkLst>
            <pc:docMk/>
            <pc:sldMk cId="1520621255" sldId="263"/>
            <ac:grpSpMk id="193" creationId="{26C24EA5-AA45-3F61-1014-3DDCAFF94751}"/>
          </ac:grpSpMkLst>
        </pc:grpChg>
        <pc:inkChg chg="mod">
          <ac:chgData name="Kaushala Fonseka" userId="aac8bd9e-7d4c-411e-9ee2-8d8518b0f1ce" providerId="ADAL" clId="{7A04CBD5-293A-4B8F-B66C-B477E7A32D98}" dt="2026-08-01T16:30:05.750" v="0"/>
          <ac:inkMkLst>
            <pc:docMk/>
            <pc:sldMk cId="1520621255" sldId="263"/>
            <ac:inkMk id="4" creationId="{38866041-1562-7FED-2C6A-88A76B6C5D10}"/>
          </ac:inkMkLst>
        </pc:inkChg>
        <pc:inkChg chg="mod">
          <ac:chgData name="Kaushala Fonseka" userId="aac8bd9e-7d4c-411e-9ee2-8d8518b0f1ce" providerId="ADAL" clId="{7A04CBD5-293A-4B8F-B66C-B477E7A32D98}" dt="2026-08-01T16:30:05.750" v="0"/>
          <ac:inkMkLst>
            <pc:docMk/>
            <pc:sldMk cId="1520621255" sldId="263"/>
            <ac:inkMk id="6" creationId="{8AA4C250-7658-D6AE-413B-FA0848F1A67A}"/>
          </ac:inkMkLst>
        </pc:inkChg>
        <pc:inkChg chg="mod">
          <ac:chgData name="Kaushala Fonseka" userId="aac8bd9e-7d4c-411e-9ee2-8d8518b0f1ce" providerId="ADAL" clId="{7A04CBD5-293A-4B8F-B66C-B477E7A32D98}" dt="2026-08-01T16:30:05.750" v="0"/>
          <ac:inkMkLst>
            <pc:docMk/>
            <pc:sldMk cId="1520621255" sldId="263"/>
            <ac:inkMk id="7" creationId="{A6D5FF95-87D2-4FF4-44D3-AC17BF192F2C}"/>
          </ac:inkMkLst>
        </pc:inkChg>
        <pc:inkChg chg="mod">
          <ac:chgData name="Kaushala Fonseka" userId="aac8bd9e-7d4c-411e-9ee2-8d8518b0f1ce" providerId="ADAL" clId="{7A04CBD5-293A-4B8F-B66C-B477E7A32D98}" dt="2026-08-01T16:30:33.409" v="3"/>
          <ac:inkMkLst>
            <pc:docMk/>
            <pc:sldMk cId="1520621255" sldId="263"/>
            <ac:inkMk id="10" creationId="{730CB501-A011-96DE-457E-B8C39A3EC4DF}"/>
          </ac:inkMkLst>
        </pc:inkChg>
        <pc:inkChg chg="mod">
          <ac:chgData name="Kaushala Fonseka" userId="aac8bd9e-7d4c-411e-9ee2-8d8518b0f1ce" providerId="ADAL" clId="{7A04CBD5-293A-4B8F-B66C-B477E7A32D98}" dt="2026-08-01T16:30:35.202" v="4"/>
          <ac:inkMkLst>
            <pc:docMk/>
            <pc:sldMk cId="1520621255" sldId="263"/>
            <ac:inkMk id="11" creationId="{2EAE8B8C-A1B5-F624-784C-23DE21CD0101}"/>
          </ac:inkMkLst>
        </pc:inkChg>
        <pc:inkChg chg="mod">
          <ac:chgData name="Kaushala Fonseka" userId="aac8bd9e-7d4c-411e-9ee2-8d8518b0f1ce" providerId="ADAL" clId="{7A04CBD5-293A-4B8F-B66C-B477E7A32D98}" dt="2026-08-01T16:30:41.190" v="5"/>
          <ac:inkMkLst>
            <pc:docMk/>
            <pc:sldMk cId="1520621255" sldId="263"/>
            <ac:inkMk id="12" creationId="{969EC4F4-D1F3-97FB-DFED-8757E6965C51}"/>
          </ac:inkMkLst>
        </pc:inkChg>
        <pc:inkChg chg="mod">
          <ac:chgData name="Kaushala Fonseka" userId="aac8bd9e-7d4c-411e-9ee2-8d8518b0f1ce" providerId="ADAL" clId="{7A04CBD5-293A-4B8F-B66C-B477E7A32D98}" dt="2026-08-01T16:30:41.190" v="5"/>
          <ac:inkMkLst>
            <pc:docMk/>
            <pc:sldMk cId="1520621255" sldId="263"/>
            <ac:inkMk id="13" creationId="{4B7C33CE-A89F-7C7B-AF6F-06C8659E8363}"/>
          </ac:inkMkLst>
        </pc:inkChg>
        <pc:inkChg chg="mod">
          <ac:chgData name="Kaushala Fonseka" userId="aac8bd9e-7d4c-411e-9ee2-8d8518b0f1ce" providerId="ADAL" clId="{7A04CBD5-293A-4B8F-B66C-B477E7A32D98}" dt="2026-08-01T16:30:35.202" v="4"/>
          <ac:inkMkLst>
            <pc:docMk/>
            <pc:sldMk cId="1520621255" sldId="263"/>
            <ac:inkMk id="14" creationId="{1E7AB10C-769C-9C68-499A-49E5B085622A}"/>
          </ac:inkMkLst>
        </pc:inkChg>
        <pc:inkChg chg="mod">
          <ac:chgData name="Kaushala Fonseka" userId="aac8bd9e-7d4c-411e-9ee2-8d8518b0f1ce" providerId="ADAL" clId="{7A04CBD5-293A-4B8F-B66C-B477E7A32D98}" dt="2026-08-01T16:30:33.409" v="3"/>
          <ac:inkMkLst>
            <pc:docMk/>
            <pc:sldMk cId="1520621255" sldId="263"/>
            <ac:inkMk id="15" creationId="{9D758B2E-4B5A-5E34-AA32-7DE53CAECDED}"/>
          </ac:inkMkLst>
        </pc:inkChg>
        <pc:inkChg chg="mod">
          <ac:chgData name="Kaushala Fonseka" userId="aac8bd9e-7d4c-411e-9ee2-8d8518b0f1ce" providerId="ADAL" clId="{7A04CBD5-293A-4B8F-B66C-B477E7A32D98}" dt="2026-08-01T16:30:41.190" v="5"/>
          <ac:inkMkLst>
            <pc:docMk/>
            <pc:sldMk cId="1520621255" sldId="263"/>
            <ac:inkMk id="16" creationId="{1818AD99-8B04-C941-4DAB-0D1465F2A377}"/>
          </ac:inkMkLst>
        </pc:inkChg>
        <pc:inkChg chg="mod">
          <ac:chgData name="Kaushala Fonseka" userId="aac8bd9e-7d4c-411e-9ee2-8d8518b0f1ce" providerId="ADAL" clId="{7A04CBD5-293A-4B8F-B66C-B477E7A32D98}" dt="2026-08-01T16:30:35.202" v="4"/>
          <ac:inkMkLst>
            <pc:docMk/>
            <pc:sldMk cId="1520621255" sldId="263"/>
            <ac:inkMk id="17" creationId="{F1C96A32-F96F-8CBA-88A6-E6824050F6A5}"/>
          </ac:inkMkLst>
        </pc:inkChg>
        <pc:inkChg chg="mod">
          <ac:chgData name="Kaushala Fonseka" userId="aac8bd9e-7d4c-411e-9ee2-8d8518b0f1ce" providerId="ADAL" clId="{7A04CBD5-293A-4B8F-B66C-B477E7A32D98}" dt="2026-08-01T16:30:33.409" v="3"/>
          <ac:inkMkLst>
            <pc:docMk/>
            <pc:sldMk cId="1520621255" sldId="263"/>
            <ac:inkMk id="18" creationId="{F0306154-1B4E-2D4E-A1F3-96AE917810CD}"/>
          </ac:inkMkLst>
        </pc:inkChg>
        <pc:inkChg chg="mod">
          <ac:chgData name="Kaushala Fonseka" userId="aac8bd9e-7d4c-411e-9ee2-8d8518b0f1ce" providerId="ADAL" clId="{7A04CBD5-293A-4B8F-B66C-B477E7A32D98}" dt="2026-08-01T16:30:35.202" v="4"/>
          <ac:inkMkLst>
            <pc:docMk/>
            <pc:sldMk cId="1520621255" sldId="263"/>
            <ac:inkMk id="19" creationId="{75613D1E-8B36-D6EC-E80C-2A7EBB9AF077}"/>
          </ac:inkMkLst>
        </pc:inkChg>
        <pc:inkChg chg="mod">
          <ac:chgData name="Kaushala Fonseka" userId="aac8bd9e-7d4c-411e-9ee2-8d8518b0f1ce" providerId="ADAL" clId="{7A04CBD5-293A-4B8F-B66C-B477E7A32D98}" dt="2026-08-01T16:30:41.190" v="5"/>
          <ac:inkMkLst>
            <pc:docMk/>
            <pc:sldMk cId="1520621255" sldId="263"/>
            <ac:inkMk id="21" creationId="{D65973C3-7753-2D1F-2DCD-B0C87B8B33A7}"/>
          </ac:inkMkLst>
        </pc:inkChg>
        <pc:inkChg chg="mod">
          <ac:chgData name="Kaushala Fonseka" userId="aac8bd9e-7d4c-411e-9ee2-8d8518b0f1ce" providerId="ADAL" clId="{7A04CBD5-293A-4B8F-B66C-B477E7A32D98}" dt="2026-08-01T16:30:41.190" v="5"/>
          <ac:inkMkLst>
            <pc:docMk/>
            <pc:sldMk cId="1520621255" sldId="263"/>
            <ac:inkMk id="23" creationId="{132A9D35-0CFD-A7C0-8191-C6A645AB76B1}"/>
          </ac:inkMkLst>
        </pc:inkChg>
        <pc:inkChg chg="mod">
          <ac:chgData name="Kaushala Fonseka" userId="aac8bd9e-7d4c-411e-9ee2-8d8518b0f1ce" providerId="ADAL" clId="{7A04CBD5-293A-4B8F-B66C-B477E7A32D98}" dt="2026-08-01T16:30:41.190" v="5"/>
          <ac:inkMkLst>
            <pc:docMk/>
            <pc:sldMk cId="1520621255" sldId="263"/>
            <ac:inkMk id="27" creationId="{56E2D716-9219-455F-C7DD-94B775AF37CA}"/>
          </ac:inkMkLst>
        </pc:inkChg>
        <pc:inkChg chg="mod">
          <ac:chgData name="Kaushala Fonseka" userId="aac8bd9e-7d4c-411e-9ee2-8d8518b0f1ce" providerId="ADAL" clId="{7A04CBD5-293A-4B8F-B66C-B477E7A32D98}" dt="2026-08-01T16:30:41.190" v="5"/>
          <ac:inkMkLst>
            <pc:docMk/>
            <pc:sldMk cId="1520621255" sldId="263"/>
            <ac:inkMk id="28" creationId="{028AABD6-3534-488C-1911-2F497A4162A7}"/>
          </ac:inkMkLst>
        </pc:inkChg>
        <pc:inkChg chg="mod">
          <ac:chgData name="Kaushala Fonseka" userId="aac8bd9e-7d4c-411e-9ee2-8d8518b0f1ce" providerId="ADAL" clId="{7A04CBD5-293A-4B8F-B66C-B477E7A32D98}" dt="2026-08-01T16:30:41.190" v="5"/>
          <ac:inkMkLst>
            <pc:docMk/>
            <pc:sldMk cId="1520621255" sldId="263"/>
            <ac:inkMk id="29" creationId="{033E4F10-7675-7924-A647-54B5D0FCD59F}"/>
          </ac:inkMkLst>
        </pc:inkChg>
        <pc:inkChg chg="mod">
          <ac:chgData name="Kaushala Fonseka" userId="aac8bd9e-7d4c-411e-9ee2-8d8518b0f1ce" providerId="ADAL" clId="{7A04CBD5-293A-4B8F-B66C-B477E7A32D98}" dt="2026-08-01T16:31:10.797" v="6"/>
          <ac:inkMkLst>
            <pc:docMk/>
            <pc:sldMk cId="1520621255" sldId="263"/>
            <ac:inkMk id="31" creationId="{C81AE6D9-17F9-3283-AD03-129AA6105687}"/>
          </ac:inkMkLst>
        </pc:inkChg>
        <pc:inkChg chg="mod">
          <ac:chgData name="Kaushala Fonseka" userId="aac8bd9e-7d4c-411e-9ee2-8d8518b0f1ce" providerId="ADAL" clId="{7A04CBD5-293A-4B8F-B66C-B477E7A32D98}" dt="2026-08-01T16:31:10.797" v="6"/>
          <ac:inkMkLst>
            <pc:docMk/>
            <pc:sldMk cId="1520621255" sldId="263"/>
            <ac:inkMk id="32" creationId="{38F2CFF4-AAB9-3EA1-1132-219464BF78C3}"/>
          </ac:inkMkLst>
        </pc:inkChg>
        <pc:inkChg chg="mod">
          <ac:chgData name="Kaushala Fonseka" userId="aac8bd9e-7d4c-411e-9ee2-8d8518b0f1ce" providerId="ADAL" clId="{7A04CBD5-293A-4B8F-B66C-B477E7A32D98}" dt="2026-08-01T16:31:10.797" v="6"/>
          <ac:inkMkLst>
            <pc:docMk/>
            <pc:sldMk cId="1520621255" sldId="263"/>
            <ac:inkMk id="34" creationId="{086CF0CA-73B2-ED4B-AC72-91BDFF1693F9}"/>
          </ac:inkMkLst>
        </pc:inkChg>
        <pc:inkChg chg="mod">
          <ac:chgData name="Kaushala Fonseka" userId="aac8bd9e-7d4c-411e-9ee2-8d8518b0f1ce" providerId="ADAL" clId="{7A04CBD5-293A-4B8F-B66C-B477E7A32D98}" dt="2026-08-01T16:31:10.797" v="6"/>
          <ac:inkMkLst>
            <pc:docMk/>
            <pc:sldMk cId="1520621255" sldId="263"/>
            <ac:inkMk id="35" creationId="{56E0BEC6-050F-FB3C-526A-79D3C425B741}"/>
          </ac:inkMkLst>
        </pc:inkChg>
        <pc:inkChg chg="mod">
          <ac:chgData name="Kaushala Fonseka" userId="aac8bd9e-7d4c-411e-9ee2-8d8518b0f1ce" providerId="ADAL" clId="{7A04CBD5-293A-4B8F-B66C-B477E7A32D98}" dt="2026-08-01T16:31:10.797" v="6"/>
          <ac:inkMkLst>
            <pc:docMk/>
            <pc:sldMk cId="1520621255" sldId="263"/>
            <ac:inkMk id="38" creationId="{0DD9599D-DF94-12DD-EA04-B25882964178}"/>
          </ac:inkMkLst>
        </pc:inkChg>
        <pc:inkChg chg="mod">
          <ac:chgData name="Kaushala Fonseka" userId="aac8bd9e-7d4c-411e-9ee2-8d8518b0f1ce" providerId="ADAL" clId="{7A04CBD5-293A-4B8F-B66C-B477E7A32D98}" dt="2026-08-01T16:31:10.797" v="6"/>
          <ac:inkMkLst>
            <pc:docMk/>
            <pc:sldMk cId="1520621255" sldId="263"/>
            <ac:inkMk id="39" creationId="{D244A7D3-5E6E-13AA-9414-2DF3EA7E3C70}"/>
          </ac:inkMkLst>
        </pc:inkChg>
        <pc:inkChg chg="mod">
          <ac:chgData name="Kaushala Fonseka" userId="aac8bd9e-7d4c-411e-9ee2-8d8518b0f1ce" providerId="ADAL" clId="{7A04CBD5-293A-4B8F-B66C-B477E7A32D98}" dt="2026-08-01T16:31:10.797" v="6"/>
          <ac:inkMkLst>
            <pc:docMk/>
            <pc:sldMk cId="1520621255" sldId="263"/>
            <ac:inkMk id="41" creationId="{54C565C6-7B4B-6C99-51D5-E29D199BE8B7}"/>
          </ac:inkMkLst>
        </pc:inkChg>
        <pc:inkChg chg="mod">
          <ac:chgData name="Kaushala Fonseka" userId="aac8bd9e-7d4c-411e-9ee2-8d8518b0f1ce" providerId="ADAL" clId="{7A04CBD5-293A-4B8F-B66C-B477E7A32D98}" dt="2026-08-01T16:31:10.797" v="6"/>
          <ac:inkMkLst>
            <pc:docMk/>
            <pc:sldMk cId="1520621255" sldId="263"/>
            <ac:inkMk id="42" creationId="{4F85E4B6-299B-6151-85F3-5D138D9E6D0B}"/>
          </ac:inkMkLst>
        </pc:inkChg>
        <pc:inkChg chg="mod">
          <ac:chgData name="Kaushala Fonseka" userId="aac8bd9e-7d4c-411e-9ee2-8d8518b0f1ce" providerId="ADAL" clId="{7A04CBD5-293A-4B8F-B66C-B477E7A32D98}" dt="2026-08-01T16:31:10.797" v="6"/>
          <ac:inkMkLst>
            <pc:docMk/>
            <pc:sldMk cId="1520621255" sldId="263"/>
            <ac:inkMk id="43" creationId="{E5C5CC55-DF08-6643-B1A0-1BB988F91631}"/>
          </ac:inkMkLst>
        </pc:inkChg>
        <pc:inkChg chg="del mod">
          <ac:chgData name="Kaushala Fonseka" userId="aac8bd9e-7d4c-411e-9ee2-8d8518b0f1ce" providerId="ADAL" clId="{7A04CBD5-293A-4B8F-B66C-B477E7A32D98}" dt="2026-08-01T16:31:30.422" v="11"/>
          <ac:inkMkLst>
            <pc:docMk/>
            <pc:sldMk cId="1520621255" sldId="263"/>
            <ac:inkMk id="46" creationId="{FE0CBD5E-70B3-234D-FE03-9D424B4757A6}"/>
          </ac:inkMkLst>
        </pc:inkChg>
        <pc:inkChg chg="del mod">
          <ac:chgData name="Kaushala Fonseka" userId="aac8bd9e-7d4c-411e-9ee2-8d8518b0f1ce" providerId="ADAL" clId="{7A04CBD5-293A-4B8F-B66C-B477E7A32D98}" dt="2026-08-01T16:31:30.422" v="13"/>
          <ac:inkMkLst>
            <pc:docMk/>
            <pc:sldMk cId="1520621255" sldId="263"/>
            <ac:inkMk id="47" creationId="{FF45A94D-6F4A-AF78-5499-D1AEE0B6802A}"/>
          </ac:inkMkLst>
        </pc:inkChg>
        <pc:inkChg chg="del mod">
          <ac:chgData name="Kaushala Fonseka" userId="aac8bd9e-7d4c-411e-9ee2-8d8518b0f1ce" providerId="ADAL" clId="{7A04CBD5-293A-4B8F-B66C-B477E7A32D98}" dt="2026-08-01T16:31:27.276" v="8"/>
          <ac:inkMkLst>
            <pc:docMk/>
            <pc:sldMk cId="1520621255" sldId="263"/>
            <ac:inkMk id="48" creationId="{F63493DE-E496-7744-FC71-1001A57AA8CD}"/>
          </ac:inkMkLst>
        </pc:inkChg>
        <pc:inkChg chg="del mod">
          <ac:chgData name="Kaushala Fonseka" userId="aac8bd9e-7d4c-411e-9ee2-8d8518b0f1ce" providerId="ADAL" clId="{7A04CBD5-293A-4B8F-B66C-B477E7A32D98}" dt="2026-08-01T16:31:30.422" v="12"/>
          <ac:inkMkLst>
            <pc:docMk/>
            <pc:sldMk cId="1520621255" sldId="263"/>
            <ac:inkMk id="49" creationId="{43B9834A-6D4F-0948-5F1A-F7B451A88261}"/>
          </ac:inkMkLst>
        </pc:inkChg>
        <pc:inkChg chg="del mod">
          <ac:chgData name="Kaushala Fonseka" userId="aac8bd9e-7d4c-411e-9ee2-8d8518b0f1ce" providerId="ADAL" clId="{7A04CBD5-293A-4B8F-B66C-B477E7A32D98}" dt="2026-08-01T16:31:30.422" v="9"/>
          <ac:inkMkLst>
            <pc:docMk/>
            <pc:sldMk cId="1520621255" sldId="263"/>
            <ac:inkMk id="50" creationId="{250EAF4D-9E74-11B5-CD1E-51F968AEF81F}"/>
          </ac:inkMkLst>
        </pc:inkChg>
        <pc:inkChg chg="del mod">
          <ac:chgData name="Kaushala Fonseka" userId="aac8bd9e-7d4c-411e-9ee2-8d8518b0f1ce" providerId="ADAL" clId="{7A04CBD5-293A-4B8F-B66C-B477E7A32D98}" dt="2026-08-01T16:31:30.422" v="10"/>
          <ac:inkMkLst>
            <pc:docMk/>
            <pc:sldMk cId="1520621255" sldId="263"/>
            <ac:inkMk id="51" creationId="{21C014BB-3EB9-D568-B483-FCD4B26A5632}"/>
          </ac:inkMkLst>
        </pc:inkChg>
        <pc:inkChg chg="del mod">
          <ac:chgData name="Kaushala Fonseka" userId="aac8bd9e-7d4c-411e-9ee2-8d8518b0f1ce" providerId="ADAL" clId="{7A04CBD5-293A-4B8F-B66C-B477E7A32D98}" dt="2026-08-01T16:31:30.422" v="14"/>
          <ac:inkMkLst>
            <pc:docMk/>
            <pc:sldMk cId="1520621255" sldId="263"/>
            <ac:inkMk id="52" creationId="{A6EC45E2-3D14-13FE-FCE5-A45485EF73FE}"/>
          </ac:inkMkLst>
        </pc:inkChg>
        <pc:inkChg chg="mod">
          <ac:chgData name="Kaushala Fonseka" userId="aac8bd9e-7d4c-411e-9ee2-8d8518b0f1ce" providerId="ADAL" clId="{7A04CBD5-293A-4B8F-B66C-B477E7A32D98}" dt="2026-08-01T16:32:11.508" v="16"/>
          <ac:inkMkLst>
            <pc:docMk/>
            <pc:sldMk cId="1520621255" sldId="263"/>
            <ac:inkMk id="56" creationId="{8BA5F4BC-A904-F898-27A8-C7F0DD785A84}"/>
          </ac:inkMkLst>
        </pc:inkChg>
        <pc:inkChg chg="mod">
          <ac:chgData name="Kaushala Fonseka" userId="aac8bd9e-7d4c-411e-9ee2-8d8518b0f1ce" providerId="ADAL" clId="{7A04CBD5-293A-4B8F-B66C-B477E7A32D98}" dt="2026-08-01T16:32:13.460" v="17"/>
          <ac:inkMkLst>
            <pc:docMk/>
            <pc:sldMk cId="1520621255" sldId="263"/>
            <ac:inkMk id="57" creationId="{11EC8546-6CE2-6F7F-C7BF-D695012F25EF}"/>
          </ac:inkMkLst>
        </pc:inkChg>
        <pc:inkChg chg="mod">
          <ac:chgData name="Kaushala Fonseka" userId="aac8bd9e-7d4c-411e-9ee2-8d8518b0f1ce" providerId="ADAL" clId="{7A04CBD5-293A-4B8F-B66C-B477E7A32D98}" dt="2026-08-01T16:32:13.460" v="17"/>
          <ac:inkMkLst>
            <pc:docMk/>
            <pc:sldMk cId="1520621255" sldId="263"/>
            <ac:inkMk id="58" creationId="{E8C6341C-C2EA-AB45-DF55-5F681D8BE380}"/>
          </ac:inkMkLst>
        </pc:inkChg>
        <pc:inkChg chg="mod">
          <ac:chgData name="Kaushala Fonseka" userId="aac8bd9e-7d4c-411e-9ee2-8d8518b0f1ce" providerId="ADAL" clId="{7A04CBD5-293A-4B8F-B66C-B477E7A32D98}" dt="2026-08-01T16:32:11.508" v="16"/>
          <ac:inkMkLst>
            <pc:docMk/>
            <pc:sldMk cId="1520621255" sldId="263"/>
            <ac:inkMk id="59" creationId="{CB40B657-7375-35E6-2889-F7AACF94ABD3}"/>
          </ac:inkMkLst>
        </pc:inkChg>
        <pc:inkChg chg="mod">
          <ac:chgData name="Kaushala Fonseka" userId="aac8bd9e-7d4c-411e-9ee2-8d8518b0f1ce" providerId="ADAL" clId="{7A04CBD5-293A-4B8F-B66C-B477E7A32D98}" dt="2026-08-01T16:32:13.460" v="17"/>
          <ac:inkMkLst>
            <pc:docMk/>
            <pc:sldMk cId="1520621255" sldId="263"/>
            <ac:inkMk id="60" creationId="{52AA0719-7ACC-4B92-270A-93C97583DA82}"/>
          </ac:inkMkLst>
        </pc:inkChg>
        <pc:inkChg chg="mod">
          <ac:chgData name="Kaushala Fonseka" userId="aac8bd9e-7d4c-411e-9ee2-8d8518b0f1ce" providerId="ADAL" clId="{7A04CBD5-293A-4B8F-B66C-B477E7A32D98}" dt="2026-08-01T16:32:11.508" v="16"/>
          <ac:inkMkLst>
            <pc:docMk/>
            <pc:sldMk cId="1520621255" sldId="263"/>
            <ac:inkMk id="61" creationId="{374FF8F8-C3FF-0204-0B9B-ED8E197DA5BB}"/>
          </ac:inkMkLst>
        </pc:inkChg>
        <pc:inkChg chg="mod">
          <ac:chgData name="Kaushala Fonseka" userId="aac8bd9e-7d4c-411e-9ee2-8d8518b0f1ce" providerId="ADAL" clId="{7A04CBD5-293A-4B8F-B66C-B477E7A32D98}" dt="2026-08-01T16:32:13.460" v="17"/>
          <ac:inkMkLst>
            <pc:docMk/>
            <pc:sldMk cId="1520621255" sldId="263"/>
            <ac:inkMk id="62" creationId="{5884AA80-19FF-B87E-630A-D8B5A973156C}"/>
          </ac:inkMkLst>
        </pc:inkChg>
        <pc:inkChg chg="mod">
          <ac:chgData name="Kaushala Fonseka" userId="aac8bd9e-7d4c-411e-9ee2-8d8518b0f1ce" providerId="ADAL" clId="{7A04CBD5-293A-4B8F-B66C-B477E7A32D98}" dt="2026-08-01T16:32:13.460" v="17"/>
          <ac:inkMkLst>
            <pc:docMk/>
            <pc:sldMk cId="1520621255" sldId="263"/>
            <ac:inkMk id="63" creationId="{F5B74CAD-9330-E406-892B-D2256E17D36F}"/>
          </ac:inkMkLst>
        </pc:inkChg>
        <pc:inkChg chg="mod">
          <ac:chgData name="Kaushala Fonseka" userId="aac8bd9e-7d4c-411e-9ee2-8d8518b0f1ce" providerId="ADAL" clId="{7A04CBD5-293A-4B8F-B66C-B477E7A32D98}" dt="2026-08-01T16:32:13.460" v="17"/>
          <ac:inkMkLst>
            <pc:docMk/>
            <pc:sldMk cId="1520621255" sldId="263"/>
            <ac:inkMk id="64" creationId="{828B2CBC-CA0B-4413-7E19-5FF4ACEF00D6}"/>
          </ac:inkMkLst>
        </pc:inkChg>
        <pc:inkChg chg="mod">
          <ac:chgData name="Kaushala Fonseka" userId="aac8bd9e-7d4c-411e-9ee2-8d8518b0f1ce" providerId="ADAL" clId="{7A04CBD5-293A-4B8F-B66C-B477E7A32D98}" dt="2026-08-01T16:32:13.460" v="17"/>
          <ac:inkMkLst>
            <pc:docMk/>
            <pc:sldMk cId="1520621255" sldId="263"/>
            <ac:inkMk id="67" creationId="{7E3670F2-440F-7C3D-73A0-23A20A9C15EB}"/>
          </ac:inkMkLst>
        </pc:inkChg>
        <pc:inkChg chg="mod">
          <ac:chgData name="Kaushala Fonseka" userId="aac8bd9e-7d4c-411e-9ee2-8d8518b0f1ce" providerId="ADAL" clId="{7A04CBD5-293A-4B8F-B66C-B477E7A32D98}" dt="2026-08-01T16:32:13.460" v="17"/>
          <ac:inkMkLst>
            <pc:docMk/>
            <pc:sldMk cId="1520621255" sldId="263"/>
            <ac:inkMk id="68" creationId="{3832043D-DE13-50F3-BC14-C7E51E726964}"/>
          </ac:inkMkLst>
        </pc:inkChg>
        <pc:inkChg chg="mod">
          <ac:chgData name="Kaushala Fonseka" userId="aac8bd9e-7d4c-411e-9ee2-8d8518b0f1ce" providerId="ADAL" clId="{7A04CBD5-293A-4B8F-B66C-B477E7A32D98}" dt="2026-08-01T16:32:22.541" v="19"/>
          <ac:inkMkLst>
            <pc:docMk/>
            <pc:sldMk cId="1520621255" sldId="263"/>
            <ac:inkMk id="70" creationId="{02E88D1D-9378-AB41-E299-D540D63F473D}"/>
          </ac:inkMkLst>
        </pc:inkChg>
        <pc:inkChg chg="mod">
          <ac:chgData name="Kaushala Fonseka" userId="aac8bd9e-7d4c-411e-9ee2-8d8518b0f1ce" providerId="ADAL" clId="{7A04CBD5-293A-4B8F-B66C-B477E7A32D98}" dt="2026-08-01T16:32:26.353" v="21"/>
          <ac:inkMkLst>
            <pc:docMk/>
            <pc:sldMk cId="1520621255" sldId="263"/>
            <ac:inkMk id="71" creationId="{75974F77-BA8A-0FE1-B0EC-003D0137BC4A}"/>
          </ac:inkMkLst>
        </pc:inkChg>
        <pc:inkChg chg="mod">
          <ac:chgData name="Kaushala Fonseka" userId="aac8bd9e-7d4c-411e-9ee2-8d8518b0f1ce" providerId="ADAL" clId="{7A04CBD5-293A-4B8F-B66C-B477E7A32D98}" dt="2026-08-01T16:32:26.353" v="21"/>
          <ac:inkMkLst>
            <pc:docMk/>
            <pc:sldMk cId="1520621255" sldId="263"/>
            <ac:inkMk id="72" creationId="{B9006B00-A2CF-5B53-337A-E5FBAF9694DA}"/>
          </ac:inkMkLst>
        </pc:inkChg>
        <pc:inkChg chg="mod">
          <ac:chgData name="Kaushala Fonseka" userId="aac8bd9e-7d4c-411e-9ee2-8d8518b0f1ce" providerId="ADAL" clId="{7A04CBD5-293A-4B8F-B66C-B477E7A32D98}" dt="2026-08-01T16:32:26.353" v="21"/>
          <ac:inkMkLst>
            <pc:docMk/>
            <pc:sldMk cId="1520621255" sldId="263"/>
            <ac:inkMk id="73" creationId="{C800203B-0A9F-1A9A-F69A-67CEBE1AD1F8}"/>
          </ac:inkMkLst>
        </pc:inkChg>
        <pc:inkChg chg="mod">
          <ac:chgData name="Kaushala Fonseka" userId="aac8bd9e-7d4c-411e-9ee2-8d8518b0f1ce" providerId="ADAL" clId="{7A04CBD5-293A-4B8F-B66C-B477E7A32D98}" dt="2026-08-01T16:34:10.807" v="31"/>
          <ac:inkMkLst>
            <pc:docMk/>
            <pc:sldMk cId="1520621255" sldId="263"/>
            <ac:inkMk id="74" creationId="{EB7F5A31-B503-30EF-B106-3843983E8169}"/>
          </ac:inkMkLst>
        </pc:inkChg>
        <pc:inkChg chg="mod">
          <ac:chgData name="Kaushala Fonseka" userId="aac8bd9e-7d4c-411e-9ee2-8d8518b0f1ce" providerId="ADAL" clId="{7A04CBD5-293A-4B8F-B66C-B477E7A32D98}" dt="2026-08-01T16:32:26.353" v="21"/>
          <ac:inkMkLst>
            <pc:docMk/>
            <pc:sldMk cId="1520621255" sldId="263"/>
            <ac:inkMk id="75" creationId="{14CBA0FE-7C9A-371B-E27D-0E62425354DD}"/>
          </ac:inkMkLst>
        </pc:inkChg>
        <pc:inkChg chg="mod">
          <ac:chgData name="Kaushala Fonseka" userId="aac8bd9e-7d4c-411e-9ee2-8d8518b0f1ce" providerId="ADAL" clId="{7A04CBD5-293A-4B8F-B66C-B477E7A32D98}" dt="2026-08-01T16:34:10.807" v="31"/>
          <ac:inkMkLst>
            <pc:docMk/>
            <pc:sldMk cId="1520621255" sldId="263"/>
            <ac:inkMk id="77" creationId="{877BC431-FDFF-EE23-89E6-9A7768E6DFA4}"/>
          </ac:inkMkLst>
        </pc:inkChg>
        <pc:inkChg chg="mod">
          <ac:chgData name="Kaushala Fonseka" userId="aac8bd9e-7d4c-411e-9ee2-8d8518b0f1ce" providerId="ADAL" clId="{7A04CBD5-293A-4B8F-B66C-B477E7A32D98}" dt="2026-08-01T16:32:26.353" v="21"/>
          <ac:inkMkLst>
            <pc:docMk/>
            <pc:sldMk cId="1520621255" sldId="263"/>
            <ac:inkMk id="78" creationId="{36187F1C-AFD5-3ACD-3CE5-1339066B4093}"/>
          </ac:inkMkLst>
        </pc:inkChg>
        <pc:inkChg chg="mod">
          <ac:chgData name="Kaushala Fonseka" userId="aac8bd9e-7d4c-411e-9ee2-8d8518b0f1ce" providerId="ADAL" clId="{7A04CBD5-293A-4B8F-B66C-B477E7A32D98}" dt="2026-08-01T16:34:10.807" v="31"/>
          <ac:inkMkLst>
            <pc:docMk/>
            <pc:sldMk cId="1520621255" sldId="263"/>
            <ac:inkMk id="81" creationId="{3E9F4B77-8AC3-A8CA-7E09-F6435AFB855B}"/>
          </ac:inkMkLst>
        </pc:inkChg>
        <pc:inkChg chg="mod">
          <ac:chgData name="Kaushala Fonseka" userId="aac8bd9e-7d4c-411e-9ee2-8d8518b0f1ce" providerId="ADAL" clId="{7A04CBD5-293A-4B8F-B66C-B477E7A32D98}" dt="2026-08-01T16:34:10.807" v="31"/>
          <ac:inkMkLst>
            <pc:docMk/>
            <pc:sldMk cId="1520621255" sldId="263"/>
            <ac:inkMk id="82" creationId="{5F48EC5A-4DB4-80F5-3E3D-9A893D786937}"/>
          </ac:inkMkLst>
        </pc:inkChg>
        <pc:inkChg chg="mod">
          <ac:chgData name="Kaushala Fonseka" userId="aac8bd9e-7d4c-411e-9ee2-8d8518b0f1ce" providerId="ADAL" clId="{7A04CBD5-293A-4B8F-B66C-B477E7A32D98}" dt="2026-08-01T16:32:26.353" v="21"/>
          <ac:inkMkLst>
            <pc:docMk/>
            <pc:sldMk cId="1520621255" sldId="263"/>
            <ac:inkMk id="85" creationId="{25585B3C-BE10-884F-263E-F312BE664C35}"/>
          </ac:inkMkLst>
        </pc:inkChg>
        <pc:inkChg chg="mod">
          <ac:chgData name="Kaushala Fonseka" userId="aac8bd9e-7d4c-411e-9ee2-8d8518b0f1ce" providerId="ADAL" clId="{7A04CBD5-293A-4B8F-B66C-B477E7A32D98}" dt="2026-08-01T16:33:10.717" v="24"/>
          <ac:inkMkLst>
            <pc:docMk/>
            <pc:sldMk cId="1520621255" sldId="263"/>
            <ac:inkMk id="87" creationId="{2AA0C4E6-DE6F-6872-2120-B5285EBF6365}"/>
          </ac:inkMkLst>
        </pc:inkChg>
        <pc:inkChg chg="mod">
          <ac:chgData name="Kaushala Fonseka" userId="aac8bd9e-7d4c-411e-9ee2-8d8518b0f1ce" providerId="ADAL" clId="{7A04CBD5-293A-4B8F-B66C-B477E7A32D98}" dt="2026-08-01T16:32:59.817" v="23"/>
          <ac:inkMkLst>
            <pc:docMk/>
            <pc:sldMk cId="1520621255" sldId="263"/>
            <ac:inkMk id="88" creationId="{AF180CF9-DF2E-11D9-4B1D-ECC52E7148AC}"/>
          </ac:inkMkLst>
        </pc:inkChg>
        <pc:inkChg chg="mod">
          <ac:chgData name="Kaushala Fonseka" userId="aac8bd9e-7d4c-411e-9ee2-8d8518b0f1ce" providerId="ADAL" clId="{7A04CBD5-293A-4B8F-B66C-B477E7A32D98}" dt="2026-08-01T16:32:59.817" v="23"/>
          <ac:inkMkLst>
            <pc:docMk/>
            <pc:sldMk cId="1520621255" sldId="263"/>
            <ac:inkMk id="89" creationId="{FA2A6AA5-8202-3D07-EF02-4EAC587194E9}"/>
          </ac:inkMkLst>
        </pc:inkChg>
        <pc:inkChg chg="mod">
          <ac:chgData name="Kaushala Fonseka" userId="aac8bd9e-7d4c-411e-9ee2-8d8518b0f1ce" providerId="ADAL" clId="{7A04CBD5-293A-4B8F-B66C-B477E7A32D98}" dt="2026-08-01T16:32:59.817" v="23"/>
          <ac:inkMkLst>
            <pc:docMk/>
            <pc:sldMk cId="1520621255" sldId="263"/>
            <ac:inkMk id="90" creationId="{1ADA09D7-7BC0-C1B9-562D-2339DABD92A4}"/>
          </ac:inkMkLst>
        </pc:inkChg>
        <pc:inkChg chg="mod">
          <ac:chgData name="Kaushala Fonseka" userId="aac8bd9e-7d4c-411e-9ee2-8d8518b0f1ce" providerId="ADAL" clId="{7A04CBD5-293A-4B8F-B66C-B477E7A32D98}" dt="2026-08-01T16:32:53.270" v="22"/>
          <ac:inkMkLst>
            <pc:docMk/>
            <pc:sldMk cId="1520621255" sldId="263"/>
            <ac:inkMk id="91" creationId="{0D4B0A08-DF0C-2817-6ADE-8F981B68AF97}"/>
          </ac:inkMkLst>
        </pc:inkChg>
        <pc:inkChg chg="mod">
          <ac:chgData name="Kaushala Fonseka" userId="aac8bd9e-7d4c-411e-9ee2-8d8518b0f1ce" providerId="ADAL" clId="{7A04CBD5-293A-4B8F-B66C-B477E7A32D98}" dt="2026-08-01T16:32:53.270" v="22"/>
          <ac:inkMkLst>
            <pc:docMk/>
            <pc:sldMk cId="1520621255" sldId="263"/>
            <ac:inkMk id="92" creationId="{B679078E-EB5D-C7CD-8BAD-333A274CC1FE}"/>
          </ac:inkMkLst>
        </pc:inkChg>
        <pc:inkChg chg="mod">
          <ac:chgData name="Kaushala Fonseka" userId="aac8bd9e-7d4c-411e-9ee2-8d8518b0f1ce" providerId="ADAL" clId="{7A04CBD5-293A-4B8F-B66C-B477E7A32D98}" dt="2026-08-01T16:32:53.270" v="22"/>
          <ac:inkMkLst>
            <pc:docMk/>
            <pc:sldMk cId="1520621255" sldId="263"/>
            <ac:inkMk id="93" creationId="{6CC1B880-F81C-D06D-7833-117F0D6B250E}"/>
          </ac:inkMkLst>
        </pc:inkChg>
        <pc:inkChg chg="mod">
          <ac:chgData name="Kaushala Fonseka" userId="aac8bd9e-7d4c-411e-9ee2-8d8518b0f1ce" providerId="ADAL" clId="{7A04CBD5-293A-4B8F-B66C-B477E7A32D98}" dt="2026-08-01T16:32:53.270" v="22"/>
          <ac:inkMkLst>
            <pc:docMk/>
            <pc:sldMk cId="1520621255" sldId="263"/>
            <ac:inkMk id="94" creationId="{C6A3E051-57B8-DAD9-2F25-FB5955AA1A59}"/>
          </ac:inkMkLst>
        </pc:inkChg>
        <pc:inkChg chg="mod">
          <ac:chgData name="Kaushala Fonseka" userId="aac8bd9e-7d4c-411e-9ee2-8d8518b0f1ce" providerId="ADAL" clId="{7A04CBD5-293A-4B8F-B66C-B477E7A32D98}" dt="2026-08-01T16:32:53.270" v="22"/>
          <ac:inkMkLst>
            <pc:docMk/>
            <pc:sldMk cId="1520621255" sldId="263"/>
            <ac:inkMk id="95" creationId="{1D904F2D-2937-880D-60AC-A6E6C156C3EA}"/>
          </ac:inkMkLst>
        </pc:inkChg>
        <pc:inkChg chg="mod">
          <ac:chgData name="Kaushala Fonseka" userId="aac8bd9e-7d4c-411e-9ee2-8d8518b0f1ce" providerId="ADAL" clId="{7A04CBD5-293A-4B8F-B66C-B477E7A32D98}" dt="2026-08-01T16:32:59.817" v="23"/>
          <ac:inkMkLst>
            <pc:docMk/>
            <pc:sldMk cId="1520621255" sldId="263"/>
            <ac:inkMk id="96" creationId="{160F9C8D-88C3-B41F-AF3A-00AABC55004B}"/>
          </ac:inkMkLst>
        </pc:inkChg>
        <pc:inkChg chg="mod">
          <ac:chgData name="Kaushala Fonseka" userId="aac8bd9e-7d4c-411e-9ee2-8d8518b0f1ce" providerId="ADAL" clId="{7A04CBD5-293A-4B8F-B66C-B477E7A32D98}" dt="2026-08-01T16:33:10.717" v="24"/>
          <ac:inkMkLst>
            <pc:docMk/>
            <pc:sldMk cId="1520621255" sldId="263"/>
            <ac:inkMk id="97" creationId="{FCDF92F4-1886-6DE6-D1A2-DBE7B4F9EEF1}"/>
          </ac:inkMkLst>
        </pc:inkChg>
        <pc:inkChg chg="mod">
          <ac:chgData name="Kaushala Fonseka" userId="aac8bd9e-7d4c-411e-9ee2-8d8518b0f1ce" providerId="ADAL" clId="{7A04CBD5-293A-4B8F-B66C-B477E7A32D98}" dt="2026-08-01T16:33:10.717" v="24"/>
          <ac:inkMkLst>
            <pc:docMk/>
            <pc:sldMk cId="1520621255" sldId="263"/>
            <ac:inkMk id="98" creationId="{3E74C83D-EC5B-A578-98E1-ABEED0AAAB98}"/>
          </ac:inkMkLst>
        </pc:inkChg>
        <pc:inkChg chg="mod">
          <ac:chgData name="Kaushala Fonseka" userId="aac8bd9e-7d4c-411e-9ee2-8d8518b0f1ce" providerId="ADAL" clId="{7A04CBD5-293A-4B8F-B66C-B477E7A32D98}" dt="2026-08-01T16:32:59.817" v="23"/>
          <ac:inkMkLst>
            <pc:docMk/>
            <pc:sldMk cId="1520621255" sldId="263"/>
            <ac:inkMk id="102" creationId="{144AF733-A0FB-236D-BECB-DB4154F9E958}"/>
          </ac:inkMkLst>
        </pc:inkChg>
        <pc:inkChg chg="mod">
          <ac:chgData name="Kaushala Fonseka" userId="aac8bd9e-7d4c-411e-9ee2-8d8518b0f1ce" providerId="ADAL" clId="{7A04CBD5-293A-4B8F-B66C-B477E7A32D98}" dt="2026-08-01T16:33:10.717" v="24"/>
          <ac:inkMkLst>
            <pc:docMk/>
            <pc:sldMk cId="1520621255" sldId="263"/>
            <ac:inkMk id="105" creationId="{CB3A75C3-9C4B-EEA8-0540-F88BF836222F}"/>
          </ac:inkMkLst>
        </pc:inkChg>
        <pc:inkChg chg="mod">
          <ac:chgData name="Kaushala Fonseka" userId="aac8bd9e-7d4c-411e-9ee2-8d8518b0f1ce" providerId="ADAL" clId="{7A04CBD5-293A-4B8F-B66C-B477E7A32D98}" dt="2026-08-01T16:33:10.717" v="24"/>
          <ac:inkMkLst>
            <pc:docMk/>
            <pc:sldMk cId="1520621255" sldId="263"/>
            <ac:inkMk id="108" creationId="{F7BB42EE-D114-53B3-049E-BDEF9B7BF813}"/>
          </ac:inkMkLst>
        </pc:inkChg>
        <pc:inkChg chg="mod">
          <ac:chgData name="Kaushala Fonseka" userId="aac8bd9e-7d4c-411e-9ee2-8d8518b0f1ce" providerId="ADAL" clId="{7A04CBD5-293A-4B8F-B66C-B477E7A32D98}" dt="2026-08-01T16:33:10.717" v="24"/>
          <ac:inkMkLst>
            <pc:docMk/>
            <pc:sldMk cId="1520621255" sldId="263"/>
            <ac:inkMk id="110" creationId="{F6E48FAC-4D6F-1664-E7E9-AED07EDA7FC4}"/>
          </ac:inkMkLst>
        </pc:inkChg>
        <pc:inkChg chg="mod">
          <ac:chgData name="Kaushala Fonseka" userId="aac8bd9e-7d4c-411e-9ee2-8d8518b0f1ce" providerId="ADAL" clId="{7A04CBD5-293A-4B8F-B66C-B477E7A32D98}" dt="2026-08-01T16:33:10.717" v="24"/>
          <ac:inkMkLst>
            <pc:docMk/>
            <pc:sldMk cId="1520621255" sldId="263"/>
            <ac:inkMk id="111" creationId="{724606B4-FCE4-58CA-D688-1F6F7C421291}"/>
          </ac:inkMkLst>
        </pc:inkChg>
        <pc:inkChg chg="mod">
          <ac:chgData name="Kaushala Fonseka" userId="aac8bd9e-7d4c-411e-9ee2-8d8518b0f1ce" providerId="ADAL" clId="{7A04CBD5-293A-4B8F-B66C-B477E7A32D98}" dt="2026-08-01T16:33:10.717" v="24"/>
          <ac:inkMkLst>
            <pc:docMk/>
            <pc:sldMk cId="1520621255" sldId="263"/>
            <ac:inkMk id="116" creationId="{06437A41-A543-B5CA-E97F-85528EAE54A4}"/>
          </ac:inkMkLst>
        </pc:inkChg>
        <pc:inkChg chg="mod">
          <ac:chgData name="Kaushala Fonseka" userId="aac8bd9e-7d4c-411e-9ee2-8d8518b0f1ce" providerId="ADAL" clId="{7A04CBD5-293A-4B8F-B66C-B477E7A32D98}" dt="2026-08-01T16:33:24.562" v="25"/>
          <ac:inkMkLst>
            <pc:docMk/>
            <pc:sldMk cId="1520621255" sldId="263"/>
            <ac:inkMk id="121" creationId="{6AE3B0B6-ADBF-57D6-945E-7BAB8E86B66A}"/>
          </ac:inkMkLst>
        </pc:inkChg>
        <pc:inkChg chg="mod">
          <ac:chgData name="Kaushala Fonseka" userId="aac8bd9e-7d4c-411e-9ee2-8d8518b0f1ce" providerId="ADAL" clId="{7A04CBD5-293A-4B8F-B66C-B477E7A32D98}" dt="2026-08-01T16:33:24.562" v="25"/>
          <ac:inkMkLst>
            <pc:docMk/>
            <pc:sldMk cId="1520621255" sldId="263"/>
            <ac:inkMk id="123" creationId="{7F1F9DBE-54B9-2B35-9483-21B9F3F49734}"/>
          </ac:inkMkLst>
        </pc:inkChg>
        <pc:inkChg chg="mod">
          <ac:chgData name="Kaushala Fonseka" userId="aac8bd9e-7d4c-411e-9ee2-8d8518b0f1ce" providerId="ADAL" clId="{7A04CBD5-293A-4B8F-B66C-B477E7A32D98}" dt="2026-08-01T16:33:29.014" v="26"/>
          <ac:inkMkLst>
            <pc:docMk/>
            <pc:sldMk cId="1520621255" sldId="263"/>
            <ac:inkMk id="125" creationId="{5D0B81CD-25DE-6712-1B82-94B191BFB7FA}"/>
          </ac:inkMkLst>
        </pc:inkChg>
        <pc:inkChg chg="mod">
          <ac:chgData name="Kaushala Fonseka" userId="aac8bd9e-7d4c-411e-9ee2-8d8518b0f1ce" providerId="ADAL" clId="{7A04CBD5-293A-4B8F-B66C-B477E7A32D98}" dt="2026-08-01T16:33:29.014" v="26"/>
          <ac:inkMkLst>
            <pc:docMk/>
            <pc:sldMk cId="1520621255" sldId="263"/>
            <ac:inkMk id="126" creationId="{F84D7799-595F-7AF3-1E20-49C4EFEEF3D9}"/>
          </ac:inkMkLst>
        </pc:inkChg>
        <pc:inkChg chg="mod">
          <ac:chgData name="Kaushala Fonseka" userId="aac8bd9e-7d4c-411e-9ee2-8d8518b0f1ce" providerId="ADAL" clId="{7A04CBD5-293A-4B8F-B66C-B477E7A32D98}" dt="2026-08-01T16:33:24.562" v="25"/>
          <ac:inkMkLst>
            <pc:docMk/>
            <pc:sldMk cId="1520621255" sldId="263"/>
            <ac:inkMk id="127" creationId="{A7FA529D-F609-576B-7286-F3A143729584}"/>
          </ac:inkMkLst>
        </pc:inkChg>
        <pc:inkChg chg="mod">
          <ac:chgData name="Kaushala Fonseka" userId="aac8bd9e-7d4c-411e-9ee2-8d8518b0f1ce" providerId="ADAL" clId="{7A04CBD5-293A-4B8F-B66C-B477E7A32D98}" dt="2026-08-01T16:33:29.014" v="26"/>
          <ac:inkMkLst>
            <pc:docMk/>
            <pc:sldMk cId="1520621255" sldId="263"/>
            <ac:inkMk id="128" creationId="{1FAA768F-7C12-1C6D-5288-6CF66BC4D9E0}"/>
          </ac:inkMkLst>
        </pc:inkChg>
        <pc:inkChg chg="mod">
          <ac:chgData name="Kaushala Fonseka" userId="aac8bd9e-7d4c-411e-9ee2-8d8518b0f1ce" providerId="ADAL" clId="{7A04CBD5-293A-4B8F-B66C-B477E7A32D98}" dt="2026-08-01T16:33:29.014" v="26"/>
          <ac:inkMkLst>
            <pc:docMk/>
            <pc:sldMk cId="1520621255" sldId="263"/>
            <ac:inkMk id="129" creationId="{88FC1268-5CE8-48B9-8682-2C9872289977}"/>
          </ac:inkMkLst>
        </pc:inkChg>
        <pc:inkChg chg="mod">
          <ac:chgData name="Kaushala Fonseka" userId="aac8bd9e-7d4c-411e-9ee2-8d8518b0f1ce" providerId="ADAL" clId="{7A04CBD5-293A-4B8F-B66C-B477E7A32D98}" dt="2026-08-01T16:33:24.562" v="25"/>
          <ac:inkMkLst>
            <pc:docMk/>
            <pc:sldMk cId="1520621255" sldId="263"/>
            <ac:inkMk id="130" creationId="{3A5EF119-079B-2B56-BF32-5739BA29F179}"/>
          </ac:inkMkLst>
        </pc:inkChg>
        <pc:inkChg chg="mod">
          <ac:chgData name="Kaushala Fonseka" userId="aac8bd9e-7d4c-411e-9ee2-8d8518b0f1ce" providerId="ADAL" clId="{7A04CBD5-293A-4B8F-B66C-B477E7A32D98}" dt="2026-08-01T16:33:29.014" v="26"/>
          <ac:inkMkLst>
            <pc:docMk/>
            <pc:sldMk cId="1520621255" sldId="263"/>
            <ac:inkMk id="131" creationId="{5D6F954D-5E90-05F4-9DE5-C1CE7C4155C2}"/>
          </ac:inkMkLst>
        </pc:inkChg>
        <pc:inkChg chg="mod">
          <ac:chgData name="Kaushala Fonseka" userId="aac8bd9e-7d4c-411e-9ee2-8d8518b0f1ce" providerId="ADAL" clId="{7A04CBD5-293A-4B8F-B66C-B477E7A32D98}" dt="2026-08-01T16:33:29.014" v="26"/>
          <ac:inkMkLst>
            <pc:docMk/>
            <pc:sldMk cId="1520621255" sldId="263"/>
            <ac:inkMk id="133" creationId="{788D5D37-28DC-5D98-4E02-265C00BE0AA9}"/>
          </ac:inkMkLst>
        </pc:inkChg>
        <pc:inkChg chg="mod">
          <ac:chgData name="Kaushala Fonseka" userId="aac8bd9e-7d4c-411e-9ee2-8d8518b0f1ce" providerId="ADAL" clId="{7A04CBD5-293A-4B8F-B66C-B477E7A32D98}" dt="2026-08-01T16:33:24.562" v="25"/>
          <ac:inkMkLst>
            <pc:docMk/>
            <pc:sldMk cId="1520621255" sldId="263"/>
            <ac:inkMk id="134" creationId="{CA4D8A09-D05D-944B-6815-7A0888CC1F05}"/>
          </ac:inkMkLst>
        </pc:inkChg>
        <pc:inkChg chg="mod">
          <ac:chgData name="Kaushala Fonseka" userId="aac8bd9e-7d4c-411e-9ee2-8d8518b0f1ce" providerId="ADAL" clId="{7A04CBD5-293A-4B8F-B66C-B477E7A32D98}" dt="2026-08-01T16:33:29.014" v="26"/>
          <ac:inkMkLst>
            <pc:docMk/>
            <pc:sldMk cId="1520621255" sldId="263"/>
            <ac:inkMk id="137" creationId="{777D09A2-202C-A735-B7CD-622E388F9D5C}"/>
          </ac:inkMkLst>
        </pc:inkChg>
        <pc:inkChg chg="mod">
          <ac:chgData name="Kaushala Fonseka" userId="aac8bd9e-7d4c-411e-9ee2-8d8518b0f1ce" providerId="ADAL" clId="{7A04CBD5-293A-4B8F-B66C-B477E7A32D98}" dt="2026-08-01T16:33:29.014" v="26"/>
          <ac:inkMkLst>
            <pc:docMk/>
            <pc:sldMk cId="1520621255" sldId="263"/>
            <ac:inkMk id="141" creationId="{321824D2-396F-CFCB-4621-51143D636FCA}"/>
          </ac:inkMkLst>
        </pc:inkChg>
        <pc:inkChg chg="mod">
          <ac:chgData name="Kaushala Fonseka" userId="aac8bd9e-7d4c-411e-9ee2-8d8518b0f1ce" providerId="ADAL" clId="{7A04CBD5-293A-4B8F-B66C-B477E7A32D98}" dt="2026-08-01T16:33:57.616" v="30"/>
          <ac:inkMkLst>
            <pc:docMk/>
            <pc:sldMk cId="1520621255" sldId="263"/>
            <ac:inkMk id="145" creationId="{0E5E75D8-CD48-BC9C-5379-B26B1E5B176C}"/>
          </ac:inkMkLst>
        </pc:inkChg>
        <pc:inkChg chg="mod">
          <ac:chgData name="Kaushala Fonseka" userId="aac8bd9e-7d4c-411e-9ee2-8d8518b0f1ce" providerId="ADAL" clId="{7A04CBD5-293A-4B8F-B66C-B477E7A32D98}" dt="2026-08-01T16:33:57.616" v="30"/>
          <ac:inkMkLst>
            <pc:docMk/>
            <pc:sldMk cId="1520621255" sldId="263"/>
            <ac:inkMk id="146" creationId="{9C7682E9-E1C6-4370-E267-7A9A8C0CAF45}"/>
          </ac:inkMkLst>
        </pc:inkChg>
        <pc:inkChg chg="mod">
          <ac:chgData name="Kaushala Fonseka" userId="aac8bd9e-7d4c-411e-9ee2-8d8518b0f1ce" providerId="ADAL" clId="{7A04CBD5-293A-4B8F-B66C-B477E7A32D98}" dt="2026-08-01T16:33:45.686" v="27"/>
          <ac:inkMkLst>
            <pc:docMk/>
            <pc:sldMk cId="1520621255" sldId="263"/>
            <ac:inkMk id="147" creationId="{296E0327-549B-57A2-F4CC-DAB28C2E8C9E}"/>
          </ac:inkMkLst>
        </pc:inkChg>
        <pc:inkChg chg="mod">
          <ac:chgData name="Kaushala Fonseka" userId="aac8bd9e-7d4c-411e-9ee2-8d8518b0f1ce" providerId="ADAL" clId="{7A04CBD5-293A-4B8F-B66C-B477E7A32D98}" dt="2026-08-01T16:33:51.150" v="28"/>
          <ac:inkMkLst>
            <pc:docMk/>
            <pc:sldMk cId="1520621255" sldId="263"/>
            <ac:inkMk id="148" creationId="{F0460DA5-F02A-3A8B-86CD-80A844B01BF0}"/>
          </ac:inkMkLst>
        </pc:inkChg>
        <pc:inkChg chg="mod">
          <ac:chgData name="Kaushala Fonseka" userId="aac8bd9e-7d4c-411e-9ee2-8d8518b0f1ce" providerId="ADAL" clId="{7A04CBD5-293A-4B8F-B66C-B477E7A32D98}" dt="2026-08-01T16:33:51.150" v="28"/>
          <ac:inkMkLst>
            <pc:docMk/>
            <pc:sldMk cId="1520621255" sldId="263"/>
            <ac:inkMk id="149" creationId="{B5A71631-F17B-990A-3569-F13931EA3BAF}"/>
          </ac:inkMkLst>
        </pc:inkChg>
        <pc:inkChg chg="mod">
          <ac:chgData name="Kaushala Fonseka" userId="aac8bd9e-7d4c-411e-9ee2-8d8518b0f1ce" providerId="ADAL" clId="{7A04CBD5-293A-4B8F-B66C-B477E7A32D98}" dt="2026-08-01T16:33:45.686" v="27"/>
          <ac:inkMkLst>
            <pc:docMk/>
            <pc:sldMk cId="1520621255" sldId="263"/>
            <ac:inkMk id="150" creationId="{70D4609E-A8E2-DB49-8A6D-8141B5FE477F}"/>
          </ac:inkMkLst>
        </pc:inkChg>
        <pc:inkChg chg="mod">
          <ac:chgData name="Kaushala Fonseka" userId="aac8bd9e-7d4c-411e-9ee2-8d8518b0f1ce" providerId="ADAL" clId="{7A04CBD5-293A-4B8F-B66C-B477E7A32D98}" dt="2026-08-01T16:33:51.150" v="28"/>
          <ac:inkMkLst>
            <pc:docMk/>
            <pc:sldMk cId="1520621255" sldId="263"/>
            <ac:inkMk id="151" creationId="{43AE8AD9-0C2C-C004-48B6-19D1593F21DF}"/>
          </ac:inkMkLst>
        </pc:inkChg>
        <pc:inkChg chg="mod">
          <ac:chgData name="Kaushala Fonseka" userId="aac8bd9e-7d4c-411e-9ee2-8d8518b0f1ce" providerId="ADAL" clId="{7A04CBD5-293A-4B8F-B66C-B477E7A32D98}" dt="2026-08-01T16:33:51.150" v="28"/>
          <ac:inkMkLst>
            <pc:docMk/>
            <pc:sldMk cId="1520621255" sldId="263"/>
            <ac:inkMk id="153" creationId="{B6C10C0A-CB60-615A-D37B-31AC3D988A93}"/>
          </ac:inkMkLst>
        </pc:inkChg>
        <pc:inkChg chg="mod">
          <ac:chgData name="Kaushala Fonseka" userId="aac8bd9e-7d4c-411e-9ee2-8d8518b0f1ce" providerId="ADAL" clId="{7A04CBD5-293A-4B8F-B66C-B477E7A32D98}" dt="2026-08-01T16:33:57.616" v="30"/>
          <ac:inkMkLst>
            <pc:docMk/>
            <pc:sldMk cId="1520621255" sldId="263"/>
            <ac:inkMk id="154" creationId="{BEAA7580-7721-5A58-D96A-38D400C2C155}"/>
          </ac:inkMkLst>
        </pc:inkChg>
        <pc:inkChg chg="mod">
          <ac:chgData name="Kaushala Fonseka" userId="aac8bd9e-7d4c-411e-9ee2-8d8518b0f1ce" providerId="ADAL" clId="{7A04CBD5-293A-4B8F-B66C-B477E7A32D98}" dt="2026-08-01T16:33:57.616" v="30"/>
          <ac:inkMkLst>
            <pc:docMk/>
            <pc:sldMk cId="1520621255" sldId="263"/>
            <ac:inkMk id="155" creationId="{80BD500E-E584-A585-D806-06D2C5349D15}"/>
          </ac:inkMkLst>
        </pc:inkChg>
        <pc:inkChg chg="mod">
          <ac:chgData name="Kaushala Fonseka" userId="aac8bd9e-7d4c-411e-9ee2-8d8518b0f1ce" providerId="ADAL" clId="{7A04CBD5-293A-4B8F-B66C-B477E7A32D98}" dt="2026-08-01T16:33:51.150" v="28"/>
          <ac:inkMkLst>
            <pc:docMk/>
            <pc:sldMk cId="1520621255" sldId="263"/>
            <ac:inkMk id="157" creationId="{B4FFD6CC-7581-6012-8C7F-7B3627DF3291}"/>
          </ac:inkMkLst>
        </pc:inkChg>
        <pc:inkChg chg="mod">
          <ac:chgData name="Kaushala Fonseka" userId="aac8bd9e-7d4c-411e-9ee2-8d8518b0f1ce" providerId="ADAL" clId="{7A04CBD5-293A-4B8F-B66C-B477E7A32D98}" dt="2026-08-01T16:33:57.616" v="30"/>
          <ac:inkMkLst>
            <pc:docMk/>
            <pc:sldMk cId="1520621255" sldId="263"/>
            <ac:inkMk id="159" creationId="{2E04703E-299A-3AB9-5371-33E16CEA8D94}"/>
          </ac:inkMkLst>
        </pc:inkChg>
        <pc:inkChg chg="mod">
          <ac:chgData name="Kaushala Fonseka" userId="aac8bd9e-7d4c-411e-9ee2-8d8518b0f1ce" providerId="ADAL" clId="{7A04CBD5-293A-4B8F-B66C-B477E7A32D98}" dt="2026-08-01T16:33:57.616" v="30"/>
          <ac:inkMkLst>
            <pc:docMk/>
            <pc:sldMk cId="1520621255" sldId="263"/>
            <ac:inkMk id="163" creationId="{9B3DF716-6347-DC6D-FC0D-33FD8C0C7C37}"/>
          </ac:inkMkLst>
        </pc:inkChg>
        <pc:inkChg chg="mod">
          <ac:chgData name="Kaushala Fonseka" userId="aac8bd9e-7d4c-411e-9ee2-8d8518b0f1ce" providerId="ADAL" clId="{7A04CBD5-293A-4B8F-B66C-B477E7A32D98}" dt="2026-08-01T16:33:57.616" v="30"/>
          <ac:inkMkLst>
            <pc:docMk/>
            <pc:sldMk cId="1520621255" sldId="263"/>
            <ac:inkMk id="164" creationId="{63434A4E-7E40-986D-FCF7-717F5D28DB26}"/>
          </ac:inkMkLst>
        </pc:inkChg>
        <pc:inkChg chg="mod">
          <ac:chgData name="Kaushala Fonseka" userId="aac8bd9e-7d4c-411e-9ee2-8d8518b0f1ce" providerId="ADAL" clId="{7A04CBD5-293A-4B8F-B66C-B477E7A32D98}" dt="2026-08-01T16:33:54.966" v="29"/>
          <ac:inkMkLst>
            <pc:docMk/>
            <pc:sldMk cId="1520621255" sldId="263"/>
            <ac:inkMk id="165" creationId="{87CB67E2-9831-29F6-3F00-43D0E6D5008D}"/>
          </ac:inkMkLst>
        </pc:inkChg>
        <pc:inkChg chg="mod">
          <ac:chgData name="Kaushala Fonseka" userId="aac8bd9e-7d4c-411e-9ee2-8d8518b0f1ce" providerId="ADAL" clId="{7A04CBD5-293A-4B8F-B66C-B477E7A32D98}" dt="2026-08-01T16:33:57.616" v="30"/>
          <ac:inkMkLst>
            <pc:docMk/>
            <pc:sldMk cId="1520621255" sldId="263"/>
            <ac:inkMk id="168" creationId="{3E31E17C-1BE9-2CFE-D05C-CF3F213393D6}"/>
          </ac:inkMkLst>
        </pc:inkChg>
        <pc:inkChg chg="mod">
          <ac:chgData name="Kaushala Fonseka" userId="aac8bd9e-7d4c-411e-9ee2-8d8518b0f1ce" providerId="ADAL" clId="{7A04CBD5-293A-4B8F-B66C-B477E7A32D98}" dt="2026-08-01T16:34:10.807" v="31"/>
          <ac:inkMkLst>
            <pc:docMk/>
            <pc:sldMk cId="1520621255" sldId="263"/>
            <ac:inkMk id="175" creationId="{FA26FF4A-B729-8DD1-C56E-FB039F2394F8}"/>
          </ac:inkMkLst>
        </pc:inkChg>
        <pc:inkChg chg="mod">
          <ac:chgData name="Kaushala Fonseka" userId="aac8bd9e-7d4c-411e-9ee2-8d8518b0f1ce" providerId="ADAL" clId="{7A04CBD5-293A-4B8F-B66C-B477E7A32D98}" dt="2026-08-01T16:34:10.807" v="31"/>
          <ac:inkMkLst>
            <pc:docMk/>
            <pc:sldMk cId="1520621255" sldId="263"/>
            <ac:inkMk id="181" creationId="{ACD7C6CF-7E90-4FB7-2E64-CC614CCD609E}"/>
          </ac:inkMkLst>
        </pc:inkChg>
        <pc:inkChg chg="mod">
          <ac:chgData name="Kaushala Fonseka" userId="aac8bd9e-7d4c-411e-9ee2-8d8518b0f1ce" providerId="ADAL" clId="{7A04CBD5-293A-4B8F-B66C-B477E7A32D98}" dt="2026-08-01T16:34:10.807" v="31"/>
          <ac:inkMkLst>
            <pc:docMk/>
            <pc:sldMk cId="1520621255" sldId="263"/>
            <ac:inkMk id="183" creationId="{59A75B55-A265-04D2-801B-BB14521E002D}"/>
          </ac:inkMkLst>
        </pc:inkChg>
        <pc:inkChg chg="mod">
          <ac:chgData name="Kaushala Fonseka" userId="aac8bd9e-7d4c-411e-9ee2-8d8518b0f1ce" providerId="ADAL" clId="{7A04CBD5-293A-4B8F-B66C-B477E7A32D98}" dt="2026-08-01T16:34:10.807" v="31"/>
          <ac:inkMkLst>
            <pc:docMk/>
            <pc:sldMk cId="1520621255" sldId="263"/>
            <ac:inkMk id="186" creationId="{B5638B83-41F0-F5D6-67AE-C7EBAD05A7EC}"/>
          </ac:inkMkLst>
        </pc:inkChg>
        <pc:inkChg chg="mod">
          <ac:chgData name="Kaushala Fonseka" userId="aac8bd9e-7d4c-411e-9ee2-8d8518b0f1ce" providerId="ADAL" clId="{7A04CBD5-293A-4B8F-B66C-B477E7A32D98}" dt="2026-08-01T16:34:14.770" v="32"/>
          <ac:inkMkLst>
            <pc:docMk/>
            <pc:sldMk cId="1520621255" sldId="263"/>
            <ac:inkMk id="189" creationId="{5BAEE14B-E214-CC7B-DA3E-BFC75A084262}"/>
          </ac:inkMkLst>
        </pc:inkChg>
        <pc:inkChg chg="mod">
          <ac:chgData name="Kaushala Fonseka" userId="aac8bd9e-7d4c-411e-9ee2-8d8518b0f1ce" providerId="ADAL" clId="{7A04CBD5-293A-4B8F-B66C-B477E7A32D98}" dt="2026-08-01T16:34:14.770" v="32"/>
          <ac:inkMkLst>
            <pc:docMk/>
            <pc:sldMk cId="1520621255" sldId="263"/>
            <ac:inkMk id="190" creationId="{E83A399B-51B1-9CAA-9C6E-1D06F786DEC4}"/>
          </ac:inkMkLst>
        </pc:inkChg>
        <pc:inkChg chg="mod">
          <ac:chgData name="Kaushala Fonseka" userId="aac8bd9e-7d4c-411e-9ee2-8d8518b0f1ce" providerId="ADAL" clId="{7A04CBD5-293A-4B8F-B66C-B477E7A32D98}" dt="2026-08-01T16:34:14.770" v="32"/>
          <ac:inkMkLst>
            <pc:docMk/>
            <pc:sldMk cId="1520621255" sldId="263"/>
            <ac:inkMk id="191" creationId="{07FD3F79-0765-6663-D865-5D1416E97AF6}"/>
          </ac:inkMkLst>
        </pc:inkChg>
        <pc:inkChg chg="mod">
          <ac:chgData name="Kaushala Fonseka" userId="aac8bd9e-7d4c-411e-9ee2-8d8518b0f1ce" providerId="ADAL" clId="{7A04CBD5-293A-4B8F-B66C-B477E7A32D98}" dt="2026-08-01T16:34:14.770" v="32"/>
          <ac:inkMkLst>
            <pc:docMk/>
            <pc:sldMk cId="1520621255" sldId="263"/>
            <ac:inkMk id="192" creationId="{7BD49719-0CC0-0408-FDEB-B11948D0267F}"/>
          </ac:inkMkLst>
        </pc:inkChg>
      </pc:sldChg>
      <pc:sldChg chg="addSp modSp">
        <pc:chgData name="Kaushala Fonseka" userId="aac8bd9e-7d4c-411e-9ee2-8d8518b0f1ce" providerId="ADAL" clId="{7A04CBD5-293A-4B8F-B66C-B477E7A32D98}" dt="2026-08-01T16:38:51.540" v="35"/>
        <pc:sldMkLst>
          <pc:docMk/>
          <pc:sldMk cId="1116390830" sldId="264"/>
        </pc:sldMkLst>
        <pc:spChg chg="add mod">
          <ac:chgData name="Kaushala Fonseka" userId="aac8bd9e-7d4c-411e-9ee2-8d8518b0f1ce" providerId="ADAL" clId="{7A04CBD5-293A-4B8F-B66C-B477E7A32D98}" dt="2026-08-01T16:38:16.692" v="34" actId="767"/>
          <ac:spMkLst>
            <pc:docMk/>
            <pc:sldMk cId="1116390830" sldId="264"/>
            <ac:spMk id="5" creationId="{796C817B-99E1-15AD-7C03-54F6328BA199}"/>
          </ac:spMkLst>
        </pc:spChg>
        <pc:grpChg chg="mod">
          <ac:chgData name="Kaushala Fonseka" userId="aac8bd9e-7d4c-411e-9ee2-8d8518b0f1ce" providerId="ADAL" clId="{7A04CBD5-293A-4B8F-B66C-B477E7A32D98}" dt="2026-08-01T16:38:51.540" v="35"/>
          <ac:grpSpMkLst>
            <pc:docMk/>
            <pc:sldMk cId="1116390830" sldId="264"/>
            <ac:grpSpMk id="8" creationId="{91CA6975-CDC7-6814-7BB2-60AF6B04D54F}"/>
          </ac:grpSpMkLst>
        </pc:grpChg>
        <pc:inkChg chg="mod">
          <ac:chgData name="Kaushala Fonseka" userId="aac8bd9e-7d4c-411e-9ee2-8d8518b0f1ce" providerId="ADAL" clId="{7A04CBD5-293A-4B8F-B66C-B477E7A32D98}" dt="2026-08-01T16:38:51.540" v="35"/>
          <ac:inkMkLst>
            <pc:docMk/>
            <pc:sldMk cId="1116390830" sldId="264"/>
            <ac:inkMk id="6" creationId="{74D35AF8-91C0-2705-3A51-FFEA295F76C7}"/>
          </ac:inkMkLst>
        </pc:inkChg>
        <pc:inkChg chg="mod">
          <ac:chgData name="Kaushala Fonseka" userId="aac8bd9e-7d4c-411e-9ee2-8d8518b0f1ce" providerId="ADAL" clId="{7A04CBD5-293A-4B8F-B66C-B477E7A32D98}" dt="2026-08-01T16:38:51.540" v="35"/>
          <ac:inkMkLst>
            <pc:docMk/>
            <pc:sldMk cId="1116390830" sldId="264"/>
            <ac:inkMk id="7" creationId="{65C55881-0129-EC22-8C42-5733FA5CAB90}"/>
          </ac:inkMkLst>
        </pc:inkChg>
      </pc:sldChg>
      <pc:sldChg chg="addSp delSp modSp">
        <pc:chgData name="Kaushala Fonseka" userId="aac8bd9e-7d4c-411e-9ee2-8d8518b0f1ce" providerId="ADAL" clId="{7A04CBD5-293A-4B8F-B66C-B477E7A32D98}" dt="2026-08-01T17:16:06.843" v="46"/>
        <pc:sldMkLst>
          <pc:docMk/>
          <pc:sldMk cId="902531540" sldId="265"/>
        </pc:sldMkLst>
        <pc:spChg chg="add mod">
          <ac:chgData name="Kaushala Fonseka" userId="aac8bd9e-7d4c-411e-9ee2-8d8518b0f1ce" providerId="ADAL" clId="{7A04CBD5-293A-4B8F-B66C-B477E7A32D98}" dt="2026-08-01T16:39:58.620" v="37"/>
          <ac:spMkLst>
            <pc:docMk/>
            <pc:sldMk cId="902531540" sldId="265"/>
            <ac:spMk id="5" creationId="{DCA3760A-21D8-4F19-F505-300CF16D9066}"/>
          </ac:spMkLst>
        </pc:spChg>
        <pc:spChg chg="add mod">
          <ac:chgData name="Kaushala Fonseka" userId="aac8bd9e-7d4c-411e-9ee2-8d8518b0f1ce" providerId="ADAL" clId="{7A04CBD5-293A-4B8F-B66C-B477E7A32D98}" dt="2026-08-01T16:41:41.060" v="39"/>
          <ac:spMkLst>
            <pc:docMk/>
            <pc:sldMk cId="902531540" sldId="265"/>
            <ac:spMk id="6" creationId="{114EE19C-000F-8512-FE69-7A5FEC366D79}"/>
          </ac:spMkLst>
        </pc:spChg>
        <pc:spChg chg="add mod">
          <ac:chgData name="Kaushala Fonseka" userId="aac8bd9e-7d4c-411e-9ee2-8d8518b0f1ce" providerId="ADAL" clId="{7A04CBD5-293A-4B8F-B66C-B477E7A32D98}" dt="2026-08-01T17:14:27.214" v="42"/>
          <ac:spMkLst>
            <pc:docMk/>
            <pc:sldMk cId="902531540" sldId="265"/>
            <ac:spMk id="7" creationId="{A2895AB2-40DC-224E-DC00-64B1D31035AF}"/>
          </ac:spMkLst>
        </pc:spChg>
        <pc:grpChg chg="del mod">
          <ac:chgData name="Kaushala Fonseka" userId="aac8bd9e-7d4c-411e-9ee2-8d8518b0f1ce" providerId="ADAL" clId="{7A04CBD5-293A-4B8F-B66C-B477E7A32D98}" dt="2026-08-01T17:16:05.425" v="45"/>
          <ac:grpSpMkLst>
            <pc:docMk/>
            <pc:sldMk cId="902531540" sldId="265"/>
            <ac:grpSpMk id="13" creationId="{6B329646-8267-43BA-CAC6-859F4872331D}"/>
          </ac:grpSpMkLst>
        </pc:grpChg>
        <pc:grpChg chg="del mod">
          <ac:chgData name="Kaushala Fonseka" userId="aac8bd9e-7d4c-411e-9ee2-8d8518b0f1ce" providerId="ADAL" clId="{7A04CBD5-293A-4B8F-B66C-B477E7A32D98}" dt="2026-08-01T17:16:05.425" v="45"/>
          <ac:grpSpMkLst>
            <pc:docMk/>
            <pc:sldMk cId="902531540" sldId="265"/>
            <ac:grpSpMk id="14" creationId="{95AEBA6B-05F1-4818-F750-371E09F86825}"/>
          </ac:grpSpMkLst>
        </pc:grpChg>
        <pc:grpChg chg="del mod">
          <ac:chgData name="Kaushala Fonseka" userId="aac8bd9e-7d4c-411e-9ee2-8d8518b0f1ce" providerId="ADAL" clId="{7A04CBD5-293A-4B8F-B66C-B477E7A32D98}" dt="2026-08-01T17:16:06.843" v="46"/>
          <ac:grpSpMkLst>
            <pc:docMk/>
            <pc:sldMk cId="902531540" sldId="265"/>
            <ac:grpSpMk id="17" creationId="{8223B50E-67A8-DA29-7415-0A7BAB253344}"/>
          </ac:grpSpMkLst>
        </pc:grpChg>
        <pc:grpChg chg="mod">
          <ac:chgData name="Kaushala Fonseka" userId="aac8bd9e-7d4c-411e-9ee2-8d8518b0f1ce" providerId="ADAL" clId="{7A04CBD5-293A-4B8F-B66C-B477E7A32D98}" dt="2026-08-01T17:16:05.425" v="45"/>
          <ac:grpSpMkLst>
            <pc:docMk/>
            <pc:sldMk cId="902531540" sldId="265"/>
            <ac:grpSpMk id="20" creationId="{7E33F611-35A4-81C7-A592-D88EEE63461F}"/>
          </ac:grpSpMkLst>
        </pc:grpChg>
        <pc:grpChg chg="mod">
          <ac:chgData name="Kaushala Fonseka" userId="aac8bd9e-7d4c-411e-9ee2-8d8518b0f1ce" providerId="ADAL" clId="{7A04CBD5-293A-4B8F-B66C-B477E7A32D98}" dt="2026-08-01T17:16:05.425" v="45"/>
          <ac:grpSpMkLst>
            <pc:docMk/>
            <pc:sldMk cId="902531540" sldId="265"/>
            <ac:grpSpMk id="21" creationId="{964BAAE6-E3AB-145D-3586-13BC7C2E305B}"/>
          </ac:grpSpMkLst>
        </pc:grpChg>
        <pc:grpChg chg="mod">
          <ac:chgData name="Kaushala Fonseka" userId="aac8bd9e-7d4c-411e-9ee2-8d8518b0f1ce" providerId="ADAL" clId="{7A04CBD5-293A-4B8F-B66C-B477E7A32D98}" dt="2026-08-01T17:16:06.843" v="46"/>
          <ac:grpSpMkLst>
            <pc:docMk/>
            <pc:sldMk cId="902531540" sldId="265"/>
            <ac:grpSpMk id="23" creationId="{90B436FC-F687-0956-C151-40FD17A74A7D}"/>
          </ac:grpSpMkLst>
        </pc:grpChg>
        <pc:inkChg chg="mod">
          <ac:chgData name="Kaushala Fonseka" userId="aac8bd9e-7d4c-411e-9ee2-8d8518b0f1ce" providerId="ADAL" clId="{7A04CBD5-293A-4B8F-B66C-B477E7A32D98}" dt="2026-08-01T17:16:05.425" v="45"/>
          <ac:inkMkLst>
            <pc:docMk/>
            <pc:sldMk cId="902531540" sldId="265"/>
            <ac:inkMk id="8" creationId="{58AA23CD-5F3A-C691-4AED-75CFD439090F}"/>
          </ac:inkMkLst>
        </pc:inkChg>
        <pc:inkChg chg="mod">
          <ac:chgData name="Kaushala Fonseka" userId="aac8bd9e-7d4c-411e-9ee2-8d8518b0f1ce" providerId="ADAL" clId="{7A04CBD5-293A-4B8F-B66C-B477E7A32D98}" dt="2026-08-01T17:16:05.425" v="45"/>
          <ac:inkMkLst>
            <pc:docMk/>
            <pc:sldMk cId="902531540" sldId="265"/>
            <ac:inkMk id="10" creationId="{ECD9D53C-425A-1612-4520-B289799B3C5B}"/>
          </ac:inkMkLst>
        </pc:inkChg>
        <pc:inkChg chg="mod">
          <ac:chgData name="Kaushala Fonseka" userId="aac8bd9e-7d4c-411e-9ee2-8d8518b0f1ce" providerId="ADAL" clId="{7A04CBD5-293A-4B8F-B66C-B477E7A32D98}" dt="2026-08-01T17:16:05.425" v="45"/>
          <ac:inkMkLst>
            <pc:docMk/>
            <pc:sldMk cId="902531540" sldId="265"/>
            <ac:inkMk id="11" creationId="{274F4CA0-0E26-B2B6-66EC-D8E3080D10D2}"/>
          </ac:inkMkLst>
        </pc:inkChg>
        <pc:inkChg chg="mod">
          <ac:chgData name="Kaushala Fonseka" userId="aac8bd9e-7d4c-411e-9ee2-8d8518b0f1ce" providerId="ADAL" clId="{7A04CBD5-293A-4B8F-B66C-B477E7A32D98}" dt="2026-08-01T17:16:05.425" v="45"/>
          <ac:inkMkLst>
            <pc:docMk/>
            <pc:sldMk cId="902531540" sldId="265"/>
            <ac:inkMk id="12" creationId="{5F80C623-B3D2-1C80-AC19-B27586A647CE}"/>
          </ac:inkMkLst>
        </pc:inkChg>
        <pc:inkChg chg="mod">
          <ac:chgData name="Kaushala Fonseka" userId="aac8bd9e-7d4c-411e-9ee2-8d8518b0f1ce" providerId="ADAL" clId="{7A04CBD5-293A-4B8F-B66C-B477E7A32D98}" dt="2026-08-01T17:16:06.843" v="46"/>
          <ac:inkMkLst>
            <pc:docMk/>
            <pc:sldMk cId="902531540" sldId="265"/>
            <ac:inkMk id="15" creationId="{83505ACD-5512-CE33-1B96-AD6A5A55A3C2}"/>
          </ac:inkMkLst>
        </pc:inkChg>
        <pc:inkChg chg="mod">
          <ac:chgData name="Kaushala Fonseka" userId="aac8bd9e-7d4c-411e-9ee2-8d8518b0f1ce" providerId="ADAL" clId="{7A04CBD5-293A-4B8F-B66C-B477E7A32D98}" dt="2026-08-01T17:16:06.843" v="46"/>
          <ac:inkMkLst>
            <pc:docMk/>
            <pc:sldMk cId="902531540" sldId="265"/>
            <ac:inkMk id="16" creationId="{A5A47933-C1DB-174F-F125-836EC1B9E93A}"/>
          </ac:inkMkLst>
        </pc:inkChg>
        <pc:inkChg chg="mod">
          <ac:chgData name="Kaushala Fonseka" userId="aac8bd9e-7d4c-411e-9ee2-8d8518b0f1ce" providerId="ADAL" clId="{7A04CBD5-293A-4B8F-B66C-B477E7A32D98}" dt="2026-08-01T17:16:05.425" v="45"/>
          <ac:inkMkLst>
            <pc:docMk/>
            <pc:sldMk cId="902531540" sldId="265"/>
            <ac:inkMk id="18" creationId="{B9B60230-B398-E12E-FC78-C6B4C9AE66E7}"/>
          </ac:inkMkLst>
        </pc:inkChg>
        <pc:inkChg chg="mod">
          <ac:chgData name="Kaushala Fonseka" userId="aac8bd9e-7d4c-411e-9ee2-8d8518b0f1ce" providerId="ADAL" clId="{7A04CBD5-293A-4B8F-B66C-B477E7A32D98}" dt="2026-08-01T17:16:05.425" v="45"/>
          <ac:inkMkLst>
            <pc:docMk/>
            <pc:sldMk cId="902531540" sldId="265"/>
            <ac:inkMk id="19" creationId="{72FFD0D2-C34C-2ADD-4275-DD1DFD1E4880}"/>
          </ac:inkMkLst>
        </pc:inkChg>
        <pc:inkChg chg="mod">
          <ac:chgData name="Kaushala Fonseka" userId="aac8bd9e-7d4c-411e-9ee2-8d8518b0f1ce" providerId="ADAL" clId="{7A04CBD5-293A-4B8F-B66C-B477E7A32D98}" dt="2026-08-01T17:16:06.843" v="46"/>
          <ac:inkMkLst>
            <pc:docMk/>
            <pc:sldMk cId="902531540" sldId="265"/>
            <ac:inkMk id="22" creationId="{A7F6E1C4-996F-3DF3-E11F-C7B6B8E42E42}"/>
          </ac:inkMkLst>
        </pc:inkChg>
      </pc:sldChg>
      <pc:sldChg chg="addSp modSp">
        <pc:chgData name="Kaushala Fonseka" userId="aac8bd9e-7d4c-411e-9ee2-8d8518b0f1ce" providerId="ADAL" clId="{7A04CBD5-293A-4B8F-B66C-B477E7A32D98}" dt="2026-08-01T18:10:05.647" v="55"/>
        <pc:sldMkLst>
          <pc:docMk/>
          <pc:sldMk cId="113784053" sldId="266"/>
        </pc:sldMkLst>
        <pc:spChg chg="add mod">
          <ac:chgData name="Kaushala Fonseka" userId="aac8bd9e-7d4c-411e-9ee2-8d8518b0f1ce" providerId="ADAL" clId="{7A04CBD5-293A-4B8F-B66C-B477E7A32D98}" dt="2026-08-01T18:10:05.647" v="55"/>
          <ac:spMkLst>
            <pc:docMk/>
            <pc:sldMk cId="113784053" sldId="266"/>
            <ac:spMk id="4" creationId="{3F14F92E-5634-2D93-A98A-30EF16C9E470}"/>
          </ac:spMkLst>
        </pc:spChg>
      </pc:sldChg>
      <pc:sldChg chg="addSp delSp modSp">
        <pc:chgData name="Kaushala Fonseka" userId="aac8bd9e-7d4c-411e-9ee2-8d8518b0f1ce" providerId="ADAL" clId="{7A04CBD5-293A-4B8F-B66C-B477E7A32D98}" dt="2026-08-01T18:44:43.327" v="62"/>
        <pc:sldMkLst>
          <pc:docMk/>
          <pc:sldMk cId="2940129040" sldId="267"/>
        </pc:sldMkLst>
        <pc:spChg chg="add mod">
          <ac:chgData name="Kaushala Fonseka" userId="aac8bd9e-7d4c-411e-9ee2-8d8518b0f1ce" providerId="ADAL" clId="{7A04CBD5-293A-4B8F-B66C-B477E7A32D98}" dt="2026-08-01T18:43:28.392" v="59"/>
          <ac:spMkLst>
            <pc:docMk/>
            <pc:sldMk cId="2940129040" sldId="267"/>
            <ac:spMk id="4" creationId="{5350DCC6-0B9A-E7E9-37C7-57BDDC3C7A8A}"/>
          </ac:spMkLst>
        </pc:spChg>
        <pc:grpChg chg="del mod">
          <ac:chgData name="Kaushala Fonseka" userId="aac8bd9e-7d4c-411e-9ee2-8d8518b0f1ce" providerId="ADAL" clId="{7A04CBD5-293A-4B8F-B66C-B477E7A32D98}" dt="2026-08-01T18:44:07.382" v="61"/>
          <ac:grpSpMkLst>
            <pc:docMk/>
            <pc:sldMk cId="2940129040" sldId="267"/>
            <ac:grpSpMk id="12" creationId="{1BE354C4-C1B1-9852-7C49-A7307B2E57DA}"/>
          </ac:grpSpMkLst>
        </pc:grpChg>
        <pc:grpChg chg="mod">
          <ac:chgData name="Kaushala Fonseka" userId="aac8bd9e-7d4c-411e-9ee2-8d8518b0f1ce" providerId="ADAL" clId="{7A04CBD5-293A-4B8F-B66C-B477E7A32D98}" dt="2026-08-01T18:44:07.382" v="61"/>
          <ac:grpSpMkLst>
            <pc:docMk/>
            <pc:sldMk cId="2940129040" sldId="267"/>
            <ac:grpSpMk id="15" creationId="{E303D381-1583-001B-C339-09965CD582BB}"/>
          </ac:grpSpMkLst>
        </pc:grpChg>
        <pc:grpChg chg="mod">
          <ac:chgData name="Kaushala Fonseka" userId="aac8bd9e-7d4c-411e-9ee2-8d8518b0f1ce" providerId="ADAL" clId="{7A04CBD5-293A-4B8F-B66C-B477E7A32D98}" dt="2026-08-01T18:44:43.327" v="62"/>
          <ac:grpSpMkLst>
            <pc:docMk/>
            <pc:sldMk cId="2940129040" sldId="267"/>
            <ac:grpSpMk id="19" creationId="{D7445C7E-0175-954A-2D14-F43A0C932458}"/>
          </ac:grpSpMkLst>
        </pc:grpChg>
        <pc:inkChg chg="mod">
          <ac:chgData name="Kaushala Fonseka" userId="aac8bd9e-7d4c-411e-9ee2-8d8518b0f1ce" providerId="ADAL" clId="{7A04CBD5-293A-4B8F-B66C-B477E7A32D98}" dt="2026-08-01T18:44:07.382" v="61"/>
          <ac:inkMkLst>
            <pc:docMk/>
            <pc:sldMk cId="2940129040" sldId="267"/>
            <ac:inkMk id="10" creationId="{B0AFA38F-00C9-1DFE-CF17-EB398FFBF102}"/>
          </ac:inkMkLst>
        </pc:inkChg>
        <pc:inkChg chg="mod">
          <ac:chgData name="Kaushala Fonseka" userId="aac8bd9e-7d4c-411e-9ee2-8d8518b0f1ce" providerId="ADAL" clId="{7A04CBD5-293A-4B8F-B66C-B477E7A32D98}" dt="2026-08-01T18:44:07.382" v="61"/>
          <ac:inkMkLst>
            <pc:docMk/>
            <pc:sldMk cId="2940129040" sldId="267"/>
            <ac:inkMk id="11" creationId="{07F3ABFD-9B65-50D4-D617-23A2289C8E77}"/>
          </ac:inkMkLst>
        </pc:inkChg>
        <pc:inkChg chg="mod">
          <ac:chgData name="Kaushala Fonseka" userId="aac8bd9e-7d4c-411e-9ee2-8d8518b0f1ce" providerId="ADAL" clId="{7A04CBD5-293A-4B8F-B66C-B477E7A32D98}" dt="2026-08-01T18:44:07.382" v="61"/>
          <ac:inkMkLst>
            <pc:docMk/>
            <pc:sldMk cId="2940129040" sldId="267"/>
            <ac:inkMk id="13" creationId="{4B8AE968-AAC4-A5E6-3CA8-C2E1C6DF99B4}"/>
          </ac:inkMkLst>
        </pc:inkChg>
        <pc:inkChg chg="mod">
          <ac:chgData name="Kaushala Fonseka" userId="aac8bd9e-7d4c-411e-9ee2-8d8518b0f1ce" providerId="ADAL" clId="{7A04CBD5-293A-4B8F-B66C-B477E7A32D98}" dt="2026-08-01T18:44:07.382" v="61"/>
          <ac:inkMkLst>
            <pc:docMk/>
            <pc:sldMk cId="2940129040" sldId="267"/>
            <ac:inkMk id="14" creationId="{C19DF464-5B34-9603-7067-4BB453057A97}"/>
          </ac:inkMkLst>
        </pc:inkChg>
        <pc:inkChg chg="mod">
          <ac:chgData name="Kaushala Fonseka" userId="aac8bd9e-7d4c-411e-9ee2-8d8518b0f1ce" providerId="ADAL" clId="{7A04CBD5-293A-4B8F-B66C-B477E7A32D98}" dt="2026-08-01T18:44:43.327" v="62"/>
          <ac:inkMkLst>
            <pc:docMk/>
            <pc:sldMk cId="2940129040" sldId="267"/>
            <ac:inkMk id="17" creationId="{2CD0132F-4BD5-729E-ECDC-0D712C1080A4}"/>
          </ac:inkMkLst>
        </pc:inkChg>
        <pc:inkChg chg="mod">
          <ac:chgData name="Kaushala Fonseka" userId="aac8bd9e-7d4c-411e-9ee2-8d8518b0f1ce" providerId="ADAL" clId="{7A04CBD5-293A-4B8F-B66C-B477E7A32D98}" dt="2026-08-01T18:44:43.327" v="62"/>
          <ac:inkMkLst>
            <pc:docMk/>
            <pc:sldMk cId="2940129040" sldId="267"/>
            <ac:inkMk id="18" creationId="{EBD418C9-82E6-1B45-F02B-2D3B1E189441}"/>
          </ac:inkMkLst>
        </pc:inkChg>
      </pc:sldChg>
      <pc:sldChg chg="addSp modSp">
        <pc:chgData name="Kaushala Fonseka" userId="aac8bd9e-7d4c-411e-9ee2-8d8518b0f1ce" providerId="ADAL" clId="{7A04CBD5-293A-4B8F-B66C-B477E7A32D98}" dt="2026-08-01T18:58:48.704" v="64"/>
        <pc:sldMkLst>
          <pc:docMk/>
          <pc:sldMk cId="2621622669" sldId="268"/>
        </pc:sldMkLst>
        <pc:spChg chg="add mod">
          <ac:chgData name="Kaushala Fonseka" userId="aac8bd9e-7d4c-411e-9ee2-8d8518b0f1ce" providerId="ADAL" clId="{7A04CBD5-293A-4B8F-B66C-B477E7A32D98}" dt="2026-08-01T18:58:48.704" v="64"/>
          <ac:spMkLst>
            <pc:docMk/>
            <pc:sldMk cId="2621622669" sldId="268"/>
            <ac:spMk id="4" creationId="{1EAB508D-DA29-6EDA-20EB-DA335DA0ABB8}"/>
          </ac:spMkLst>
        </pc:spChg>
      </pc:sldChg>
      <pc:sldChg chg="addSp modSp">
        <pc:chgData name="Kaushala Fonseka" userId="aac8bd9e-7d4c-411e-9ee2-8d8518b0f1ce" providerId="ADAL" clId="{7A04CBD5-293A-4B8F-B66C-B477E7A32D98}" dt="2026-08-01T19:03:36.920" v="71"/>
        <pc:sldMkLst>
          <pc:docMk/>
          <pc:sldMk cId="977268337" sldId="271"/>
        </pc:sldMkLst>
        <pc:spChg chg="add mod">
          <ac:chgData name="Kaushala Fonseka" userId="aac8bd9e-7d4c-411e-9ee2-8d8518b0f1ce" providerId="ADAL" clId="{7A04CBD5-293A-4B8F-B66C-B477E7A32D98}" dt="2026-08-01T19:03:36.920" v="71"/>
          <ac:spMkLst>
            <pc:docMk/>
            <pc:sldMk cId="977268337" sldId="271"/>
            <ac:spMk id="4" creationId="{41D17D87-FE30-8DA9-59B6-A44093378BE7}"/>
          </ac:spMkLst>
        </pc:spChg>
      </pc:sldChg>
      <pc:sldChg chg="addSp modSp">
        <pc:chgData name="Kaushala Fonseka" userId="aac8bd9e-7d4c-411e-9ee2-8d8518b0f1ce" providerId="ADAL" clId="{7A04CBD5-293A-4B8F-B66C-B477E7A32D98}" dt="2026-08-01T19:02:22.282" v="69"/>
        <pc:sldMkLst>
          <pc:docMk/>
          <pc:sldMk cId="66485395" sldId="272"/>
        </pc:sldMkLst>
        <pc:spChg chg="add mod">
          <ac:chgData name="Kaushala Fonseka" userId="aac8bd9e-7d4c-411e-9ee2-8d8518b0f1ce" providerId="ADAL" clId="{7A04CBD5-293A-4B8F-B66C-B477E7A32D98}" dt="2026-08-01T19:02:22.282" v="69"/>
          <ac:spMkLst>
            <pc:docMk/>
            <pc:sldMk cId="66485395" sldId="272"/>
            <ac:spMk id="4" creationId="{47003B67-4D86-62D7-4700-8D9694BE785F}"/>
          </ac:spMkLst>
        </pc:spChg>
      </pc:sldChg>
      <pc:sldChg chg="addSp modSp">
        <pc:chgData name="Kaushala Fonseka" userId="aac8bd9e-7d4c-411e-9ee2-8d8518b0f1ce" providerId="ADAL" clId="{7A04CBD5-293A-4B8F-B66C-B477E7A32D98}" dt="2026-08-01T18:59:48.990" v="66"/>
        <pc:sldMkLst>
          <pc:docMk/>
          <pc:sldMk cId="3337587823" sldId="273"/>
        </pc:sldMkLst>
        <pc:spChg chg="add mod">
          <ac:chgData name="Kaushala Fonseka" userId="aac8bd9e-7d4c-411e-9ee2-8d8518b0f1ce" providerId="ADAL" clId="{7A04CBD5-293A-4B8F-B66C-B477E7A32D98}" dt="2026-08-01T18:59:48.990" v="66"/>
          <ac:spMkLst>
            <pc:docMk/>
            <pc:sldMk cId="3337587823" sldId="273"/>
            <ac:spMk id="4" creationId="{EA51D30F-C668-A557-028F-4AAD76AC1999}"/>
          </ac:spMkLst>
        </pc:spChg>
      </pc:sldChg>
      <pc:sldChg chg="addSp modSp">
        <pc:chgData name="Kaushala Fonseka" userId="aac8bd9e-7d4c-411e-9ee2-8d8518b0f1ce" providerId="ADAL" clId="{7A04CBD5-293A-4B8F-B66C-B477E7A32D98}" dt="2026-08-01T19:05:26.872" v="73"/>
        <pc:sldMkLst>
          <pc:docMk/>
          <pc:sldMk cId="2329402065" sldId="274"/>
        </pc:sldMkLst>
        <pc:spChg chg="add mod">
          <ac:chgData name="Kaushala Fonseka" userId="aac8bd9e-7d4c-411e-9ee2-8d8518b0f1ce" providerId="ADAL" clId="{7A04CBD5-293A-4B8F-B66C-B477E7A32D98}" dt="2026-08-01T19:05:26.872" v="73"/>
          <ac:spMkLst>
            <pc:docMk/>
            <pc:sldMk cId="2329402065" sldId="274"/>
            <ac:spMk id="4" creationId="{9A1A4C88-9ABC-23D0-DA82-D5E4D46B1FF9}"/>
          </ac:spMkLst>
        </pc:spChg>
      </pc:sldChg>
      <pc:sldChg chg="addSp modSp">
        <pc:chgData name="Kaushala Fonseka" userId="aac8bd9e-7d4c-411e-9ee2-8d8518b0f1ce" providerId="ADAL" clId="{7A04CBD5-293A-4B8F-B66C-B477E7A32D98}" dt="2026-08-01T19:09:09.779" v="76"/>
        <pc:sldMkLst>
          <pc:docMk/>
          <pc:sldMk cId="1261740530" sldId="275"/>
        </pc:sldMkLst>
        <pc:spChg chg="add mod">
          <ac:chgData name="Kaushala Fonseka" userId="aac8bd9e-7d4c-411e-9ee2-8d8518b0f1ce" providerId="ADAL" clId="{7A04CBD5-293A-4B8F-B66C-B477E7A32D98}" dt="2026-08-01T19:09:09.779" v="76"/>
          <ac:spMkLst>
            <pc:docMk/>
            <pc:sldMk cId="1261740530" sldId="275"/>
            <ac:spMk id="4" creationId="{491EA7F8-5ACD-C1AA-4243-91226D4D3607}"/>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08:38.335"/>
    </inkml:context>
    <inkml:brush xml:id="br0">
      <inkml:brushProperty name="width" value="0.035" units="cm"/>
      <inkml:brushProperty name="height" value="0.035" units="cm"/>
      <inkml:brushProperty name="color" value="#E71224"/>
    </inkml:brush>
  </inkml:definitions>
  <inkml:trace contextRef="#ctx0" brushRef="#br0">547 1491 24575,'725'0'0,"-685"-2"0,0-1 0,0-3 0,0-1 0,-1-2 0,0-1 0,-1-3 0,0 0 0,42-24 0,-24 12 0,-1-4 0,-2-1 0,-1-3 0,-1-3 0,-2-1 0,74-74 0,-105 91 0,0 0 0,-2-1 0,0-1 0,-2 0 0,0-1 0,-2-1 0,0 0 0,-2 0 0,-1-1 0,0-1 0,-2 1 0,-1-1 0,-2 0 0,0-1 0,-1 1 0,-2-43 0,-3 55 0,0 0 0,-1 1 0,-1-1 0,0 1 0,-1 0 0,0 0 0,-1 0 0,-1 1 0,0 0 0,0 0 0,-1 1 0,-16-18 0,-11-8 0,-2 2 0,-43-33 0,71 60 0,-28-21 0,0 1 0,-2 3 0,0 1 0,-2 1 0,0 3 0,-2 1 0,-80-23 0,103 36 0,-213-52 0,154 45 0,0 4 0,-124 0 0,147 8 0,36-1 0,0 2 0,1 0 0,-1 1 0,0 1 0,1 0 0,-1 2 0,-24 7 0,-180 93 0,189-84 0,1 1 0,1 2 0,1 1 0,-34 34 0,-86 78 0,87-79 0,53-46 0,0 1 0,1 1 0,0 0 0,1 0 0,1 1 0,0 0 0,0 0 0,2 1 0,-9 21 0,9-13 0,0 0 0,2 0 0,0 1 0,1 0 0,0 43 0,3-7 0,2-1 0,11 81 0,-8-119 0,1 0 0,0 0 0,2-1 0,0 1 0,1-1 0,1-1 0,1 0 0,1 0 0,0-1 0,15 17 0,-9-14 0,2-2 0,0 0 0,1-1 0,0-1 0,2-1 0,0-1 0,0-1 0,2-1 0,0-1 0,37 13 0,-42-21-45,0 0 0,1-2-1,-1 0 1,1-2 0,36-3-1,-22 2-1047,-11 0-5733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08:39.103"/>
    </inkml:context>
    <inkml:brush xml:id="br0">
      <inkml:brushProperty name="width" value="0.035" units="cm"/>
      <inkml:brushProperty name="height" value="0.035" units="cm"/>
      <inkml:brushProperty name="color" value="#E71224"/>
    </inkml:brush>
  </inkml:definitions>
  <inkml:trace contextRef="#ctx0" brushRef="#br0">1 1 24575,'1'0'0,"1"1"0,-1-1 0,1 1 0,-1-1 0,1 1 0,-1 0 0,1-1 0,-1 1 0,0 0 0,1 0 0,-1 0 0,0 0 0,0 1 0,0-1 0,0 0 0,1 2 0,18 24 0,-15-20 0,138 246 0,-114-196 0,167 385 0,-127-274 0,-46-118 0,45 70 0,-67-120-40,-1 1 0,1-1 0,-1 1 0,0-1-1,1 1 1,-1 0 0,0-1 0,1 1 0,-1-1 0,0 1 0,0-1-1,1 1 1,-1 0 0,0-1 0,0 1 0,0 0 0,0-1-1,0 1 1,0 0 0,0-1 0,0 1 0,0-1 0,0 1 0,-1 0-1,1-1 1,0 1 0,0-1 0,0 1 0,-1 0 0,1-1-1,0 1 1,-1-1 0,0 2 0,-7 2-6786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08:40.008"/>
    </inkml:context>
    <inkml:brush xml:id="br0">
      <inkml:brushProperty name="width" value="0.035" units="cm"/>
      <inkml:brushProperty name="height" value="0.035" units="cm"/>
      <inkml:brushProperty name="color" value="#E71224"/>
    </inkml:brush>
  </inkml:definitions>
  <inkml:trace contextRef="#ctx0" brushRef="#br0">82 0 24575,'2'147'0,"-5"154"0,-4-268 0,7-33 0,0 1 0,0-1 0,0 1 0,-1-1 0,1 0 0,0 0 0,0 1 0,0-1 0,-1 0 0,1 1 0,0-1 0,0 0 0,-1 0 0,1 1 0,0-1 0,0 0 0,-1 0 0,1 1 0,0-1 0,-1 0 0,1 0 0,0 0 0,-1 0 0,1 0 0,0 0 0,-1 0 0,1 1 0,-1-1 0,0-1 0,0 1 0,1-1 0,-1 0 0,0 1 0,0-1 0,1 0 0,-1 1 0,0-1 0,1 0 0,-1 0 0,1 0 0,-1 1 0,1-1 0,0 0 0,-1 0 0,0-2 0,-8-23 0,0-1 0,2 0 0,-6-41 0,-2-89 0,14 148 0,1 0 0,0 0 0,0-1 0,1 1 0,0 0 0,1 0 0,3-12 0,-4 19 0,0-1 0,0 1 0,0 0 0,0 0 0,0 0 0,1 0 0,-1 0 0,1 1 0,0-1 0,-1 0 0,1 1 0,0-1 0,0 1 0,0 0 0,0-1 0,0 1 0,0 0 0,0 0 0,0 0 0,0 1 0,1-1 0,-1 0 0,0 1 0,1-1 0,-1 1 0,0 0 0,1 0 0,-1 0 0,0 0 0,1 0 0,-1 1 0,0-1 0,5 2 0,12 3 0,0 1 0,-1 0 0,1 2 0,-1 0 0,-1 1 0,33 23 0,-26-18 0,-10-6 33,0-2-1,0 0 0,29 8 0,16 6-1526,-36-9-5332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09:38.680"/>
    </inkml:context>
    <inkml:brush xml:id="br0">
      <inkml:brushProperty name="width" value="0.035" units="cm"/>
      <inkml:brushProperty name="height" value="0.035" units="cm"/>
      <inkml:brushProperty name="color" value="#E71224"/>
    </inkml:brush>
  </inkml:definitions>
  <inkml:trace contextRef="#ctx0" brushRef="#br0">2055 164 24575,'0'-1'0,"-1"0"0,1 1 0,0-1 0,-1 0 0,1 0 0,0 0 0,-1 1 0,1-1 0,-1 0 0,1 0 0,-1 1 0,0-1 0,1 0 0,-1 1 0,0-1 0,1 1 0,-1-1 0,0 1 0,0-1 0,1 1 0,-1 0 0,0-1 0,0 1 0,0 0 0,0-1 0,1 1 0,-1 0 0,-1 0 0,-32-4 0,28 3 0,-488-7 0,318 10 0,136-2 0,-166 5 0,168-2 0,1 2 0,0 2 0,-52 15 0,60-10 0,1 2 0,0 0 0,2 2 0,-35 25 0,15-10 0,-209 163 0,177-131 0,48-38 0,2 1 0,0 2 0,2 1 0,1 0 0,2 2 0,0 1 0,3 1 0,0 1 0,-27 68 0,35-71 0,1 1 0,2 1 0,1 0 0,2 0 0,1 0 0,1 1 0,2-1 0,2 1 0,1 0 0,1-1 0,12 59 0,1-42 0,2 0 0,1-1 0,3-1 0,3-1 0,35 55 0,-39-71 0,1-1 0,2-1 0,1-1 0,0-2 0,3 0 0,51 39 0,-38-37 0,0-2 0,2-2 0,1-2 0,71 25 0,-40-22 0,2-3 0,86 13 0,156 3 0,-60-21-229,1-12 0,311-32 0,-487 18 279,0-5 0,0-2 0,108-38 0,-159 43-19,0-2 0,-1-1 0,-1-2 0,0 0 0,-1-2 0,-1-2 0,0 0 0,-2-2 1,0-1-1,-2-1 0,24-30 0,-16 11 0,-1-1 0,-3-2 0,39-84 0,-54 98-32,-1 0-1,-2 0 1,-1-1 0,-1-1-1,-2 0 1,3-68-1,-9 68 2,-1-1 0,-1 1 0,-2 0 0,-1 0 0,-2 0 0,-1 0 0,-2 1 0,-1 1 0,-2-1 0,-1 2 0,-30-51 0,-6 10 0,-3 2 0,-2 2 0,-4 3 0,-2 2 0,-126-98 0,157 139 0,-1 1 0,-1 2 0,-1 1 0,-53-21 0,-145-38 0,208 70 0,-137-37 0,-179-24 0,-172 11 0,471 55-1365,6 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32.782"/>
    </inkml:context>
    <inkml:brush xml:id="br0">
      <inkml:brushProperty name="width" value="0.035" units="cm"/>
      <inkml:brushProperty name="height" value="0.035" units="cm"/>
      <inkml:brushProperty name="color" value="#E71224"/>
    </inkml:brush>
  </inkml:definitions>
  <inkml:trace contextRef="#ctx0" brushRef="#br0">5 0 24575,'-5'0'0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35.858"/>
    </inkml:context>
    <inkml:brush xml:id="br0">
      <inkml:brushProperty name="width" value="0.035" units="cm"/>
      <inkml:brushProperty name="height" value="0.035" units="cm"/>
      <inkml:brushProperty name="color" value="#E71224"/>
    </inkml:brush>
  </inkml:definitions>
  <inkml:trace contextRef="#ctx0" brushRef="#br0">321 0 24575,'0'19'0,"-9"28"0,-8 25 0,-10 19 0,-5 21 0,-6 10 0,-1 3 0,0-16 0,4-16 0,7-16 0,8-16 0,8-13 0,1-16 0,3-27 0,2-13-8191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36.481"/>
    </inkml:context>
    <inkml:brush xml:id="br0">
      <inkml:brushProperty name="width" value="0.035" units="cm"/>
      <inkml:brushProperty name="height" value="0.035" units="cm"/>
      <inkml:brushProperty name="color" value="#E71224"/>
    </inkml:brush>
  </inkml:definitions>
  <inkml:trace contextRef="#ctx0" brushRef="#br0">643 0 24575,'-24'32'0,"0"-1"0,-3-1 0,-43 39 0,-98 67 0,141-115 0,15-12 0,-21 17 0,-1 0 0,-1-2 0,-1-2 0,-56 26 0,89-47 0,0 0 0,0 1 0,0-1 0,0 0 0,0-1 0,0 1 0,0 0 0,-1-1 0,1 0 0,0 0 0,0 0 0,0 0 0,-1 0 0,1-1 0,-6-1 0,8 2 0,1 0 0,0-1 0,-1 1 0,1 0 0,0-1 0,0 1 0,-1-1 0,1 1 0,0 0 0,0-1 0,-1 1 0,1-1 0,0 1 0,0-1 0,0 1 0,0-1 0,0 1 0,0-1 0,0 1 0,0-1 0,0 1 0,0 0 0,0-1 0,0 1 0,0-1 0,0 1 0,1-1 0,-1 1 0,0-1 0,0 1 0,0 0 0,1-1 0,-1 1 0,0-1 0,0 1 0,1 0 0,-1-1 0,0 1 0,1 0 0,-1-1 0,0 1 0,1 0 0,-1 0 0,1-1 0,-1 1 0,1 0 0,-1 0 0,0 0 0,1 0 0,-1-1 0,1 1 0,-1 0 0,1 0 0,0 0 0,2 0 0,1-1 0,-1 1 0,0 0 0,1-1 0,-1 2 0,0-1 0,1 0 0,-1 1 0,0-1 0,1 1 0,-1 0 0,0 0 0,0 0 0,0 1 0,5 2 0,46 31 0,-40-25 0,382 274 0,-230-179-1365,-154-96-5461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37.953"/>
    </inkml:context>
    <inkml:brush xml:id="br0">
      <inkml:brushProperty name="width" value="0.035" units="cm"/>
      <inkml:brushProperty name="height" value="0.035" units="cm"/>
      <inkml:brushProperty name="color" value="#E71224"/>
    </inkml:brush>
  </inkml:definitions>
  <inkml:trace contextRef="#ctx0" brushRef="#br0">0 409 24575,'5'-2'0,"1"1"0,-1-1 0,0 0 0,0 0 0,0-1 0,0 1 0,8-7 0,5-2 0,59-21 0,-57 25 0,-1 0 0,0-2 0,29-17 0,-46 24 0,-8 6 0,-15 14 0,13-6 0,0 0 0,1 1 0,0 0 0,1 0 0,1 1 0,0 0 0,0 0 0,2 0 0,-4 25 0,3-6 0,2-1 0,1 1 0,4 45 0,0-55 0,1-1 0,1 1 0,1-1 0,1 0 0,1 0 0,20 38 0,-20-44 0,1-1 0,0-1 0,1 1 0,1-1 0,0-1 0,1 0 0,0-1 0,1 0 0,26 18 0,-27-24 0,0 0 0,0-1 0,1 0 0,-1-1 0,1 0 0,0-1 0,0 0 0,0-1 0,22 0 0,-27-2 0,0 1 0,0-2 0,1 1 0,-1-1 0,0-1 0,0 1 0,0-1 0,0-1 0,0 1 0,-1-1 0,1-1 0,-1 1 0,0-1 0,0-1 0,0 1 0,8-8 0,-11 8 0,-1 0 0,1 0 0,-1-1 0,0 1 0,0-1 0,0 0 0,-1 1 0,0-1 0,3-8 0,-5 11 0,1 0 0,-1 0 0,1 0 0,-1-1 0,0 1 0,0 0 0,0 0 0,0 0 0,0 0 0,-1 0 0,1 0 0,0 0 0,-1-1 0,0 1 0,1 0 0,-1 1 0,0-1 0,0 0 0,0 0 0,-1 0 0,1 0 0,0 1 0,-1-1 0,1 0 0,0 1 0,-4-3 0,-3-1 0,0 0 0,-1 1 0,0 0 0,1 0 0,-2 1 0,1 0 0,0 0 0,0 1 0,-13-1 0,-92-5 0,87 7 0,-40 0 0,35 2 0,-58-8 0,89 7 0,-1 0 0,1 0 0,-1 0 0,1-1 0,-1 1 0,1 0 0,-1-1 0,1 0 0,0 1 0,-1-1 0,1 0 0,0 0 0,-1 1 0,1-1 0,-2-2 0,3 2 0,0 1 0,-1-1 0,1 0 0,0 1 0,0-1 0,0 1 0,0-1 0,0 0 0,0 1 0,-1-1 0,2 0 0,-1 1 0,0-1 0,0 0 0,0 1 0,0-1 0,0 1 0,0-1 0,1 0 0,-1 1 0,0-1 0,0 1 0,1-1 0,0-1 0,3-2 0,0-1 0,0 1 0,0-1 0,1 1 0,0 0 0,6-4 0,167-98 0,-21 13 0,-126 72 0,-1-1 0,50-48 0,-19 12 0,-61 58 0,1-1 0,-1 1 0,1-1 0,-1 1 0,1-1 0,-1 1 0,1-1 0,0 1 0,-1-1 0,1 1 0,0 0 0,-1 0 0,1-1 0,0 1 0,-1 0 0,1 0 0,0 0 0,0-1 0,-1 1 0,1 0 0,0 0 0,-1 0 0,1 0 0,0 0 0,0 1 0,-1-1 0,1 0 0,0 0 0,-1 0 0,1 1 0,0-1 0,-1 0 0,1 1 0,0-1 0,-1 0 0,1 1 0,-1-1 0,1 1 0,0-1 0,-1 1 0,1-1 0,-1 1 0,0 0 0,1-1 0,-1 1 0,1-1 0,-1 1 0,0 0 0,0-1 0,1 1 0,-1 1 0,2 6 0,0-1 0,-1 0 0,0 1 0,0 9 0,-1-11 0,4 269 0,1 29 0,0-260 0,-3-40 0,0-9 0,1-16 0,1-104 0,-2 50 0,2 0 0,16-76 0,-19 144 0,0 1 0,1 0 0,-1 0 0,2 0 0,-1 0 0,1 0 0,0 1 0,0-1 0,0 1 0,5-6 0,-7 10 0,0 0 0,0 0 0,0 0 0,1 0 0,-1 0 0,0 0 0,1 0 0,-1 1 0,0-1 0,1 0 0,-1 1 0,1 0 0,-1-1 0,1 1 0,0 0 0,-1-1 0,3 1 0,-1 1 0,0-1 0,0 1 0,0 0 0,-1 0 0,1 0 0,0 0 0,-1 0 0,1 0 0,-1 1 0,1-1 0,-1 1 0,5 3 0,18 20 0,0 1 0,-1 1 0,-2 1 0,22 35 0,-3-5 0,96 116 0,-111-144 0,2-2 0,0-1 0,53 37 0,-76-60 0,0-1 0,0 1 0,0-1 0,1-1 0,0 1 0,-1-1 0,1 0 0,0 0 0,0 0 0,0-1 0,0 0 0,9 0 0,-11-1 0,0-1 0,0 1 0,0-1 0,-1 0 0,1 0 0,-1-1 0,1 1 0,-1-1 0,1 0 0,-1 0 0,0 0 0,0 0 0,0-1 0,0 1 0,0-1 0,0 0 0,-1 1 0,1-1 0,-1 0 0,0-1 0,2-3 0,5-9 0,-1 0 0,0 0 0,-1-1 0,-1 0 0,0 0 0,4-27 0,9-114 0,-18 146 0,11-149 0,-8 0 0,-27-267 0,17 389 0,2 47 0,1 14 0,2 16 40,1-1 0,7 58 0,-4-77-226,1 1 1,1 0-1,0-1 0,1 0 1,1 0-1,1-1 1,10 17-1,16 16-6640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38.607"/>
    </inkml:context>
    <inkml:brush xml:id="br0">
      <inkml:brushProperty name="width" value="0.035" units="cm"/>
      <inkml:brushProperty name="height" value="0.035" units="cm"/>
      <inkml:brushProperty name="color" value="#E71224"/>
    </inkml:brush>
  </inkml:definitions>
  <inkml:trace contextRef="#ctx0" brushRef="#br0">0 213 24575,'1'0'0,"0"0"0,0 0 0,0 1 0,0-1 0,0 0 0,-1 1 0,1-1 0,0 0 0,0 1 0,0-1 0,-1 1 0,1 0 0,0-1 0,0 1 0,-1 0 0,1-1 0,-1 1 0,1 0 0,-1 0 0,1-1 0,0 3 0,9 19 0,-10-20 0,7 20 0,-1 0 0,-2 0 0,4 40 0,-4 72 0,-3-94 0,-3 191 0,2-292 0,3 1 0,2-1 0,2 0 0,18-64 0,-17 94 0,2-1 0,1 2 0,1 0 0,2 0 0,1 1 0,1 1 0,1 0 0,1 1 0,33-35 0,-42 52 0,0 1 0,0 0 0,1 1 0,1 0 0,0 0 0,0 1 0,0 1 0,18-8 0,-24 12 0,0 0 0,0 1 0,0 0 0,1 0 0,-1 0 0,0 1 0,0-1 0,1 1 0,-1 0 0,0 1 0,1 0 0,-1-1 0,0 1 0,0 1 0,0-1 0,0 1 0,0 0 0,0 0 0,0 1 0,-1-1 0,1 1 0,-1 0 0,7 6 0,0 2 0,0 0 0,-1 1 0,0 0 0,-1 1 0,-1 0 0,0 0 0,12 27 0,33 107 0,-47-126 0,7 17 0,-3 1 0,-1 0 0,8 77 0,-17-99 0,1-1 0,-2 1 0,0-1 0,-2 1 0,1-1 0,-2 1 0,0-1 0,-1 0 0,0-1 0,-2 1 0,0-1 0,-9 15 0,5-13 15,0-1 0,-2 0 0,0-1 0,0-1 0,-1 0 0,-1 0 0,-20 13 0,23-19-150,-1 0 0,0 0 0,0-1 0,-1-1 0,1-1 0,-2 1 0,1-2 0,0 0 0,-1-1 0,-17 2 0,5-4-6691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0.251"/>
    </inkml:context>
    <inkml:brush xml:id="br0">
      <inkml:brushProperty name="width" value="0.035" units="cm"/>
      <inkml:brushProperty name="height" value="0.035" units="cm"/>
      <inkml:brushProperty name="color" value="#E71224"/>
    </inkml:brush>
  </inkml:definitions>
  <inkml:trace contextRef="#ctx0" brushRef="#br0">236 828 24575,'0'10'0,"-2"-1"0,1 1 0,-2 0 0,1-1 0,-1 1 0,-7 14 0,-1 6 0,-89 271 0,96-289 0,3-7 0,0 0 0,0-1 0,-1 0 0,1 1 0,-1-1 0,0 0 0,0 0 0,-1 0 0,1 0 0,-5 5 0,7-9 0,-1 0 0,1 1 0,-1-1 0,1 0 0,0 0 0,-1 0 0,1 0 0,-1 0 0,1 0 0,-1 0 0,1 0 0,-1 0 0,1 0 0,-1 0 0,1 0 0,0 0 0,-1 0 0,1 0 0,-1 0 0,1 0 0,-1 0 0,1-1 0,-1 1 0,1 0 0,0 0 0,-1-1 0,1 1 0,0 0 0,-1 0 0,1-1 0,0 1 0,-1 0 0,1-1 0,0 1 0,-1-1 0,1 1 0,0 0 0,0-1 0,-1 0 0,-4-10 0,0 0 0,1 0 0,1-1 0,-1 1 0,2-1 0,-3-23 0,2 19 0,-11-80 0,5-1 0,3-1 0,13-167 0,-1 203 0,3 0 0,2 1 0,3 0 0,3 1 0,3 0 0,51-107 0,-65 156 0,0 0 0,0 0 0,1 1 0,16-19 0,-22 28 0,1-1 0,-1 1 0,1-1 0,-1 1 0,1-1 0,0 1 0,0 0 0,0 0 0,0 0 0,-1 0 0,1 0 0,1 0 0,-1 1 0,0-1 0,0 1 0,0-1 0,0 1 0,0 0 0,0 0 0,1 0 0,-1 0 0,0 0 0,0 0 0,0 1 0,0-1 0,0 1 0,1-1 0,-1 1 0,0 0 0,0 0 0,0 0 0,-1 0 0,1 0 0,0 0 0,2 2 0,5 7 0,-1-1 0,1 1 0,-2 1 0,1 0 0,-2 0 0,1 0 0,-1 1 0,-1-1 0,0 1 0,3 14 0,11 34 0,-2 2 0,-3 0 0,-3 0 0,-2 1 0,-3 0 0,-3 1 0,-3-1 0,-11 93 0,10-147 0,0 1 0,-1 0 0,0-1 0,0 1 0,-1-1 0,-1 0 0,-5 12 0,7-19 0,0 1 0,0-1 0,0 1 0,0-1 0,0 0 0,0 0 0,0 0 0,-1 0 0,1-1 0,-1 1 0,0 0 0,1-1 0,-1 0 0,0 0 0,0 0 0,0 0 0,1 0 0,-1 0 0,0-1 0,0 1 0,0-1 0,0 0 0,-1 0 0,1 0 0,0-1 0,0 1 0,-3-1 0,4 1 0,0-1 0,0 1 0,1 0 0,-1-1 0,0 0 0,0 1 0,0-1 0,1 0 0,-1 0 0,0 0 0,-2-1 0,8-1 0,13 7 0,-2 1 0,0 1 0,-1 1 0,0 1 0,17 11 0,-15-9 0,0 0 0,1-2 0,17 8 0,-29-14 0,1-1 0,-1 1 0,1-1 0,0 0 0,0 0 0,0-1 0,-1 1 0,1-1 0,0-1 0,0 1 0,0-1 0,0 0 0,9-3 0,-4 0 0,-1-1 0,1 1 0,-1-2 0,-1 1 0,1-1 0,-1-1 0,0 0 0,0 0 0,-1-1 0,10-10 0,-8 5 0,0-1 0,0 0 0,-1-1 0,-1 0 0,-1 0 0,7-19 0,-2-2 0,-2-1 0,-2 0 0,-1 0 0,-2-1 0,0-46 0,-5 63 0,0 37 0,-1 6 0,-2 622 0,7-593 0,2-31 0,-6-20 0,1-1 0,0 0 0,-1 1 0,1-1 0,-1 0 0,1 1 0,-1-1 0,1 0 0,-1 0 0,0 0 0,1 1 0,-1-1 0,0 0 0,0 0 0,0 0 0,0 0 0,1 1 0,-1-1 0,0 0 0,0 0 0,-1 0 0,1-1 0,11-163 0,-6 56 0,-2 73 0,2-53 0,5 0 0,30-129 0,-36 204 0,0 0 0,1 0 0,1 0 0,1 1 0,10-17 0,-15 26 0,0 2 0,0-1 0,1 0 0,-1 0 0,1 1 0,0-1 0,0 1 0,0 0 0,0 0 0,0 0 0,6-3 0,-7 5 0,1-1 0,-1 1 0,0-1 0,1 1 0,-1 0 0,0 0 0,1 0 0,-1 0 0,1 0 0,-1 0 0,0 1 0,1-1 0,-1 1 0,0 0 0,0 0 0,1 0 0,-1 0 0,0 0 0,4 3 0,10 8 0,-1 2 0,0 0 0,-1 0 0,0 2 0,-2-1 0,18 28 0,-16-23 0,48 77 0,-5 3 0,46 108 0,-45-88 0,-57-118 0,0 0 0,0-1 0,0 1 0,-1-1 0,1 1 0,0 0 0,-1 0 0,0-1 0,1 1 0,-1 0 0,0 0 0,0 0 0,0-1 0,0 1 0,0 0 0,0 0 0,-1 0 0,1-1 0,-1 1 0,1 0 0,-1-1 0,0 1 0,1 0 0,-2 2 0,-1-2 0,1 0 0,0 1 0,-1-1 0,0 0 0,1 0 0,-1-1 0,0 1 0,0-1 0,0 1 0,0-1 0,0 0 0,-5 2 0,-10 1 0,-1-1 0,1-1 0,-34 0 0,26-2 0,0-2 0,0-1 0,0-1 0,1-2 0,-1 0 0,1-1 0,-28-13 0,18 4 0,2 0 0,-1-2 0,2-2 0,-42-33 0,65 46 0,0-1 0,0 0 0,1 0 0,0-1 0,1 0 0,-7-12 0,11 18 0,1 0 0,1-1 0,-1 0 0,0 1 0,1-1 0,0 0 0,0 0 0,0 0 0,0 0 0,0 0 0,1 0 0,0 0 0,0 0 0,0 0 0,0 0 0,1 0 0,0 0 0,0 0 0,0 0 0,0 0 0,2-4 0,10-14-31,1 0 1,0 2-1,2 0 0,32-33 0,-15 17-1180,2-3-5615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0.824"/>
    </inkml:context>
    <inkml:brush xml:id="br0">
      <inkml:brushProperty name="width" value="0.035" units="cm"/>
      <inkml:brushProperty name="height" value="0.035" units="cm"/>
      <inkml:brushProperty name="color" value="#E71224"/>
    </inkml:brush>
  </inkml:definitions>
  <inkml:trace contextRef="#ctx0" brushRef="#br0">0 39 24575,'5'0'0,"6"0"0,6-5 0,4-6 0,13-1 0,0 2-8191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0.995"/>
    </inkml:context>
    <inkml:brush xml:id="br0">
      <inkml:brushProperty name="width" value="0.035" units="cm"/>
      <inkml:brushProperty name="height" value="0.035" units="cm"/>
      <inkml:brushProperty name="color" value="#E71224"/>
    </inkml:brush>
  </inkml:definitions>
  <inkml:trace contextRef="#ctx0" brushRef="#br0">1 0 24575,'4'0'0,"7"0"0,5 0 0,10 0 0,5 0 0,15 0 0,14 0 0,6 0 0,-9 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1.151"/>
    </inkml:context>
    <inkml:brush xml:id="br0">
      <inkml:brushProperty name="width" value="0.035" units="cm"/>
      <inkml:brushProperty name="height" value="0.035" units="cm"/>
      <inkml:brushProperty name="color" value="#E71224"/>
    </inkml:brush>
  </inkml:definitions>
  <inkml:trace contextRef="#ctx0" brushRef="#br0">1 55 24575,'0'-5'0,"0"-5"0,4-2 0,12 1 0,6 3 0,10 3 0,-1 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1.293"/>
    </inkml:context>
    <inkml:brush xml:id="br0">
      <inkml:brushProperty name="width" value="0.035" units="cm"/>
      <inkml:brushProperty name="height" value="0.035" units="cm"/>
      <inkml:brushProperty name="color" value="#E71224"/>
    </inkml:brush>
  </inkml:definitions>
  <inkml:trace contextRef="#ctx0" brushRef="#br0">1 5 24575,'0'-4'0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3.378"/>
    </inkml:context>
    <inkml:brush xml:id="br0">
      <inkml:brushProperty name="width" value="0.035" units="cm"/>
      <inkml:brushProperty name="height" value="0.035" units="cm"/>
      <inkml:brushProperty name="color" value="#E71224"/>
    </inkml:brush>
  </inkml:definitions>
  <inkml:trace contextRef="#ctx0" brushRef="#br0">664 1 24575,'-5'0'0,"-6"0"0,-5 0 0,-5 0 0,-4 0 0,-2 0 0,0 0 0,-2 0 0,-3 5 0,-12 5 0,-20 7 0,-18 4 0,-13 3 0,-5 3 0,15-4-8191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3.704"/>
    </inkml:context>
    <inkml:brush xml:id="br0">
      <inkml:brushProperty name="width" value="0.035" units="cm"/>
      <inkml:brushProperty name="height" value="0.035" units="cm"/>
      <inkml:brushProperty name="color" value="#E71224"/>
    </inkml:brush>
  </inkml:definitions>
  <inkml:trace contextRef="#ctx0" brushRef="#br0">723 1 24575,'-4'6'0,"0"1"0,0-1 0,1 1 0,0 0 0,0 0 0,1 0 0,0 1 0,0-1 0,0 1 0,1-1 0,0 12 0,-7 27 0,-149 372 0,31-150 0,14-32 0,65-133 0,-80 129 0,116-216-273,-1-1 0,0 0 0,-2 0 0,-25 22 0,12-15-6553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4.048"/>
    </inkml:context>
    <inkml:brush xml:id="br0">
      <inkml:brushProperty name="width" value="0.035" units="cm"/>
      <inkml:brushProperty name="height" value="0.035" units="cm"/>
      <inkml:brushProperty name="color" value="#E71224"/>
    </inkml:brush>
  </inkml:definitions>
  <inkml:trace contextRef="#ctx0" brushRef="#br0">1 1 24575,'4'5'0,"7"6"0,6 10 0,0 6 0,1-1 0,-1 8 0,-10 13 0,-9 7 0,-10 9 0,-2-8-8191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5.450"/>
    </inkml:context>
    <inkml:brush xml:id="br0">
      <inkml:brushProperty name="width" value="0.035" units="cm"/>
      <inkml:brushProperty name="height" value="0.035" units="cm"/>
      <inkml:brushProperty name="color" value="#E71224"/>
    </inkml:brush>
  </inkml:definitions>
  <inkml:trace contextRef="#ctx0" brushRef="#br0">142 247 24575,'0'-5'0,"-4"-5"0,-2-7 0,-9-4 0,-2-12 0,-8-11 0,-12-15 0,-1 2-8191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5.652"/>
    </inkml:context>
    <inkml:brush xml:id="br0">
      <inkml:brushProperty name="width" value="0.035" units="cm"/>
      <inkml:brushProperty name="height" value="0.035" units="cm"/>
      <inkml:brushProperty name="color" value="#E71224"/>
    </inkml:brush>
  </inkml:definitions>
  <inkml:trace contextRef="#ctx0" brushRef="#br0">54 165 24575,'0'-5'0,"0"-5"0,0-7 0,0-13 0,-23-20 0,-7-2-8191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09:44.041"/>
    </inkml:context>
    <inkml:brush xml:id="br0">
      <inkml:brushProperty name="width" value="0.035" units="cm"/>
      <inkml:brushProperty name="height" value="0.035" units="cm"/>
      <inkml:brushProperty name="color" value="#E71224"/>
    </inkml:brush>
  </inkml:definitions>
  <inkml:trace contextRef="#ctx0" brushRef="#br0">0 0 24575,'1'6'0,"-1"0"0,1-1 0,0 1 0,1 0 0,-1-1 0,1 1 0,0-1 0,1 0 0,-1 0 0,1 0 0,0 0 0,0 0 0,6 6 0,6 6 0,0-1 0,20 16 0,-15-14 0,432 341 0,-166-141 0,-274-209 0,-5-4 0,-1 0 0,0 0 0,0 0 0,0 1 0,0 0 0,-1 0 0,5 9 0,-9-15-2,-1 0-1,0 1 0,0-1 1,0 1-1,1-1 1,-1 1-1,0-1 0,0 0 1,0 1-1,0-1 1,0 1-1,0-1 0,1 1 1,-1-1-1,0 1 1,0-1-1,-1 1 0,1-1 1,0 1-1,0-1 1,0 0-1,0 1 0,0-1 1,0 1-1,-1-1 1,1 1-1,0-1 0,0 0 1,-1 1-1,1-1 1,-1 1-1,-16 5 176,-25-7-1102,38 1 403,-23-3-6300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09:45.886"/>
    </inkml:context>
    <inkml:brush xml:id="br0">
      <inkml:brushProperty name="width" value="0.035" units="cm"/>
      <inkml:brushProperty name="height" value="0.035" units="cm"/>
      <inkml:brushProperty name="color" value="#E71224"/>
    </inkml:brush>
  </inkml:definitions>
  <inkml:trace contextRef="#ctx0" brushRef="#br0">189 146 24575,'5'5'0,"-2"1"0,1-1 0,-1 1 0,1 0 0,-2 0 0,5 12 0,3 6 0,12 23 0,52 118 0,-62-132 0,0 1 0,13 70 0,-24-100 0,0 1 0,-1 0 0,0-1 0,1 1 0,-2 0 0,1-1 0,0 1 0,-1 0 0,0-1 0,0 1 0,0 0 0,-1-1 0,1 0 0,-1 1 0,0-1 0,-5 8 0,3-8 0,0 0 0,0 0 0,0 0 0,0-1 0,-1 0 0,1 1 0,-1-1 0,0-1 0,0 1 0,0-1 0,0 0 0,-8 2 0,-10 1 0,-1-1 0,0-1 0,1 0 0,-1-2 0,-30-3 0,37 2 0,9 0 0,-1 0 0,1-1 0,0 1 0,-1-2 0,-11-2 0,18 3 0,0 0 0,-1 0 0,1 0 0,0 0 0,1 0 0,-1-1 0,0 1 0,0-1 0,0 1 0,1-1 0,-1 1 0,1-1 0,-1 0 0,1 0 0,0 0 0,0 0 0,0 0 0,0 0 0,0 0 0,0 0 0,0 0 0,1 0 0,-1-1 0,1 1 0,-1-3 0,0-14 0,1-1 0,0 0 0,2 1 0,0-1 0,1 1 0,1-1 0,12-33 0,59-130 0,-55 140 0,-5 16 0,-2-1 0,-1-1 0,-2 0 0,12-50 0,-21 71-170,1 1-1,1-1 0,-1 1 1,1-1-1,0 1 0,0 0 1,8-11-1,-2 5-6655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3.034"/>
    </inkml:context>
    <inkml:brush xml:id="br0">
      <inkml:brushProperty name="width" value="0.035" units="cm"/>
      <inkml:brushProperty name="height" value="0.035" units="cm"/>
      <inkml:brushProperty name="color" value="#E71224"/>
    </inkml:brush>
  </inkml:definitions>
  <inkml:trace contextRef="#ctx0" brushRef="#br0">425 96 24575,'0'-5'0,"0"-6"0,-14-5 0,-37-1 0,-41-1 0,-43 1 0,2 5-8191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5.915"/>
    </inkml:context>
    <inkml:brush xml:id="br0">
      <inkml:brushProperty name="width" value="0.035" units="cm"/>
      <inkml:brushProperty name="height" value="0.035" units="cm"/>
      <inkml:brushProperty name="color" value="#E71224"/>
    </inkml:brush>
  </inkml:definitions>
  <inkml:trace contextRef="#ctx0" brushRef="#br0">1937 84 24575,'-5'0'0,"-6"-5"0,-5-1 0,-15 0 0,-24-3 0,-35-1 0,-39 2 0,-44 2 0,-34-2 0,-13 0 0,-7 1-684,18 2 684,25 2 0,40 2 0,34 0 0,33 1 0,28 0-7507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2:48.430"/>
    </inkml:context>
    <inkml:brush xml:id="br0">
      <inkml:brushProperty name="width" value="0.035" units="cm"/>
      <inkml:brushProperty name="height" value="0.035" units="cm"/>
      <inkml:brushProperty name="color" value="#E71224"/>
    </inkml:brush>
  </inkml:definitions>
  <inkml:trace contextRef="#ctx0" brushRef="#br0">1792 326 24575,'0'-11'0,"0"-1"0,-1 1 0,0-1 0,-1 1 0,0-1 0,-1 1 0,0 0 0,-1 0 0,0 0 0,-1 1 0,0-1 0,-1 1 0,0 0 0,0 1 0,-1-1 0,0 1 0,-1 1 0,0-1 0,0 1 0,-1 1 0,0 0 0,0 0 0,-13-7 0,-7 0 0,-1 2 0,0 1 0,-1 1 0,0 2 0,0 1 0,-40-3 0,-194-1 0,235 12 0,0 1 0,0 2 0,0 1 0,0 1 0,1 2 0,0 1 0,0 1 0,1 1 0,1 2 0,0 1 0,0 1 0,1 1 0,1 1 0,1 1 0,-35 35 0,-57 59 0,6 6 0,-146 199 0,227-275 0,1 2 0,-32 71 0,48-89 0,3 0 0,0 1 0,1 0 0,2 0 0,0 1 0,-1 35 0,5-23 0,2 1 0,1-1 0,2 0 0,9 41 0,-5-52 0,0 0 0,2-1 0,2 0 0,0 0 0,2-1 0,18 30 0,22 19 0,2-2 0,4-3 0,3-2 0,3-3 0,96 75 0,107 64 0,-230-180 0,0-2 0,2-2 0,0-1 0,1-3 0,68 20 0,-23-18 0,0-3 0,151 6 0,180-22 0,-199-3 0,-200 4 0,0-2 0,1 0 0,-1-1 0,-1-1 0,36-11 0,-44 11 0,0-1 0,-1 0 0,1-1 0,-1 0 0,0 0 0,0-1 0,0 0 0,-1-1 0,0 1 0,-1-1 0,1 0 0,10-17 0,-5 3 0,0 0 0,-2-1 0,0 0 0,-1-1 0,-2 0 0,0 0 0,-1 0 0,3-41 0,-2-17 0,-5-99 0,-3 134 0,0 3 0,-2-1 0,-2 1 0,-2 1 0,-2-1 0,-2 2 0,-1-1 0,-3 1 0,-1 1 0,-32-58 0,-117-214 0,141 271 0,-2 1 0,-2 1 0,-1 1 0,-2 2 0,-2 1 0,-1 2 0,-1 1 0,-55-37 0,-114-69 0,137 108-1365,51 22-5461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2:49.163"/>
    </inkml:context>
    <inkml:brush xml:id="br0">
      <inkml:brushProperty name="width" value="0.035" units="cm"/>
      <inkml:brushProperty name="height" value="0.035" units="cm"/>
      <inkml:brushProperty name="color" value="#E71224"/>
    </inkml:brush>
  </inkml:definitions>
  <inkml:trace contextRef="#ctx0" brushRef="#br0">1500 0 24575,'0'8'0,"-1"-1"0,0 1 0,-1 0 0,1-1 0,-2 0 0,1 1 0,-1-1 0,-4 8 0,-1 3 0,-36 77 0,-73 114 0,72-133 0,-454 736-1168,-24-15 1179,495-754-35,-13 18 17,-2 2 6,-69 134 1,108-189-69,1 0 1,0 1 0,0-1 0,1 1 0,-2 11 0,4 0-6525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2:49.693"/>
    </inkml:context>
    <inkml:brush xml:id="br0">
      <inkml:brushProperty name="width" value="0.035" units="cm"/>
      <inkml:brushProperty name="height" value="0.035" units="cm"/>
      <inkml:brushProperty name="color" value="#E71224"/>
    </inkml:brush>
  </inkml:definitions>
  <inkml:trace contextRef="#ctx0" brushRef="#br0">1 1 24575,'9'0'0,"17"5"0,32 19 0,28 25 0,28 26 0,40 29 0,36 28 0,17 20-1013,10 6 1013,-4 0 0,-10-13 0,-27-18 0,-34-21 0,-31-19 0,-31-21 0,-24-20 0,-16-19 0,-16-14-7178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2:51.830"/>
    </inkml:context>
    <inkml:brush xml:id="br0">
      <inkml:brushProperty name="width" value="0.035" units="cm"/>
      <inkml:brushProperty name="height" value="0.035" units="cm"/>
      <inkml:brushProperty name="color" value="#E71224"/>
    </inkml:brush>
  </inkml:definitions>
  <inkml:trace contextRef="#ctx0" brushRef="#br0">1 589 24575,'0'-14'0,"0"-22"0,0-20 0,0-13 0,4-5 0,2 2 0,5 3 0,4 9 0,0 10 0,-2 9 0,0 12 0,-1 10-8191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3:43.362"/>
    </inkml:context>
    <inkml:brush xml:id="br0">
      <inkml:brushProperty name="width" value="0.035" units="cm"/>
      <inkml:brushProperty name="height" value="0.035" units="cm"/>
      <inkml:brushProperty name="color" value="#E71224"/>
    </inkml:brush>
  </inkml:definitions>
  <inkml:trace contextRef="#ctx0" brushRef="#br0">2545 222 24575,'-3'-2'0,"-1"0"0,-1 1 0,1-1 0,0 1 0,0 0 0,0 0 0,-1 1 0,1-1 0,0 1 0,-1 0 0,1 0 0,0 1 0,-1-1 0,-4 2 0,1 0 0,0-1 0,0-1 0,0 1 0,-11-2 0,-8-4 0,1-2 0,0 0 0,0-2 0,0-1 0,-26-14 0,-35-13 0,3 9 0,-1 4 0,-1 4 0,-1 3 0,0 4 0,-171-3 0,129 19 0,0 5 0,1 5 0,-179 43 0,240-41 0,1 4 0,1 2 0,0 3 0,-64 34 0,103-45 0,2 2 0,0 0 0,1 2 0,1 0 0,0 2 0,2 0 0,0 2 0,1 0 0,1 1 0,1 0 0,1 2 0,-20 37 0,20-27 0,0 0 0,3 0 0,1 2 0,1-1 0,3 1 0,0 1 0,2 0 0,2 0 0,2 0 0,2 41 0,2-66 0,0 1 0,1 0 0,1-1 0,0 0 0,1 0 0,0 0 0,1-1 0,0 1 0,0-1 0,14 16 0,10 10 0,52 48 0,-75-78 0,307 286 0,-245-236 0,2-2 0,139 78 0,-157-107 0,0-2 0,1-3 0,2-2 0,0-2 0,1-3 0,0-3 0,1-2 0,0-3 0,0-2 0,1-2 0,92-11 0,-80 0 0,124-35 0,-168 35 0,-1-2 0,0 0 0,-1-2 0,0 0 0,-1-2 0,-1-1 0,0-1 0,-1 0 0,-1-2 0,-1-1 0,0 0 0,-2-1 0,28-41 0,-25 28 0,-1-1 0,-1-1 0,-2-1 0,-2 0 0,-1-1 0,-2 0 0,-1-1 0,-3 0 0,4-41 0,-6 24 0,-2 0 0,-4 0 0,-6-70 0,2 96 0,-1 0 0,-2 0 0,-1 1 0,-1 0 0,-1 0 0,-2 1 0,-25-45 0,5 20 0,-3 2 0,-2 1 0,-2 1 0,-2 3 0,-86-75 0,119 114-136,0 0-1,-1 0 1,0 1-1,0 1 1,-1 0-1,0 0 1,0 1-1,0 0 0,-21-5 1,9 6-6690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3:43.825"/>
    </inkml:context>
    <inkml:brush xml:id="br0">
      <inkml:brushProperty name="width" value="0.035" units="cm"/>
      <inkml:brushProperty name="height" value="0.035" units="cm"/>
      <inkml:brushProperty name="color" value="#E71224"/>
    </inkml:brush>
  </inkml:definitions>
  <inkml:trace contextRef="#ctx0" brushRef="#br0">1530 0 24575,'0'5'0,"-5"24"0,-10 26 0,-17 31 0,-21 28 0,-29 37 0,-28 42 0,-23 21-1011,-12 11 1011,-18 9 0,0 1 0,10-21 0,17-29 0,27-36 0,22-30 0,22-30 0,18-31 0,16-25-7180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3:44.353"/>
    </inkml:context>
    <inkml:brush xml:id="br0">
      <inkml:brushProperty name="width" value="0.035" units="cm"/>
      <inkml:brushProperty name="height" value="0.035" units="cm"/>
      <inkml:brushProperty name="color" value="#E71224"/>
    </inkml:brush>
  </inkml:definitions>
  <inkml:trace contextRef="#ctx0" brushRef="#br0">1 24 24575,'0'-1'0,"1"0"0,-1 0 0,1-1 0,-1 1 0,1 0 0,-1 0 0,1 0 0,0 0 0,0 0 0,-1 1 0,1-1 0,0 0 0,0 0 0,0 0 0,0 1 0,0-1 0,0 0 0,0 1 0,0-1 0,0 1 0,0-1 0,1 1 0,-1 0 0,0-1 0,0 1 0,0 0 0,1 0 0,1 0 0,41-3 0,-44 3 0,26 1 0,-1 1 0,1 1 0,-1 2 0,0 0 0,0 2 0,-1 1 0,30 13 0,164 91 0,-188-95 0,527 335-568,-19 35 305,132 155 263,-646-518-1227,-8-7-4906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3:56.645"/>
    </inkml:context>
    <inkml:brush xml:id="br0">
      <inkml:brushProperty name="width" value="0.035" units="cm"/>
      <inkml:brushProperty name="height" value="0.035" units="cm"/>
      <inkml:brushProperty name="color" value="#E71224"/>
    </inkml:brush>
  </inkml:definitions>
  <inkml:trace contextRef="#ctx0" brushRef="#br0">2060 190 24575,'0'-5'0,"0"-5"0,0 0 0,-1-1 0,-3-18 0,3 25 0,0 0 0,-1 1 0,1-1 0,-1 0 0,0 1 0,0-1 0,0 1 0,0 0 0,-1 0 0,1 0 0,-1 0 0,0 0 0,-5-3 0,-3-3 0,-1 2 0,-1 0 0,1 0 0,-1 1 0,0 1 0,-1 0 0,1 1 0,-1 0 0,-16-2 0,-21 0 0,-60-2 0,98 8 0,-58-1 0,-1 4 0,1 2 0,0 4 0,0 3 0,1 3 0,-93 32 0,61-11 0,2 5 0,1 3 0,3 6 0,2 3 0,2 4 0,3 4 0,-88 79 0,144-111 0,0 1 0,3 2 0,0 1 0,-41 61 0,62-80 0,0 1 0,1 0 0,1 1 0,1 0 0,0 0 0,1 0 0,0 1 0,2 0 0,0 0 0,0 0 0,2 0 0,0 0 0,1 0 0,1 0 0,3 18 0,4 4 0,2 0 0,2-1 0,2-1 0,1 0 0,1 0 0,32 49 0,-6-21 0,2-3 0,75 82 0,-56-78 0,3-2 0,3-3 0,2-3 0,3-3 0,2-4 0,2-3 0,2-3 0,2-4 0,2-3 0,1-5 0,2-3 0,108 23 0,-29-25-184,1-7-1,319-1 0,-419-20 185,0-3 0,-1-3 0,80-18 0,-125 19 0,1-1 0,-2 0 0,1-2 0,-1 0 0,0-2 0,0 0 0,-1-1 0,-1-1 0,0 0 0,0-2 0,-2 0 0,1-1 0,23-28 0,-20 14 87,0-1-1,-3-1 1,0 0-1,-2-1 1,18-54-1,-15 26-74,-3-1 0,10-82-1,-15 62-11,-5 1 0,-3 0 0,-3-1 0,-14-94 0,5 111 0,-3 1 0,-3 0 0,-2 2 0,-3 0 0,-48-98 0,41 107 0,-1 1 0,-3 2 0,-2 1 0,-59-65 0,66 86 0,-1 1 0,0 1 0,-2 1 0,-1 1 0,-1 2 0,-1 2 0,-66-30 0,37 24-341,-2 3 0,0 2-1,-120-20 1,139 36-6485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3:57.802"/>
    </inkml:context>
    <inkml:brush xml:id="br0">
      <inkml:brushProperty name="width" value="0.035" units="cm"/>
      <inkml:brushProperty name="height" value="0.035" units="cm"/>
      <inkml:brushProperty name="color" value="#E71224"/>
    </inkml:brush>
  </inkml:definitions>
  <inkml:trace contextRef="#ctx0" brushRef="#br0">2224 83 24575,'0'-3'0,"-1"1"0,1-1 0,0 1 0,-1-1 0,1 1 0,-1-1 0,0 1 0,0 0 0,0-1 0,0 1 0,0 0 0,0 0 0,-1 0 0,1 0 0,-1 0 0,1 0 0,-1 0 0,0 0 0,0 0 0,0 1 0,0-1 0,0 1 0,0 0 0,0-1 0,-1 1 0,1 0 0,-3 0 0,-7-4 0,-1 2 0,0 0 0,1 0 0,-17 0 0,24 2 0,-76-5 0,0 2 0,0 5 0,-156 20 0,-232 81 0,365-73 0,1 5 0,2 4 0,1 4 0,3 5 0,2 4 0,-165 118 0,238-152 0,1 0 0,1 1 0,1 1 0,0 1 0,1 0 0,2 2 0,0 0 0,1 0 0,1 2 0,-21 49 0,18-23 0,3 0 0,1 2 0,3 0 0,-5 67 0,9-24 0,10 141 0,-1-204 0,1-1 0,2 1 0,1-1 0,1-1 0,2 1 0,1-2 0,1 1 0,2-2 0,1 1 0,35 49 0,-21-40 0,2-2 0,1-1 0,2-1 0,1-2 0,2-2 0,65 42 0,-26-25 0,2-4 0,1-3 0,2-4 0,2-3 0,1-4 0,120 25 0,-141-41 0,1-4 0,0-2 0,0-3 0,1-2 0,-1-4 0,0-2 0,1-3 0,-2-3 0,94-27 0,-119 25 0,-1-2 0,0-1 0,-1-2 0,-1-2 0,-1-1 0,49-38 0,-57 36 0,-1 0 0,-1-2 0,-1-1 0,-2 0 0,0-2 0,-1 0 0,-2-1 0,15-33 0,-5 4 0,-4-1 0,-1-1 0,-4-1 0,-2 0 0,-2-2 0,-4 0 0,-2 0 0,-2-1 0,-4 0 0,-2 0 0,-9-76 0,2 102 0,-1 0 0,-1 1 0,-2 0 0,-2 1 0,-1 1 0,-27-50 0,26 58 0,-1 1 0,-2 0 0,0 2 0,-2 0 0,0 1 0,-2 0 0,0 2 0,-40-29 0,23 21 0,16 11 0,-1 2 0,-36-20 0,2 0-696,51 31 27,-10-7-6157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4:07.2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4.374"/>
    </inkml:context>
    <inkml:brush xml:id="br0">
      <inkml:brushProperty name="width" value="0.035" units="cm"/>
      <inkml:brushProperty name="height" value="0.035" units="cm"/>
      <inkml:brushProperty name="color" value="#E71224"/>
    </inkml:brush>
  </inkml:definitions>
  <inkml:trace contextRef="#ctx0" brushRef="#br0">0 1 24575,'8'4'0,"0"1"0,0 1 0,-1-1 0,0 1 0,0 0 0,-1 1 0,9 10 0,37 56 0,-36-47 0,0-1 0,-2 0 0,-1 1 0,-1 1 0,-1 0 0,-1 1 0,-2 0 0,0 0 0,4 45 0,-4 10 0,-5 142 0,-3-206 0,-1-3 0,0-1 0,2 0 0,4 30 0,-4-42 0,-1 1 0,1-1 0,0 0 0,0 1 0,1-1 0,-1 0 0,1 0 0,-1 0 0,1 0 0,0 0 0,0-1 0,0 1 0,1 0 0,-1-1 0,1 0 0,-1 1 0,1-1 0,0 0 0,0 0 0,0-1 0,0 1 0,0-1 0,4 2 0,41 11 0,-34-12 0,-1 2 0,0 0 0,0 0 0,-1 1 0,1 1 0,-1 0 0,-1 0 0,1 1 0,15 13 0,-20-14 4,-1 1 0,0 0 0,0 0 0,-1 0 0,0 1 0,0 0-1,0 0 1,-1 0 0,-1 1 0,4 10 0,1 9-115,8 54 1,-5-22-1077,1-5-5639</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4.562"/>
    </inkml:context>
    <inkml:brush xml:id="br0">
      <inkml:brushProperty name="width" value="0.035" units="cm"/>
      <inkml:brushProperty name="height" value="0.035" units="cm"/>
      <inkml:brushProperty name="color" value="#E71224"/>
    </inkml:brush>
  </inkml:definitions>
  <inkml:trace contextRef="#ctx0" brushRef="#br0">0 1 24575,'9'0'0,"13"0"0,6 4 0,9 7 0,15 10 0,14 16 0,22 14 0,19 14 0,29 3 0,28 6 0,18-6 0,-22-15-8191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4.718"/>
    </inkml:context>
    <inkml:brush xml:id="br0">
      <inkml:brushProperty name="width" value="0.035" units="cm"/>
      <inkml:brushProperty name="height" value="0.035" units="cm"/>
      <inkml:brushProperty name="color" value="#E71224"/>
    </inkml:brush>
  </inkml:definitions>
  <inkml:trace contextRef="#ctx0" brushRef="#br0">0 1 24575,'5'0'0,"6"0"0,6 4 0,4 7 0,13 6 0,27 4 0,28 8 0,-3-1-8191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4.904"/>
    </inkml:context>
    <inkml:brush xml:id="br0">
      <inkml:brushProperty name="width" value="0.035" units="cm"/>
      <inkml:brushProperty name="height" value="0.035" units="cm"/>
      <inkml:brushProperty name="color" value="#E71224"/>
    </inkml:brush>
  </inkml:definitions>
  <inkml:trace contextRef="#ctx0" brushRef="#br0">0 1 24575,'5'0'0,"5"0"0,7 0 0,13 0 0,25 0 0,27 0 0,30 0 0,29 0 0,37 0 0,-13 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5.075"/>
    </inkml:context>
    <inkml:brush xml:id="br0">
      <inkml:brushProperty name="width" value="0.035" units="cm"/>
      <inkml:brushProperty name="height" value="0.035" units="cm"/>
      <inkml:brushProperty name="color" value="#E71224"/>
    </inkml:brush>
  </inkml:definitions>
  <inkml:trace contextRef="#ctx0" brushRef="#br0">1 239 24575,'4'-5'0,"7"-5"0,5-7 0,10 0 0,9-1 0,13-3 0,12-2 0,14-2 0,13-6 0,5-6 0,-13 2-8191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10:45.279"/>
    </inkml:context>
    <inkml:brush xml:id="br0">
      <inkml:brushProperty name="width" value="0.035" units="cm"/>
      <inkml:brushProperty name="height" value="0.035" units="cm"/>
      <inkml:brushProperty name="color" value="#E71224"/>
    </inkml:brush>
  </inkml:definitions>
  <inkml:trace contextRef="#ctx0" brushRef="#br0">28 475 24575,'0'-4'0,"0"-7"0,0-5 0,0-5 0,0-8 0,0-9 0,0-6 0,0-15 0,-5-15 0,-5-18 0,-2 6-8191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0:59.533"/>
    </inkml:context>
    <inkml:brush xml:id="br0">
      <inkml:brushProperty name="width" value="0.035" units="cm"/>
      <inkml:brushProperty name="height" value="0.035" units="cm"/>
      <inkml:brushProperty name="color" value="#E71224"/>
    </inkml:brush>
  </inkml:definitions>
  <inkml:trace contextRef="#ctx0" brushRef="#br0">10166 164 24575,'-14'-1'0,"1"-1"0,0 0 0,-1-1 0,1-1 0,-17-6 0,-33-8 0,-50 0 0,-171-6 0,-118 23 0,209 3 0,-3090-1 0,2406-29 0,206 2 0,225 13 0,-197-3 0,-1197 17 0,1749 2 0,0 4 0,1 4 0,0 4 0,-136 41 0,174-39 0,0 1 0,1 3 0,-60 34 0,84-39 0,1 1 0,0 1 0,2 1 0,0 1 0,1 2 0,1 0 0,-23 31 0,11-8 0,-49 86 0,72-111 0,2 1 0,0 1 0,1 0 0,1 0 0,1 0 0,1 1 0,-2 25 0,3 26 0,10 126 0,-5-186 0,0 0 0,1 1 0,0-1 0,1 0 0,1 0 0,0 0 0,1 0 0,0-1 0,2 0 0,-1 0 0,1-1 0,1 1 0,0-1 0,1-1 0,0 0 0,14 13 0,73 68 0,-47-44 0,1-2 0,2-2 0,63 40 0,-47-44 0,2-4 0,1-2 0,99 31 0,-63-32 0,192 31 0,119-19 0,0-27 0,-265-13 0,552 65 0,-425-38 0,405-6 0,1379-29 0,-1599 15 0,-84 0 0,1206-25-710,-1471 8 752,544-34 626,-30-17-668,26-3 0,-9-37 0,-591 85 0,-2-1 0,100-38 0,-137 43 0,-1-1 0,0 0 0,-1-1 0,0-1 0,0 0 0,-1-1 0,0-1 0,-1 0 0,0-1 0,-1 0 0,-1-1 0,0 0 0,10-18 0,8-25 0,-3-1 0,-3-2 0,-2 0 0,-2-2 0,-3 0 0,13-112 0,-26 145 0,0 0 0,-2 0 0,-1 0 0,-1 0 0,-2 0 0,0 1 0,-3-1 0,0 1 0,-1 0 0,-2 0 0,-17-37 0,8 26 0,-3 1 0,-48-70 0,57 93 0,0 0 0,-1 0 0,-1 1 0,0 1 0,-1 1 0,-1 0 0,0 0 0,-33-17 0,-28-1 0,-1 3 0,-1 4 0,-114-19 0,-80-2 0,-410-14 0,526 46 0,78 5 0,-89 3 0,158 4-151,0 1-1,0 0 0,0 0 0,0 1 1,0 1-1,1-1 0,-1 2 1,-15 7-1,11-2-6674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1:01.496"/>
    </inkml:context>
    <inkml:brush xml:id="br0">
      <inkml:brushProperty name="width" value="0.035" units="cm"/>
      <inkml:brushProperty name="height" value="0.035" units="cm"/>
      <inkml:brushProperty name="color" value="#E71224"/>
    </inkml:brush>
  </inkml:definitions>
  <inkml:trace contextRef="#ctx0" brushRef="#br0">0 1319 24575,'2'0'0,"-1"-1"0,0 1 0,1-1 0,-1 1 0,0-1 0,1 1 0,-1-1 0,0 0 0,0 0 0,0 0 0,0 1 0,0-1 0,0 0 0,0 0 0,0 0 0,0-1 0,1-1 0,3-3 0,159-217 0,-70 89 0,-44 66 0,150-192 0,-156 209 0,3 2 0,98-80 0,-103 97 0,90-51 0,-113 73 0,0 1 0,1 0 0,0 2 0,0 0 0,0 2 0,1 0 0,39-4 0,-51 10 0,0-1 0,0 1 0,-1 1 0,1 0 0,0 0 0,0 0 0,-1 1 0,0 0 0,1 1 0,-1 0 0,-1 0 0,1 1 0,12 10 0,7 7 0,0 2 0,25 29 0,-36-36 0,-2-1 0,18 18 0,-25-29 0,-14-18 0,-64-101 0,-50-73 0,111 174 0,-18-27 0,26 38 0,1 0 0,0 0 0,0 0 0,0 0 0,0 0 0,1 0 0,-1 0 0,1 0 0,-1 0 0,1 0 0,-1 0 0,1-1 0,0 1 0,0 0 0,0 0 0,1-4 0,0 5 0,0 0 0,-1 0 0,1 0 0,0 0 0,-1 0 0,1 1 0,0-1 0,0 0 0,0 0 0,0 1 0,0-1 0,0 1 0,0-1 0,0 1 0,0 0 0,0-1 0,0 1 0,0 0 0,0-1 0,0 1 0,0 0 0,0 0 0,1 0 0,-1 0 0,0 0 0,0 0 0,0 1 0,0-1 0,0 0 0,0 0 0,0 1 0,0-1 0,0 1 0,2 0 0,40 19 0,-40-18 0,20 11 0,0 2 0,-1 0 0,-1 2 0,27 27 0,67 87 0,-67-78 0,-32-38 0,-2 1 0,13 17 0,-26-32 0,0 0 0,0 0 0,0 1 0,0-1 0,-1 0 0,1 0 0,0 1 0,-1-1 0,1 0 0,-1 1 0,0-1 0,1 1 0,-1-1 0,0 1 0,0-1 0,0 1 0,0-1 0,0 0 0,0 1 0,0-1 0,-1 1 0,1-1 0,0 1 0,-1-1 0,1 0 0,-1 1 0,0-1 0,1 0 0,-1 0 0,0 1 0,0-1 0,0 0 0,0 0 0,0 0 0,0 0 0,0 0 0,0 0 0,0 0 0,0 0 0,-3 0 0,-6 5 0,0-1 0,0 0 0,0-1 0,-17 4 0,9-2 0,-15 6 0,-412 165 0,371-131 0,74-46 0,-1 1 0,1-1 0,0 0 0,-1 0 0,1 0 0,0 0 0,-1 1 0,1-1 0,0 0 0,-1 0 0,1 0 0,0 0 0,-1 0 0,1 0 0,-1 0 0,1 0 0,0 0 0,-1 0 0,1 0 0,0 0 0,-1 0 0,1 0 0,0-1 0,-1 1 0,1 0 0,0 0 0,-1 0 0,1 0 0,0-1 0,-1 1 0,1 0 0,0 0 0,-1-1 0,1 1 0,0 0 0,0 0 0,0-1 0,-1 1 0,1 0 0,0-1 0,0 1 0,0 0 0,0-1 0,-1 0 0,0-20 0,7-28 0,2 1 0,21-75 0,-9 48 0,10-47 8,23-101-1381,-46 184-5453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2:49.166"/>
    </inkml:context>
    <inkml:brush xml:id="br0">
      <inkml:brushProperty name="width" value="0.035" units="cm"/>
      <inkml:brushProperty name="height" value="0.035" units="cm"/>
      <inkml:brushProperty name="color" value="#E71224"/>
    </inkml:brush>
  </inkml:definitions>
  <inkml:trace contextRef="#ctx0" brushRef="#br0">6249 29 24575,'-3037'0'0,"2504"-14"0,17 0 0,-1240 15 0,1737 1 0,1 1 0,0 0 0,0 1 0,0 1 0,0 1 0,1 1 0,0 0 0,-25 15 0,-12 4 0,40-20 0,0 0 0,1 2 0,0 0 0,0 0 0,0 1 0,-14 14 0,21-18 0,1 1 0,0 0 0,0 1 0,1-1 0,0 1 0,0-1 0,0 1 0,1 0 0,0 1 0,1-1 0,-1 0 0,1 1 0,1 0 0,-2 9 0,-3 88 0,8 122 0,2-79 0,-5-141 0,1 0 0,1 0 0,0 0 0,0 0 0,0 0 0,1 0 0,0 0 0,0 0 0,4 8 0,-3-10 0,0-1 0,1 1 0,-1-1 0,1 0 0,0 0 0,0 0 0,0 0 0,0-1 0,1 0 0,0 1 0,-1-2 0,10 5 0,15 6 0,1-2 0,0-1 0,35 7 0,98 12 0,-158-28 0,704 59 2,-406-43-96,858 33-367,-538-38 511,70 1 453,-310-12-503,696-4 0,-808-8 0,-2-12 0,411-88 0,-267-3 0,-354 92 0,-2-2 0,0-3 0,-2-2 0,92-66 0,-132 83 0,0 0 0,-1-1 0,0-1 0,-1-1 0,-1 0 0,16-24 0,-21 29 0,-1-1 0,-1 1 0,0-1 0,0 0 0,-1 0 0,-1 0 0,1-1 0,-2 0 0,0 1 0,0-1 0,-1-20 0,-1 27 0,0 0 0,-1 0 0,0 0 0,-1 0 0,1 0 0,-1 0 0,1 0 0,-2 0 0,1 1 0,0-1 0,-1 1 0,0 0 0,0 0 0,-6-7 0,2 5 0,0-1 0,-1 1 0,0 1 0,0-1 0,0 2 0,0-1 0,-13-4 0,-8-2 0,-2 2 0,1 1 0,-55-7 0,-346-10 0,285 21 0,-936-57 0,773 49-1365,284 12-5461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2:49.740"/>
    </inkml:context>
    <inkml:brush xml:id="br0">
      <inkml:brushProperty name="width" value="0.035" units="cm"/>
      <inkml:brushProperty name="height" value="0.035" units="cm"/>
      <inkml:brushProperty name="color" value="#E71224"/>
    </inkml:brush>
  </inkml:definitions>
  <inkml:trace contextRef="#ctx0" brushRef="#br0">5046 1 24575,'-36'3'0,"0"1"0,0 2 0,0 1 0,-68 25 0,30-9 0,-1229 338-1882,-16-49-1,312-119 1546,120-24 56,824-158 281,40-8 257,0 1 0,0 1-1,-25 10 1,29-4-891,11 0-3567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2:50.285"/>
    </inkml:context>
    <inkml:brush xml:id="br0">
      <inkml:brushProperty name="width" value="0.035" units="cm"/>
      <inkml:brushProperty name="height" value="0.035" units="cm"/>
      <inkml:brushProperty name="color" value="#E71224"/>
    </inkml:brush>
  </inkml:definitions>
  <inkml:trace contextRef="#ctx0" brushRef="#br0">0 0 24575,'101'3'0,"138"22"0,92 36 0,-273-50 0,1077 287-781,-703-158 553,770 230-855,-314-168 1038,-798-186-463,115 4-1,-160-20-4528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2:51.093"/>
    </inkml:context>
    <inkml:brush xml:id="br0">
      <inkml:brushProperty name="width" value="0.035" units="cm"/>
      <inkml:brushProperty name="height" value="0.035" units="cm"/>
      <inkml:brushProperty name="color" value="#E71224"/>
    </inkml:brush>
  </inkml:definitions>
  <inkml:trace contextRef="#ctx0" brushRef="#br0">2168 1 24575,'-4'0'0,"-44"0"0,-58 0 0,-58 0 0,-47 0 0,-34 0 0,-15 0-1397,-2 4 1397,17 11 0,41 3 0,46 3 340,44 3-340,39 6 0,30 7 0,24 2 0,15-1 0,9-7-7134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2:55.112"/>
    </inkml:context>
    <inkml:brush xml:id="br0">
      <inkml:brushProperty name="width" value="0.035" units="cm"/>
      <inkml:brushProperty name="height" value="0.035" units="cm"/>
      <inkml:brushProperty name="color" value="#E71224"/>
    </inkml:brush>
  </inkml:definitions>
  <inkml:trace contextRef="#ctx0" brushRef="#br0">1 437 24575,'4'5'0,"-1"0"0,0 0 0,0 0 0,0 0 0,0 0 0,-1 1 0,0-1 0,0 1 0,1 5 0,0 1 0,30 106 0,34 238 0,-63-331 0,-7-57 0,-21-118 0,7 0 0,5-242 0,12 388 0,0-16 0,1 0 0,1 1 0,1-1 0,5-20 0,-6 35 0,-1 1 0,0 0 0,1 0 0,0 0 0,0 0 0,0 0 0,1 0 0,-1 0 0,1 1 0,0-1 0,0 1 0,0 0 0,0-1 0,1 2 0,-1-1 0,1 0 0,0 1 0,-1-1 0,1 1 0,0 0 0,1 1 0,-1-1 0,7-1 0,-4 1 0,-1 1 0,1 0 0,0 1 0,0-1 0,-1 1 0,1 0 0,0 1 0,0 0 0,0 0 0,-1 0 0,1 1 0,-1 0 0,1 1 0,-1-1 0,7 4 0,-6-1 0,0 0 0,0 0 0,0 1 0,-1-1 0,0 1 0,0 1 0,0-1 0,-1 1 0,0 0 0,8 14 0,-7-8 0,0 1 0,0-1 0,-1 1 0,-1 1 0,0-1 0,-1 1 0,-1-1 0,0 1 0,-1 0 0,-1 0 0,0 0 0,-1-1 0,-4 25 0,-1-20 0,0 0 0,-1 0 0,-1-1 0,-1 0 0,-1-1 0,0 0 0,-1 0 0,-1-1 0,-1-1 0,0 0 0,-1-1 0,0 0 0,-1-1 0,-1 0 0,-31 19 0,46-32 0,0 0 0,1 0 0,-1 1 0,1-1 0,-1 0 0,0 0 0,1 1 0,-1-1 0,1 0 0,-1 1 0,1-1 0,-1 1 0,1-1 0,0 1 0,-1-1 0,1 1 0,-1-1 0,1 1 0,0-1 0,-1 1 0,1-1 0,0 1 0,0-1 0,0 1 0,-1 0 0,1-1 0,0 1 0,0 0 0,0-1 0,0 1 0,0-1 0,0 1 0,0 0 0,0-1 0,0 1 0,0 0 0,1-1 0,-1 1 0,0-1 0,0 1 0,1 0 0,-1-1 0,0 1 0,1-1 0,-1 1 0,0-1 0,1 1 0,-1-1 0,1 1 0,-1-1 0,1 0 0,-1 1 0,1-1 0,0 1 0,39 24 0,-28-18 0,26 14 0,0-1 0,63 23 0,-83-37 0,1-1 0,-1 0 0,1-1 0,0-1 0,0-1 0,1 0 0,-1-2 0,24-1 0,-35-1 0,0 1 0,0-1 0,0-1 0,0 0 0,-1 0 0,1 0 0,-1-1 0,8-4 0,52-44 0,-17 13 0,-28 24 0,-1-1 0,-1-1 0,-1-1 0,18-20 0,-30 30 0,-1 0 0,0 0 0,0-1 0,-1 0 0,0 0 0,0 0 0,-1 0 0,-1-1 0,1 1 0,-1-1 0,-1 0 0,0 0 0,1-14 0,-3 22 0,0 0 0,0-1 0,0 1 0,0 0 0,0 0 0,-1 0 0,1-1 0,-1 1 0,1 0 0,-1 0 0,0 0 0,0 0 0,0 0 0,0 0 0,0 0 0,0 1 0,-1-1 0,1 0 0,-1 0 0,-1-1 0,1 2 0,1 0 0,-1 1 0,1-1 0,-1 1 0,0-1 0,1 1 0,-1-1 0,0 1 0,0 0 0,1 0 0,-1 0 0,0 0 0,1 0 0,-1 0 0,0 0 0,1 1 0,-1-1 0,0 1 0,1-1 0,-1 1 0,0 0 0,1-1 0,-1 1 0,1 0 0,0 0 0,-3 2 0,-5 4 0,1 0 0,0 1 0,1 0 0,0 0 0,0 0 0,1 1 0,0 0 0,0 1 0,1-1 0,0 1 0,1 0 0,0 0 0,1 1 0,-3 10 0,2-3 0,0 1 0,1-1 0,1 1 0,1-1 0,1 1 0,0 0 0,4 26 0,-3-37 0,1 0 0,0 0 0,0-1 0,0 1 0,1 0 0,1-1 0,-1 0 0,1 0 0,0 0 0,0 0 0,1 0 0,0-1 0,0 0 0,1 0 0,0 0 0,0-1 0,0 0 0,1 0 0,-1 0 0,1-1 0,0 0 0,1-1 0,-1 1 0,0-1 0,1-1 0,0 1 0,0-1 0,0-1 0,0 1 0,0-1 0,0-1 0,0 0 0,0 0 0,0 0 0,0-1 0,0 0 0,0-1 0,0 1 0,0-2 0,-1 1 0,9-4 0,-5 1 0,0-1 0,0 0 0,0 0 0,-1-1 0,1 0 0,-2-1 0,1 0 0,-1 0 0,0-1 0,-1 0 0,0-1 0,-1 0 0,0 0 0,0-1 0,-1 1 0,0-1 0,-1-1 0,-1 1 0,1-1 0,-2 0 0,0 0 0,0 0 0,-1 0 0,1-23 0,-2 17 0,-1-1 0,0 1 0,-2 0 0,0 0 0,-5-22 0,2 29 0,3 13 0,5 21 0,16 28 0,31 63 0,-26-64 0,-11-30 0,-13-20 0,0 0 0,0 0 0,1 0 0,-1 0 0,0 0 0,0 0 0,1 0 0,-1 0 0,0 0 0,0 0 0,0 0 0,1 0 0,-1 0 0,0 0 0,0 0 0,1 0 0,-1 0 0,0 0 0,0 0 0,0 0 0,1 0 0,-1-1 0,0 1 0,0 0 0,0 0 0,1 0 0,-1 0 0,0 0 0,0-1 0,0 1 0,0 0 0,0 0 0,1 0 0,-1-1 0,0 1 0,0 0 0,0 0 0,0 0 0,0-1 0,0 1 0,0 0 0,0 0 0,0-1 0,5-40 0,-5 20 0,-1 9 0,1 0 0,0 0 0,1 0 0,1 0 0,4-20 0,-5 30 0,0 0 0,0 0 0,0-1 0,0 1 0,0 0 0,0 0 0,0 1 0,1-1 0,-1 0 0,1 0 0,0 1 0,-1-1 0,1 1 0,0-1 0,0 1 0,0 0 0,0-1 0,0 1 0,0 0 0,0 0 0,0 1 0,0-1 0,0 0 0,1 1 0,-1-1 0,0 1 0,1 0 0,-1 0 0,0 0 0,0 0 0,1 0 0,-1 0 0,0 1 0,1-1 0,-1 1 0,3 1 0,4 0 0,-1 1 0,1 1 0,-1-1 0,0 2 0,0-1 0,0 1 0,-1 0 0,1 0 0,-1 1 0,8 9 0,6 7 0,31 44 0,-52-66 0,1 1 0,-1 0 0,1-1 0,-1 1 0,0 0 0,1-1 0,-1 1 0,1-1 0,0 1 0,-1-1 0,1 1 0,-1-1 0,1 1 0,0-1 0,-1 0 0,1 1 0,0-1 0,-1 0 0,1 0 0,0 1 0,-1-1 0,2 0 0,-1 0 0,0-1 0,-1 1 0,1 0 0,-1-1 0,1 1 0,-1-1 0,1 1 0,-1-1 0,0 1 0,1-1 0,-1 1 0,1-1 0,-1 1 0,0-1 0,0 0 0,1 1 0,-1-1 0,0 1 0,0-1 0,0-1 0,5-49 0,-3 31 0,-1 4 0,0 5 0,1 1 0,0-1 0,0 0 0,8-20 0,-9 28 0,0 1 0,1-1 0,-1 1 0,1 0 0,-1-1 0,1 1 0,0 0 0,0 0 0,0 0 0,0 0 0,0 0 0,0 1 0,1-1 0,-1 1 0,1-1 0,-1 1 0,1 0 0,-1 0 0,1 0 0,0 0 0,-1 1 0,1-1 0,0 1 0,4-1 0,0 1 0,-1 0 0,1 0 0,0 1 0,-1 0 0,1 0 0,-1 1 0,1-1 0,-1 1 0,1 1 0,-1-1 0,0 1 0,0 0 0,7 6 0,5 4 0,-2 0 0,27 29 0,-29-29 0,-13-12 0,0 0 0,0 0 0,0 0 0,0 0 0,0 0 0,0 0 0,0 0 0,0 0 0,1-1 0,-1 1 0,0-1 0,0 1 0,1-1 0,-1 1 0,0-1 0,1 0 0,-1 0 0,1 1 0,-1-1 0,1 0 0,-1 0 0,0 0 0,1-1 0,-1 1 0,1 0 0,-1 0 0,0-1 0,1 1 0,-1-1 0,0 1 0,0-1 0,1 0 0,-1 0 0,0 1 0,0-1 0,0 0 0,0 0 0,0 0 0,0 0 0,0 0 0,0 0 0,1-2 0,5-7 0,-1 1 0,0-2 0,0 1 0,5-14 0,-3 7 0,0 1 0,1 1 0,1 0 0,0 0 0,1 1 0,1 0 0,0 1 0,18-16 0,-25 25 0,0 0 0,0 1 0,1 0 0,-1 0 0,1 0 0,-1 0 0,1 1 0,0 0 0,0 1 0,11-3 0,-12 4 0,-1 0 0,1 0 0,-1 0 0,1 1 0,-1-1 0,0 1 0,1 0 0,-1 1 0,0-1 0,0 1 0,0 0 0,0 0 0,0 0 0,0 0 0,0 1 0,5 4 0,-3-1 0,-1-1 0,0 1 0,0 0 0,0 0 0,-1 1 0,0-1 0,0 1 0,0 0 0,-1 0 0,0 0 0,-1 0 0,0 1 0,2 10 0,-3-14 0,0 0 0,-1 0 0,1 0 0,-1 0 0,0-1 0,0 1 0,0 0 0,-1 0 0,0 0 0,1 0 0,-1-1 0,0 1 0,-1 0 0,1-1 0,-1 1 0,0-1 0,0 1 0,0-1 0,0 0 0,0 0 0,-1 0 0,1 0 0,-1 0 0,0-1 0,0 1 0,0-1 0,0 0 0,-4 3 0,-3-1 0,1 0 0,-1 0 0,0-1 0,0 0 0,-19 2 0,24-4 0,0-1 0,0 0 0,1 1 0,-1-1 0,0-1 0,0 1 0,0-1 0,1 0 0,-1 0 0,0 0 0,1-1 0,-1 1 0,1-1 0,-8-5 0,10 6 0,1 0 0,-1-1 0,1 1 0,-1-1 0,1 1 0,0-1 0,0 0 0,0 0 0,0 1 0,0-1 0,0 0 0,0 0 0,1 0 0,-1 0 0,1 0 0,-1 0 0,1 0 0,0 0 0,0 0 0,0 0 0,0 0 0,0-1 0,0 1 0,0 0 0,1 0 0,0-3 0,-1 5 0,0 0 0,0 0 0,0-1 0,0 1 0,0 0 0,0 0 0,1 0 0,-1-1 0,0 1 0,0 0 0,0 0 0,0 0 0,0-1 0,0 1 0,0 0 0,1 0 0,-1 0 0,0 0 0,0 0 0,0-1 0,0 1 0,1 0 0,-1 0 0,0 0 0,0 0 0,0 0 0,1 0 0,-1 0 0,0 0 0,0-1 0,0 1 0,1 0 0,-1 0 0,0 0 0,0 0 0,1 0 0,-1 0 0,0 0 0,0 0 0,0 1 0,1-1 0,-1 0 0,0 0 0,0 0 0,0 0 0,1 0 0,-1 0 0,0 0 0,0 0 0,0 0 0,1 1 0,-1-1 0,0 0 0,0 0 0,0 0 0,0 0 0,0 1 0,0-1 0,1 0 0,-1 0 0,0 0 0,0 1 0,0-1 0,10 18 0,-5-9 0,-4-8 0,-1 0 0,1 0 0,0 0 0,-1-1 0,1 1 0,0 0 0,-1-1 0,1 1 0,0-1 0,0 1 0,0-1 0,0 1 0,0-1 0,-1 1 0,1-1 0,0 0 0,0 0 0,0 1 0,0-1 0,0 0 0,0 0 0,0 0 0,0 0 0,0 0 0,0 0 0,0 0 0,0 0 0,0-1 0,0 1 0,0 0 0,0-1 0,0 1 0,0 0 0,-1-1 0,1 1 0,0-1 0,0 1 0,0-1 0,-1 0 0,1 1 0,0-1 0,-1 0 0,1 1 0,0-2 0,5-5 0,-1 0 0,0-1 0,0 1 0,4-10 0,-3 5 0,12-22 0,-14 25 0,0 1 0,0 0 0,1 1 0,0-1 0,0 1 0,0 0 0,1 0 0,1 1 0,-1-1 0,12-7 0,-8 7 0,0 0 0,1 0 0,0 1 0,1 1 0,-1 0 0,17-5 0,-23 9 0,-1 0 0,0 1 0,0-1 0,1 1 0,-1 0 0,0 1 0,1-1 0,-1 1 0,0-1 0,0 1 0,0 1 0,0-1 0,0 0 0,0 1 0,0 0 0,0 0 0,0 0 0,-1 1 0,1-1 0,-1 1 0,0 0 0,5 5 0,-4-5 0,-1 1 0,1 0 0,0-1 0,-1 0 0,2 0 0,-1 0 0,7 4 0,-10-6 0,1-1 0,-1 1 0,0-1 0,1 0 0,-1 0 0,1 1 0,-1-1 0,1 0 0,-1 0 0,1 0 0,-1 0 0,1-1 0,-1 1 0,1 0 0,-1-1 0,1 1 0,-1-1 0,1 1 0,-1-1 0,0 0 0,1 1 0,-1-1 0,0 0 0,0 0 0,0 0 0,1 0 0,0-2 0,4-3 0,-1-1 0,0 1 0,-1-1 0,0 0 0,0 0 0,0 0 0,-1-1 0,0 1 0,0-1 0,-1 0 0,3-13 0,0-11 0,1-53 0,-4 34 0,-2 50 0,0 0 0,0 0 0,0 0 0,0 0 0,0 0 0,1 0 0,-1 0 0,0 0 0,0 1 0,1-1 0,-1 0 0,0 0 0,1 0 0,-1 0 0,1 0 0,-1 1 0,1-1 0,-1 0 0,2 0 0,-2 0 0,1 1 0,-1 0 0,1 0 0,-1 1 0,1-1 0,-1 0 0,1 0 0,-1 0 0,1 0 0,-1 0 0,1 0 0,-1 1 0,1-1 0,-1 0 0,1 0 0,-1 1 0,1-1 0,-1 0 0,0 1 0,1-1 0,-1 0 0,0 1 0,1-1 0,0 1 0,23 38 0,-19-30 0,-1-3 0,-1-1 0,1 0 0,1 0 0,-1 0 0,1 0 0,0-1 0,0 0 0,0 0 0,0 0 0,1-1 0,-1 1 0,1-1 0,0-1 0,0 1 0,0-1 0,1 0 0,-1 0 0,0-1 0,1 0 0,-1 0 0,1 0 0,9-1 0,-1-1 0,-1 0 0,0-1 0,0-1 0,0 0 0,0-1 0,-1-1 0,1 0 0,-1 0 0,17-11 0,-22 11 0,0 0 0,-1-1 0,0 0 0,0 0 0,0-1 0,-1 1 0,0-2 0,-1 1 0,7-10 0,-9 13 0,-1 0 0,1-1 0,-1 1 0,0 0 0,-1-1 0,1 1 0,-1-1 0,0 0 0,0 1 0,0-1 0,0 0 0,-1 0 0,0 0 0,0 1 0,0-1 0,-1 0 0,0 0 0,0 1 0,-1-7 0,0 9 0,1-1 0,-1 1 0,1 0 0,-1-1 0,0 1 0,0 0 0,1 0 0,-2 0 0,1 1 0,0-1 0,0 0 0,-1 1 0,1-1 0,0 1 0,-1 0 0,1 0 0,-1 0 0,0 0 0,1 0 0,-1 1 0,0-1 0,0 1 0,1-1 0,-1 1 0,-5 1 0,5-1 0,0 0 0,0 0 0,0 0 0,0 1 0,1-1 0,-1 1 0,0 0 0,0 0 0,1 0 0,-1 0 0,0 1 0,1-1 0,-1 0 0,1 1 0,0 0 0,-1 0 0,1 0 0,0 0 0,0 0 0,0 0 0,1 0 0,-1 1 0,0-1 0,-1 5 0,-1 5 0,1 1 0,0-1 0,1 1 0,1 0 0,0 0 0,1-1 0,0 1 0,1 0 0,3 20 0,0-14 0,0 1 0,1-1 0,1-1 0,1 1 0,14 27 0,-18-41 5,0-1 0,0 0-1,0 0 1,0 0-1,1 0 1,-1 0 0,1-1-1,0 1 1,0-1 0,0 0-1,1 0 1,-1-1 0,1 1-1,-1-1 1,1 0-1,0 0 1,0-1 0,0 1-1,0-1 1,0 0 0,0-1-1,8 1 1,7-1-225,0-1 0,0-1 0,1-1 0,25-7 0,-34 8-152,17-5-6454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2:56.827"/>
    </inkml:context>
    <inkml:brush xml:id="br0">
      <inkml:brushProperty name="width" value="0.035" units="cm"/>
      <inkml:brushProperty name="height" value="0.035" units="cm"/>
      <inkml:brushProperty name="color" value="#E71224"/>
    </inkml:brush>
  </inkml:definitions>
  <inkml:trace contextRef="#ctx0" brushRef="#br0">109 86 24575,'5'1'0,"0"1"0,-1-1 0,0 1 0,1 0 0,-1 1 0,0-1 0,0 1 0,0-1 0,6 7 0,6 2 0,262 137 0,-64-39 0,-206-105 0,-1 0 0,0 0 0,0 1 0,0 0 0,-1 1 0,0-1 0,0 1 0,0 0 0,-1 1 0,8 11 0,-10-13 0,-1 0 0,0 0 0,-1 0 0,1 0 0,-1 0 0,0 1 0,-1-1 0,1 0 0,-1 0 0,0 1 0,0-1 0,0 0 0,-1 1 0,0-1 0,0 0 0,0 0 0,-4 9 0,0-2 0,-1 0 0,0 0 0,-1-1 0,0 1 0,-1-1 0,0-1 0,0 0 0,-1 0 0,-14 11 0,-11 8 0,-55 35 0,30-28 0,-3-3 0,-85 34 0,145-66 0,1 0 0,-1 0 0,0-1 0,1 1 0,-1-1 0,0 1 0,0-1 0,1 1 0,-1-1 0,0 0 0,0 0 0,0 0 0,1 0 0,-1 0 0,0 0 0,0-1 0,1 1 0,-1-1 0,0 1 0,0-1 0,1 1 0,-1-1 0,1 0 0,-1 0 0,0 0 0,1 0 0,0 0 0,-1 0 0,1 0 0,0-1 0,-1 1 0,1 0 0,0-1 0,0 1 0,0-1 0,0 1 0,-1-3 0,-2-7 0,0 0 0,1 0 0,0 0 0,0 0 0,0-13 0,-1-1 0,0 6 0,-131-578 0,118 543 31,-9-33-1427,22 64-5430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3:31.096"/>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8:24.639"/>
    </inkml:context>
    <inkml:brush xml:id="br0">
      <inkml:brushProperty name="width" value="0.035" units="cm"/>
      <inkml:brushProperty name="height" value="0.035" units="cm"/>
      <inkml:brushProperty name="color" value="#E71224"/>
    </inkml:brush>
  </inkml:definitions>
  <inkml:trace contextRef="#ctx0" brushRef="#br0">2325 251 24575,'-35'-2'0,"-40"-6"0,5 1 0,-70-4 0,-434-40 0,6-32 0,371 33 0,111 26 0,54 18 0,1 2 0,-1 1 0,1 1 0,-62 6 0,16-2 0,63-1 0,0-1 0,1 2 0,-1 0 0,0 0 0,1 1 0,0 1 0,0 1 0,0-1 0,-17 10 0,23-10 0,0 0 0,1 1 0,-1 0 0,1 0 0,0 0 0,0 1 0,1 0 0,0 0 0,0 0 0,0 0 0,1 1 0,-1 0 0,2 0 0,-1 0 0,1 1 0,0-1 0,-2 11 0,-11 62 0,4 1 0,4 0 0,3 146 0,6-218 0,0 0 0,1 0 0,0-1 0,1 1 0,0 0 0,0-1 0,0 1 0,1-1 0,1 0 0,-1 0 0,1-1 0,1 1 0,-1-1 0,1 0 0,1-1 0,-1 1 0,14 9 0,0-1 0,1 0 0,1-1 0,0-1 0,1-1 0,27 10 0,61 26 0,-62-25 0,0-2 0,68 18 0,-76-27 0,77 35 0,-82-30 0,2-2 0,59 16 0,230 27 0,-199-37 0,-32-10 0,169-1 0,-11-3 0,655 11 0,-607-20 0,2210 2 0,-2232 13 0,-33 0 0,950-10 0,-612-5 0,-290 16 0,14 0 0,1648-16 0,-1100 3 0,-774-5 0,147-27 0,-50 4 0,232-12 0,124-15 0,-307 28 0,161-24 0,-285 31 0,173-54 0,105-70 0,-370 138 0,-1-1 0,1-1 0,-1 0 0,-1-1 0,1 0 0,-1 0 0,-1-1 0,1-1 0,-2 0 0,1 0 0,-1-1 0,-1 0 0,0 0 0,-1-1 0,10-21 0,-13 22 0,0-1 0,-1 0 0,0 0 0,-2 0 0,1-1 0,-1-16 0,-1-6 0,-6-34 0,3 52 0,-1 1 0,-1 0 0,0-1 0,-2 2 0,0-1 0,0 1 0,-1 0 0,-1 0 0,-1 1 0,0 1 0,-1-1 0,0 1 0,-1 1 0,0 0 0,-18-13 0,11 12 0,-1 1 0,1 1 0,-42-17 0,-68-18 0,123 44 0,-68-19 0,-1 3 0,0 4 0,-138-9 0,-236 21 0,240 5 0,-998-3 0,646 39 0,131-2 0,-786-64 0,563-11 0,591 35 0,-714-4 0,191 5 0,284-11 0,-55-2 0,-1443 14 0,867 3 0,-233-2 0,1123 2 0,-57 10 0,-24 1 0,-68-12 0,-116 9 0,17 41-521,247-42-323,13-3-5982</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28:26.774"/>
    </inkml:context>
    <inkml:brush xml:id="br0">
      <inkml:brushProperty name="width" value="0.035" units="cm"/>
      <inkml:brushProperty name="height" value="0.035" units="cm"/>
      <inkml:brushProperty name="color" value="#E71224"/>
    </inkml:brush>
  </inkml:definitions>
  <inkml:trace contextRef="#ctx0" brushRef="#br0">18 1 24575,'2'13'0,"1"-1"0,0 1 0,0 0 0,1-1 0,1 0 0,0 0 0,10 17 0,-1 0 0,107 302 0,-120-328 0,0 0 0,0 1 0,0-1 0,0 0 0,0 0 0,-1 1 0,1-1 0,-1 0 0,0 1 0,0-1 0,-1 0 0,1 1 0,-1-1 0,1 0 0,-1 0 0,0 1 0,0-1 0,-3 6 0,2-7 0,-1 1 0,1-1 0,-1 0 0,1 0 0,-1 0 0,0 0 0,0 0 0,0-1 0,0 1 0,0-1 0,0 0 0,0 0 0,0 0 0,0 0 0,-1-1 0,1 1 0,0-1 0,-7 0 0,3 1 0,0-2 0,-1 1 0,1-1 0,0 0 0,-1-1 0,1 1 0,0-1 0,0-1 0,0 1 0,1-1 0,-1-1 0,-7-4 0,13 7 0,1 1 0,-1-1 0,0 0 0,0 1 0,0-1 0,0 1 0,0-1 0,0 1 0,0 0 0,0-1 0,0 1 0,0 0 0,0 0 0,0-1 0,0 1 0,0 0 0,0 0 0,0 0 0,0 0 0,0 1 0,0-1 0,0 0 0,0 0 0,0 1 0,-2 0 0,3 0 0,-1 0 0,1 0 0,-1 0 0,1 0 0,0 0 0,0 0 0,-1 0 0,1 0 0,0 0 0,0 0 0,0 0 0,0 1 0,0-1 0,1 0 0,-1 0 0,0 0 0,0 0 0,1 0 0,0 1 0,2 7 0,0 0 0,1 0 0,0-1 0,11 15 0,-7-12 0,1 0 0,0-1 0,1 0 0,1-1 0,-1 0 0,1-1 0,1 0 0,-1-1 0,24 11 0,-30-16 0,1 0 0,-1 0 0,1 0 0,0-1 0,0 0 0,0 0 0,-1 0 0,1-1 0,0 0 0,0 0 0,0 0 0,0-1 0,0 0 0,0 0 0,0 0 0,-1-1 0,1 0 0,-1 0 0,1-1 0,-1 1 0,0-1 0,1 0 0,-2-1 0,1 1 0,4-5 0,4-4-76,-2 0 1,0-1-1,0-1 0,-1 0 0,-1 0 0,0-1 0,-1 0 0,-1-1 1,0 0-1,-1 0 0,-1 0 0,-1 0 0,0-1 0,-1 0 1,0 0-1,-2 0 0,0-20 0,-2 13-6750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3:41.159"/>
    </inkml:context>
    <inkml:brush xml:id="br0">
      <inkml:brushProperty name="width" value="0.035" units="cm"/>
      <inkml:brushProperty name="height" value="0.035" units="cm"/>
      <inkml:brushProperty name="color" value="#E71224"/>
    </inkml:brush>
  </inkml:definitions>
  <inkml:trace contextRef="#ctx0" brushRef="#br0">1434 300 24575,'-6'-1'0,"-1"1"0,1-1 0,-1-1 0,-9-3 0,-18-3 0,-71 0 0,-156 5 0,252 4 0,-411 32 0,307-21 0,-212 26 0,319-38 0,1 1 0,0 0 0,-1 0 0,1 0 0,0 1 0,0 0 0,-1 0 0,2 0 0,-1 0 0,0 1 0,0 0 0,1 0 0,-1 0 0,1 1 0,0-1 0,0 1 0,-5 7 0,5-5 0,0 1 0,0 0 0,1 1 0,-1-1 0,2 0 0,-1 1 0,1 0 0,0-1 0,1 1 0,0 0 0,0 13 0,0 4 0,1 1 0,2 0 0,0-1 0,2 0 0,1 1 0,0-1 0,2-1 0,1 1 0,1-1 0,1-1 0,2 0 0,0 0 0,1-1 0,1-1 0,23 28 0,-26-39 0,0 0 0,1 0 0,0-1 0,1-1 0,-1 0 0,2-1 0,-1 0 0,1-1 0,0 0 0,0-2 0,1 1 0,25 3 0,16 0 0,0-2 0,58-2 0,-86-4 0,555-16 0,-63-1 0,3303 20 0,-2031-5 0,727 2 0,-1989 19 0,-431-13 0,97 6 0,232 7 0,-302-18 0,347-8 0,-349-1 0,222-43 0,-327 47 0,162-42 0,-156 37 0,0 0 0,-1-2 0,0-1 0,44-28 0,-52 28 0,0-1 0,-1 0 0,-1-1 0,0-1 0,-1 0 0,-1-1 0,0-1 0,-1 0 0,-1 0 0,0-1 0,-2 0 0,0 0 0,-1-1 0,-1-1 0,0 1 0,-2-1 0,0 1 0,-1-1 0,-1 0 0,-2-37 0,0 48 0,-2 1 0,1-1 0,-1 1 0,0-1 0,-1 1 0,0 0 0,0 0 0,-1 0 0,0 1 0,0-1 0,-1 1 0,0 0 0,0 0 0,0 0 0,-1 1 0,0 0 0,-1 0 0,1 0 0,-1 1 0,0 0 0,-1 1 0,-9-6 0,-8-1 0,0 0 0,0 2 0,-1 1 0,0 1 0,0 1 0,-28-3 0,-124-8 0,-208 7 0,166 8 0,-2864-18 0,2079 22 0,-2294-2 0,2894-26 0,2-32 0,25 2 0,-298 5 0,68 53 0,586-1 0,-1 1 0,1 0 0,0 2 0,0 0 0,0 2 0,-41 16 0,5 4 0,-61 39 0,47-24 0,44-26-106,-117 59 345,126-66-488,-1-1-1,1-1 0,-1 0 0,0-1 1,-36 3-1,31-7-6576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3:42.467"/>
    </inkml:context>
    <inkml:brush xml:id="br0">
      <inkml:brushProperty name="width" value="0.035" units="cm"/>
      <inkml:brushProperty name="height" value="0.035" units="cm"/>
      <inkml:brushProperty name="color" value="#E71224"/>
    </inkml:brush>
  </inkml:definitions>
  <inkml:trace contextRef="#ctx0" brushRef="#br0">1436 978 24575,'-6'-1'0,"-1"0"0,1 0 0,0-1 0,0 0 0,0 0 0,0-1 0,0 1 0,1-1 0,-1 0 0,1-1 0,-7-5 0,-5-2 0,-250-157 0,-215-130 0,132 86 0,313 187 0,27 18 0,-1 0 0,1 0 0,-1 1 0,0 0 0,-19-6 0,29 11 0,-1 1 0,1 0 0,0 0 0,0 0 0,0 0 0,0 0 0,0 0 0,-1 0 0,1 1 0,0-1 0,0 0 0,0 1 0,0-1 0,0 1 0,0-1 0,0 1 0,0-1 0,0 1 0,0 0 0,0-1 0,0 1 0,0 0 0,1 0 0,-1-1 0,0 1 0,1 0 0,-1 0 0,0 0 0,1 0 0,-1 0 0,1 0 0,-1 0 0,1 0 0,0 1 0,-1-1 0,1 0 0,0 0 0,0 2 0,-2 5 0,1-1 0,1 1 0,-1 0 0,2 12 0,2 3 0,1 0 0,10 35 0,-7-36 0,-2 0 0,3 26 0,-8-48 0,0 0 0,0 0 0,1 0 0,-1 1 0,0-1 0,0 0 0,0 0 0,0 0 0,0 1 0,0-1 0,0 0 0,0 0 0,0 0 0,0 1 0,0-1 0,0 0 0,0 0 0,0 0 0,0 1 0,0-1 0,0 0 0,0 0 0,0 0 0,0 0 0,-1 1 0,1-1 0,0 0 0,0 0 0,0 0 0,0 0 0,0 1 0,0-1 0,-1 0 0,1 0 0,0 0 0,0 0 0,0 0 0,0 0 0,-1 1 0,1-1 0,0 0 0,0 0 0,0 0 0,0 0 0,-1 0 0,1 0 0,0 0 0,0 0 0,0 0 0,-1 0 0,1 0 0,-12-9 0,-9-17 0,4-2 0,1-1 0,-19-51 0,29 65 0,2 0 0,0 0 0,0 0 0,2-1 0,0 0 0,0 1 0,2-29 0,1 39 0,-1 0 0,1 0 0,0 0 0,1 0 0,-1 0 0,1 1 0,0-1 0,0 0 0,0 1 0,1-1 0,0 1 0,-1 0 0,2 0 0,2-4 0,0 3 0,0-1 0,0 1 0,1 1 0,-1-1 0,1 1 0,0 0 0,0 1 0,10-4 0,3 1 0,0 1 0,0 0 0,1 2 0,-1 0 0,41 1 0,-31 1 0,0 2 0,0 0 0,-1 3 0,1 0 0,-1 2 0,0 1 0,0 1 0,47 21 0,-20 0-1365,-33-18-5461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6:57.094"/>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03.562"/>
    </inkml:context>
    <inkml:brush xml:id="br0">
      <inkml:brushProperty name="width" value="0.035" units="cm"/>
      <inkml:brushProperty name="height" value="0.035" units="cm"/>
      <inkml:brushProperty name="color" value="#E71224"/>
    </inkml:brush>
  </inkml:definitions>
  <inkml:trace contextRef="#ctx0" brushRef="#br0">784 118 24575,'0'-1'0,"0"1"0,0-1 0,0 1 0,-1-1 0,1 1 0,0-1 0,0 1 0,-1-1 0,1 1 0,0-1 0,-1 1 0,1 0 0,-1-1 0,1 1 0,0 0 0,-1-1 0,1 1 0,-1 0 0,1-1 0,-1 1 0,1 0 0,-1 0 0,1-1 0,-1 1 0,1 0 0,-1 0 0,0 0 0,1 0 0,-1 0 0,1 0 0,-1 0 0,1 0 0,-1 0 0,0 0 0,0 0 0,-27 3 0,24-2 0,-88 19 0,-170 61 0,96-26 0,113-40 0,19-6 0,-47 20 0,78-28 0,0 1 0,0-1 0,0 1 0,1-1 0,-1 1 0,1 0 0,-1 0 0,1 0 0,0 0 0,-1 0 0,1 1 0,0-1 0,1 1 0,-1-1 0,0 1 0,1 0 0,-1-1 0,1 1 0,0 0 0,0 0 0,0 0 0,0 0 0,1 0 0,-1 0 0,1 1 0,0-1 0,0 0 0,0 0 0,0 0 0,1 0 0,0 5 0,3 7 0,0 0 0,1 0 0,1-1 0,0 0 0,9 14 0,-14-25 0,46 77 0,82 108 0,11 15 0,-134-192 0,21 31 0,-27-41 0,0-1 0,1 1 0,-1 0 0,1 0 0,-1-1 0,1 1 0,-1-1 0,1 1 0,-1-1 0,1 1 0,-1-1 0,1 1 0,0-1 0,-1 1 0,1-1 0,0 0 0,-1 1 0,1-1 0,0 0 0,0 1 0,-1-1 0,1 0 0,0 0 0,0 0 0,0 0 0,-1 0 0,1 0 0,0 0 0,0 0 0,-1 0 0,1 0 0,0 0 0,0-1 0,-1 1 0,1 0 0,0 0 0,0-1 0,-1 1 0,1-1 0,0 1 0,-1-1 0,1 1 0,-1-1 0,1 1 0,0-2 0,6-8 0,-1 0 0,0-1 0,8-23 0,1-1 0,274-517 0,-200 391 0,5-27-1365,-76 151-5461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19.370"/>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08.839"/>
    </inkml:context>
    <inkml:brush xml:id="br0">
      <inkml:brushProperty name="width" value="0.035" units="cm"/>
      <inkml:brushProperty name="height" value="0.035" units="cm"/>
      <inkml:brushProperty name="color" value="#E71224"/>
    </inkml:brush>
  </inkml:definitions>
  <inkml:trace contextRef="#ctx0" brushRef="#br0">0 1031 24575,'23'-1'0,"-1"-1"0,1 0 0,-1-2 0,0 0 0,26-10 0,103-47 0,-91 35 0,146-59-255,3 9 0,3 9-1,293-53 1,-82 63 255,-306 49 0,194 11 0,-305-3 12,-1 0 5,-1 0 1,1 1 0,-1-1-1,1 1 1,-1 0-1,1 0 1,-1 0-1,9 5 1,-9-2 711,-12-6-565,-15-8-206,-16-17 42,1-1 0,1-3 0,-62-67 0,21 20 0,31 36 0,26 26 0,-23-28 0,43 44 0,1 0 0,-1-1 0,1 1 0,-1-1 0,1 1 0,-1-1 0,1 1 0,0 0 0,-1-1 0,1 0 0,0 1 0,-1-1 0,1 1 0,0-1 0,0 1 0,0-1 0,-1 1 0,1-1 0,0 0 0,0 1 0,0-1 0,0 1 0,0-1 0,0 0 0,0 0 0,1 1 0,0-1 0,-1 1 0,1 0 0,0 0 0,0-1 0,-1 1 0,1 0 0,0 0 0,-1 0 0,1 0 0,0 0 0,0 0 0,-1 0 0,1 0 0,0 0 0,0 0 0,-1 0 0,1 1 0,0-1 0,0 1 0,16 4 0,-2 0 0,1 2 0,-1 0 0,0 0 0,0 2 0,15 11 0,82 69 0,-57-42 0,-19-20 0,-15-12 0,-1 2 0,0 0 0,30 34 0,-45-45 0,-1 0 0,0 0 0,0 0 0,0 1 0,-1 0 0,0-1 0,0 1 0,-1 0 0,1 1 0,-2-1 0,1 0 0,-1 0 0,0 1 0,-1-1 0,1 1 0,-2-1 0,-1 14 0,-1-7 0,-1 0 0,0 0 0,-1 0 0,-1 0 0,0-1 0,-1 0 0,0 0 0,-1-1 0,-1 0 0,-18 21 0,-5 1 0,-2-3 0,-43 33 0,39-34 0,-1-2 0,-75 39 0,113-66 0,0-1 0,0 1 0,0-1 0,0 1 0,0-1 0,0 1 0,0-1 0,-1 0 0,1 0 0,0 1 0,0-1 0,0 0 0,0 0 0,-1 0 0,1-1 0,0 1 0,0 0 0,0 0 0,0 0 0,0-1 0,0 1 0,-1-1 0,1 1 0,0-1 0,-1 0 0,0-1 0,1 0 0,-1 0 0,1 0 0,-1 0 0,1 0 0,0 0 0,0 0 0,0 0 0,0 0 0,0 0 0,1-1 0,-1-2 0,-2-11 0,2 0 0,0 1 0,1-21 0,0 27 0,29-348 0,0 14 0,-29 341-21,2-15-128,-2 0 0,0 0-1,-1 1 1,-1-1-1,0 0 1,-1 0 0,-1 1-1,-7-21 1,0 20-6677</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10.590"/>
    </inkml:context>
    <inkml:brush xml:id="br0">
      <inkml:brushProperty name="width" value="0.035" units="cm"/>
      <inkml:brushProperty name="height" value="0.035" units="cm"/>
      <inkml:brushProperty name="color" value="#E71224"/>
    </inkml:brush>
  </inkml:definitions>
  <inkml:trace contextRef="#ctx0" brushRef="#br0">464 81 24575,'0'-2'0,"-1"-1"0,1 1 0,-1 0 0,0 0 0,0 0 0,0-1 0,0 1 0,0 0 0,0 0 0,0 0 0,-1 1 0,1-1 0,-1 0 0,1 0 0,-1 1 0,0-1 0,0 1 0,1 0 0,-1-1 0,-4-1 0,-2-1 0,0-1 0,-1 2 0,-16-6 0,6 4 0,-1 0 0,0 2 0,1 0 0,-1 2 0,0 0 0,0 1 0,0 1 0,0 0 0,0 2 0,-20 5 0,31-5 0,0 0 0,0 0 0,0 1 0,0 0 0,1 0 0,0 1 0,0 0 0,0 1 0,0 0 0,-7 7 0,10-7 0,0-1 0,1 1 0,0 0 0,0 1 0,0-1 0,1 1 0,0-1 0,0 1 0,1 0 0,0 0 0,0 0 0,0 0 0,1 1 0,-1 11 0,2-15 0,0 1 0,0-1 0,1 1 0,0 0 0,-1-1 0,1 1 0,1-1 0,-1 0 0,1 1 0,0-1 0,0 0 0,0 0 0,3 4 0,0 0 0,1-1 0,0-1 0,0 1 0,1-1 0,-1 0 0,11 6 0,6 3 0,1-2 0,0 0 0,34 11 0,26 4 0,-53-19 0,48 22 0,-76-30 0,0 1 0,1-1 0,-1 1 0,0 0 0,0 0 0,0 0 0,-1 0 0,1 1 0,-1-1 0,1 1 0,-1 0 0,0-1 0,0 1 0,0 0 0,0 0 0,0 1 0,-1-1 0,1 0 0,-1 0 0,1 5 0,-1-4 0,-1 1 0,0-1 0,0 1 0,-1 0 0,1-1 0,-1 1 0,0-1 0,0 1 0,0-1 0,-1 1 0,1-1 0,-1 0 0,-4 7 0,-2 1 0,0 0 0,-1 0 0,-1-1 0,1 0 0,-2 0 0,0-1 0,0-1 0,-20 14 0,-75 31 0,19-11 0,65-25 115,21-10-321,15-3-1068,11-4-5552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11.880"/>
    </inkml:context>
    <inkml:brush xml:id="br0">
      <inkml:brushProperty name="width" value="0.035" units="cm"/>
      <inkml:brushProperty name="height" value="0.035" units="cm"/>
      <inkml:brushProperty name="color" value="#E71224"/>
    </inkml:brush>
  </inkml:definitions>
  <inkml:trace contextRef="#ctx0" brushRef="#br0">1 329 24575,'0'17'0,"2"-1"0,4 24 0,2 10 0,29 316 0,-37-364 0,0 0 0,0 0 0,0 0 0,1 0 0,-1 0 0,1 0 0,-1-1 0,1 1 0,0 0 0,0 0 0,1 2 0,-1-4 0,-1 1 0,0-1 0,1 0 0,-1 0 0,0 0 0,1 0 0,-1 0 0,0 1 0,1-1 0,-1 0 0,0 0 0,1 0 0,-1 0 0,0 0 0,1 0 0,-1 0 0,0 0 0,1 0 0,-1 0 0,0 0 0,1 0 0,-1 0 0,0-1 0,1 1 0,-1 0 0,0 0 0,1 0 0,-1 0 0,0-1 0,1 1 0,-1 0 0,0 0 0,0-1 0,1 1 0,-1 0 0,0-1 0,5-4 0,0-1 0,-1-1 0,0 1 0,4-10 0,-4 8 0,17-30 0,23-42 0,35-92 0,-73 146 0,-6 26 0,0-1 0,0 0 0,0 1 0,-1-1 0,1 0 0,0 1 0,0-1 0,0 0 0,0 1 0,-1-1 0,1 1 0,0-1 0,-1 0 0,1 1 0,0-1 0,-1 1 0,1-1 0,-1 1 0,1-1 0,-1 1 0,0-1 0,0 1 0,-1 0 0,1-1 0,-1 1 0,0 0 0,1 0 0,-1 1 0,1-1 0,-1 0 0,1 0 0,-1 1 0,1-1 0,-1 1 0,1-1 0,-1 1 0,1 0 0,0-1 0,-1 1 0,1 0 0,0 0 0,0 0 0,-1 0 0,1 0 0,0 0 0,-1 2 0,-28 25 0,-33 39 0,55-58 0,1 1 0,0 0 0,0 0 0,1 1 0,0 0 0,1 0 0,0 0 0,-6 21 0,10-28 0,0 0 0,1 0 0,0 0 0,-1-1 0,1 1 0,1 0 0,-1 0 0,0 0 0,1 0 0,0-1 0,0 1 0,0 0 0,0 0 0,1-1 0,-1 1 0,1-1 0,0 0 0,0 1 0,0-1 0,1 0 0,-1 0 0,1 0 0,-1-1 0,1 1 0,0 0 0,0-1 0,0 0 0,1 0 0,-1 0 0,0 0 0,1 0 0,0-1 0,6 3 0,8 1 0,-1 0 0,1-2 0,0 0 0,0 0 0,35-1 0,-40-2 0,0 0 0,0-1 0,0-1 0,0 0 0,0-1 0,0 0 0,-1-1 0,1-1 0,-1 1 0,0-2 0,20-12 0,-23 12 0,-1-1 0,0 0 0,0 0 0,0-1 0,-1 0 0,0-1 0,0 1 0,-1-1 0,-1 0 0,1-1 0,-1 0 0,-1 1 0,0-1 0,5-19 0,-5 11 0,0 0 0,-1 0 0,-1-1 0,0 1 0,-2-1 0,-2-27 0,-4 29 0,6 17 0,0 0 0,0 0 0,-1 0 0,1 0 0,0 0 0,0-1 0,-1 1 0,1 0 0,0 0 0,0 0 0,0 0 0,-1 0 0,1 0 0,0 1 0,0-1 0,0 0 0,-1 0 0,1 0 0,0 0 0,0 0 0,0 0 0,-1 0 0,1 0 0,0 0 0,0 0 0,0 1 0,-1-1 0,1 0 0,0 0 0,0 0 0,0 0 0,0 1 0,0-1 0,0 0 0,-1 0 0,1 0 0,0 1 0,0-1 0,-1 3 0,-1-1 0,1 1 0,0 0 0,0 0 0,1 0 0,-1 0 0,1-1 0,-1 1 0,1 4 0,0 6 0,1-1 0,1 1 0,0-1 0,0 0 0,1 0 0,1 0 0,0 0 0,1 0 0,11 19 0,-14-27 0,0-1 0,0 1 0,0-1 0,1 0 0,0 0 0,-1 0 0,1 0 0,0 0 0,0-1 0,1 1 0,-1-1 0,1 0 0,-1 0 0,1 0 0,-1-1 0,1 1 0,0-1 0,0 0 0,0 0 0,0 0 0,0 0 0,0-1 0,0 0 0,0 1 0,0-2 0,0 1 0,0 0 0,0-1 0,0 0 0,0 0 0,0 0 0,0 0 0,6-4 0,0 1 0,0-1 0,-1-1 0,1 1 0,-1-2 0,0 1 0,-1-1 0,0-1 0,0 1 0,0-1 0,6-10 0,-4 4 0,-1-1 0,0-1 0,-1 1 0,0-1 0,8-28 0,-4-1 0,-2-1 0,-2 0 0,4-84 0,-10 57 0,3-35 0,1 92 0,-6 16 0,0 0 0,1 0 0,-1 0 0,0 0 0,0 0 0,1-1 0,-1 1 0,0 0 0,0 0 0,1 0 0,-1 0 0,0 0 0,1 0 0,-1 0 0,0 1 0,0-1 0,1 0 0,-1 0 0,0 0 0,0 0 0,1 0 0,-1 0 0,0 0 0,0 1 0,0-1 0,1 0 0,-1 0 0,0 0 0,0 0 0,0 1 0,1-1 0,-1 0 0,0 1 0,18 29 0,-15-24 0,28 63 0,-2 1 0,-3 1 0,27 126 0,-49-176-455,-1 0 0,1 37 0,-4-46-6371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12.194"/>
    </inkml:context>
    <inkml:brush xml:id="br0">
      <inkml:brushProperty name="width" value="0.035" units="cm"/>
      <inkml:brushProperty name="height" value="0.035" units="cm"/>
      <inkml:brushProperty name="color" value="#E71224"/>
    </inkml:brush>
  </inkml:definitions>
  <inkml:trace contextRef="#ctx0" brushRef="#br0">510 1 24575,'-14'4'0,"-14"12"0,-11 6 0,-12 10 0,-8 3 0,2 1 0,-2-2 0,-2-1 0,11-3 0,8-5 0,13-3 0,9-1 0,19-3 0,23-5 0,30-5 0,16-4 0,-4-2-8191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13.083"/>
    </inkml:context>
    <inkml:brush xml:id="br0">
      <inkml:brushProperty name="width" value="0.035" units="cm"/>
      <inkml:brushProperty name="height" value="0.035" units="cm"/>
      <inkml:brushProperty name="color" value="#E71224"/>
    </inkml:brush>
  </inkml:definitions>
  <inkml:trace contextRef="#ctx0" brushRef="#br0">137 225 24575,'-3'0'0,"0"1"0,1-1 0,-1 1 0,0 0 0,0 0 0,1 0 0,-1 1 0,0-1 0,1 1 0,-1-1 0,1 1 0,0 0 0,0 0 0,-1 0 0,1 0 0,-3 4 0,-27 41 0,22-28 0,1 1 0,1 0 0,1 0 0,0 0 0,2 1 0,-6 36 0,10-46 0,0 0 0,1 0 0,0-1 0,1 1 0,1 0 0,3 18 0,-3-23 0,0 0 0,0 0 0,1-1 0,-1 1 0,1-1 0,1 0 0,-1 0 0,1 0 0,-1 0 0,1 0 0,1-1 0,7 7 0,-7-7 0,-1-1 0,1 0 0,0 0 0,-1-1 0,1 0 0,1 1 0,-1-1 0,0-1 0,0 1 0,1-1 0,-1 0 0,1 0 0,-1-1 0,10 0 0,-8 0 0,1-2 0,0 1 0,-1-1 0,1 0 0,-1 0 0,1-1 0,-1 0 0,0 0 0,10-7 0,-4 1 0,0-1 0,0 0 0,-1-1 0,0-1 0,-1 0 0,0 0 0,-1-1 0,0 0 0,10-21 0,-9 12 0,-1-1 0,-2 0 0,0-1 0,-1 1 0,-2-2 0,0 1 0,-2 0 0,-1-1 0,0 0 0,-2 1 0,-1-1 0,-1 0 0,-1 1 0,-1-1 0,-1 1 0,-1 0 0,-2 0 0,-10-25 0,5 28 0,4 16 0,8 6 0,0 1 0,0-1 0,0 1 0,1-1 0,-1 1 0,1-1 0,-1 1 0,1-1 0,0 1 0,0 0 0,0-1 0,0 1 0,0-1 0,0 1 0,0 0 0,0-1 0,0 1 0,1-1 0,-1 1 0,1 0 0,0 1 0,5 22 0,1 0 0,1-1 0,2 1 0,0-2 0,15 26 0,0-7 0,55 71 0,-76-107 0,1-1 0,0 1 0,0-1 0,1 0 0,-1 0 0,1 0 0,10 5 0,-13-8 0,0-1 0,-1 0 0,1 0 0,0 0 0,0-1 0,0 1 0,0 0 0,0-1 0,0 0 0,0 0 0,0 0 0,0 0 0,0 0 0,-1-1 0,1 1 0,0-1 0,0 0 0,0 0 0,0 0 0,0 0 0,2-2 0,5-3 0,0-1 0,0-1 0,0 0 0,-1 0 0,-1-1 0,1 0 0,-2-1 0,8-10 0,-7 9 0,-1 1 0,1 1 0,1-1 0,0 1 0,0 1 0,0 0 0,19-12 0,-23 18 0,-1 0 0,1 0 0,0 1 0,0-1 0,0 1 0,0 0 0,0 1 0,0-1 0,0 1 0,1 0 0,6 1 0,56 12 0,-65-12 0,0 0-68,0-1 0,-1 1-1,1 0 1,0 1 0,-1-1 0,1 0-1,0 1 1,-1-1 0,0 1 0,1 0-1,-1 0 1,0 0 0,0 0 0,0 0-1,0 0 1,0 0 0,-1 1-1,1-1 1,1 5 0,10 24-6758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15.199"/>
    </inkml:context>
    <inkml:brush xml:id="br0">
      <inkml:brushProperty name="width" value="0.035" units="cm"/>
      <inkml:brushProperty name="height" value="0.035" units="cm"/>
      <inkml:brushProperty name="color" value="#E71224"/>
    </inkml:brush>
  </inkml:definitions>
  <inkml:trace contextRef="#ctx0" brushRef="#br0">11 735 24575,'0'591'0,"0"-588"0,1 14 0,-2-1 0,-4 27 0,1-31 0,3-26 0,5-17 0,1 0 0,2 1 0,1-1 0,2 2 0,20-45 0,81-138 0,-99 191 0,-3 5 0,34-59 0,80-110 0,-109 171 0,-14 14 0,1 0 0,-1 0 0,0 0 0,0 0 0,0 0 0,1-1 0,-1 1 0,0 0 0,0 0 0,1 0 0,-1 0 0,0 0 0,0 0 0,1 0 0,-1 0 0,0 0 0,1 0 0,-1 0 0,0 0 0,0 0 0,1 0 0,-1 0 0,0 0 0,0 0 0,1 0 0,-1 1 0,0-1 0,0 0 0,0 0 0,1 0 0,-1 0 0,0 1 0,1 1 0,0-1 0,-1 1 0,0 0 0,1 0 0,-1 0 0,0 0 0,0 0 0,0 0 0,0 0 0,-1 0 0,1-1 0,0 1 0,-1 0 0,0 0 0,0 2 0,-9 23 0,-1-1 0,0 0 0,-2-1 0,-2 0 0,-23 32 0,-96 110 0,125-157 0,-17 17 0,21-23 0,-1 1 0,1 0 0,1 0 0,-1 1 0,0-1 0,1 1 0,0 0 0,1 0 0,-1 0 0,1 1 0,-4 11 0,7-16 0,0 0 0,0 0 0,0 0 0,1 0 0,-1-1 0,0 1 0,1 0 0,-1 0 0,1-1 0,0 1 0,0 0 0,-1-1 0,1 1 0,0-1 0,0 1 0,1-1 0,-1 1 0,0-1 0,0 0 0,1 0 0,-1 1 0,1-1 0,-1 0 0,1 0 0,-1 0 0,1-1 0,0 1 0,-1 0 0,1-1 0,2 2 0,8 2 0,0 0 0,1-1 0,15 2 0,-17-3 0,184 27 0,-159-26 0,0-2 0,0-1 0,51-6 0,-78 4 0,-1 1 0,1-1 0,-1 0 0,0-1 0,0 0 0,0 0 0,0 0 0,0-1 0,-1-1 0,0 1 0,7-7 0,-8 6 0,-1 0 0,-1 0 0,1-1 0,-1 0 0,0 1 0,0-2 0,0 1 0,-1 0 0,0-1 0,0 0 0,-1 1 0,0-1 0,2-10 0,-1 1 0,-1 1 0,0-1 0,-1-31 0,-1 43 0,0 0 0,0 0 0,-1 0 0,1 0 0,-1 0 0,0 0 0,0 0 0,-1 0 0,1 0 0,-1 0 0,0 0 0,0 1 0,0-1 0,0 1 0,-1 0 0,1-1 0,-1 1 0,0 0 0,0 0 0,-4-2 0,6 4 0,-1 0 0,1 0 0,-1 1 0,1-1 0,-1 0 0,0 1 0,0-1 0,1 1 0,-1 0 0,0-1 0,0 1 0,1 0 0,-1 0 0,0 0 0,0 0 0,0 1 0,1-1 0,-1 0 0,0 1 0,0-1 0,-2 2 0,0 0 0,1 0 0,0 0 0,0 1 0,0-1 0,0 1 0,0-1 0,1 1 0,-1 0 0,-3 6 0,1-1 0,0 0 0,1 1 0,0-1 0,1 1 0,0-1 0,0 1 0,1 0 0,-2 10 0,4-15 0,0 1 0,0-1 0,0 0 0,1 1 0,-1-1 0,1 0 0,0 1 0,1-1 0,-1 0 0,1 0 0,0 0 0,0 0 0,0 0 0,0 0 0,1-1 0,-1 1 0,1-1 0,0 0 0,0 0 0,0 0 0,1 0 0,-1 0 0,1 0 0,-1-1 0,1 0 0,0 0 0,5 3 0,-1-2 0,0 0 0,0 0 0,0-1 0,0 0 0,0 0 0,1-1 0,-1 0 0,0-1 0,1 0 0,-1 0 0,0 0 0,1-1 0,14-4 0,-9 0 0,-1 0 0,0-1 0,-1-1 0,1 0 0,-1-1 0,-1 0 0,1-1 0,-1 0 0,-1-1 0,0 0 0,0-1 0,-1 0 0,-1 0 0,10-16 0,-5 5 0,0-2 0,-1 0 0,-2 0 0,0-1 0,-1 0 0,8-47 0,-15 65 0,-1-1 0,0 1 0,-1 0 0,0-11 0,0 17 0,0 1 0,0-1 0,0 0 0,0 0 0,0 0 0,-1 0 0,1 0 0,0 0 0,0 0 0,0 1 0,-1-1 0,1 0 0,0 0 0,-1 0 0,1 1 0,-1-1 0,1 0 0,-1 0 0,0 1 0,1-1 0,-1 0 0,1 1 0,-1-1 0,0 1 0,0-1 0,1 1 0,-1-1 0,0 1 0,0 0 0,0-1 0,1 1 0,-1 0 0,0 0 0,0-1 0,0 1 0,0 0 0,0 0 0,0 0 0,0 0 0,1 0 0,-1 0 0,0 0 0,0 0 0,0 1 0,0-1 0,0 0 0,0 1 0,0-1 0,-3 3 0,0-1 0,0 0 0,1 1 0,-1 0 0,1 0 0,0 0 0,0 0 0,0 0 0,0 1 0,1 0 0,-1-1 0,1 1 0,0 0 0,0 0 0,0 0 0,1 0 0,-3 7 0,-2 9 0,1 1 0,-4 25 0,6-29 0,1-1 0,1 1 0,1-1 0,0 1 0,3 26 0,-2-39 0,0 1 0,0 0 0,0-1 0,1 1 0,-1 0 0,1-1 0,0 0 0,1 1 0,-1-1 0,1 0 0,0 0 0,-1-1 0,2 1 0,-1 0 0,0-1 0,1 0 0,0 0 0,-1 0 0,1 0 0,0-1 0,1 1 0,-1-1 0,9 3 0,-2-2 0,0-1 0,0 0 0,0-1 0,0-1 0,0 1 0,0-2 0,0 0 0,0 0 0,0-1 0,0 0 0,0-1 0,0 0 0,17-7 0,5-5 0,0-2 0,55-35 0,-56 31 0,-2 0 0,-1-2 0,0-2 0,42-47 0,-60 60 0,-1-2 0,0 1 0,-1-2 0,-1 1 0,0-1 0,-1 0 0,-1-1 0,0 1 0,-1-1 0,-1-1 0,0 1 0,2-32 0,-8-7 0,1 47 0,2 37 0,56 426 0,36-7 0,-79-385 0,-9-39 0,-15-41 0,-46-120 0,6-2 0,6-2 0,6-2 0,7-1 0,6-2 0,-7-166 0,30 282 0,1 0 0,2 1 0,1-1 0,1 0 0,11-47 0,-11 68 0,0 0 0,0-1 0,1 1 0,0 1 0,0-1 0,1 1 0,0 0 0,0 0 0,1 0 0,1 1 0,-1-1 0,1 1 0,0 1 0,0 0 0,1 0 0,0 0 0,0 1 0,0 0 0,1 1 0,0 0 0,9-4 0,-11 6 0,1-1 0,-1 1 0,1 1 0,-1 0 0,1 0 0,0 0 0,0 1 0,-1 0 0,1 0 0,0 1 0,-1 0 0,1 0 0,-1 1 0,1 0 0,-1 0 0,0 1 0,0 0 0,0 0 0,0 1 0,0 0 0,6 5 0,-4-2 0,0 1 0,-1 0 0,0 1 0,-1 0 0,0 0 0,0 0 0,-1 1 0,0 0 0,-1 0 0,0 0 0,-1 1 0,0 0 0,4 17 0,-4-13 0,-1 0 0,-1 1 0,0-1 0,-1 1 0,0-1 0,-3 25 0,1-33 0,-1 0 0,1 0 0,-1 0 0,0 0 0,-1 0 0,0 0 0,0-1 0,0 1 0,-1-1 0,0 0 0,0 0 0,0 0 0,-1 0 0,0-1 0,0 0 0,-6 5 0,-10 4 0,-1-1 0,0-1 0,0-1 0,-2 0 0,-42 12 0,35-13 0,1 1 0,-46 25 0,60-24-1365,9-2-5461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6:40.260"/>
    </inkml:context>
    <inkml:brush xml:id="br0">
      <inkml:brushProperty name="width" value="0.035" units="cm"/>
      <inkml:brushProperty name="height" value="0.035" units="cm"/>
      <inkml:brushProperty name="color" value="#E71224"/>
    </inkml:brush>
  </inkml:definitions>
  <inkml:trace contextRef="#ctx0" brushRef="#br0">7687 5387 24575,'5'0'0,"-1"1"0,0-1 0,0 1 0,0 0 0,0 1 0,0-1 0,0 1 0,5 2 0,10 5 0,103 33 0,162 34 0,135-2 0,255-17-415,5-51 1,-237-36 380,-352 17 23,-1-5 0,160-53 0,-132 26 159,-1-6-1,-3-4 0,-3-5 1,-2-5-1,160-127 1,4-67-138,-249 236-9,28-32-1,-1-2 0,-4-3 0,-2-1 0,-3-2 0,47-96 0,177-449 0,-234 518 0,-5-1 0,-3-2 0,-4 0 0,12-188 0,-27 157 0,-17-172 0,7 245 0,-3 0 0,-2 1 0,-1 0 0,-4 0 0,-1 2 0,-27-55 0,-3 19-40,-3 1 1,-4 3-1,-4 2 0,-128-133 0,-316-234-896,321 306 732,-6 9 1,-5 8-1,-6 8 0,-4 9 1,-4 9-1,-251-79 0,172 90 62,-374-63-1,-308 33 72,-10 78 107,0 42-1,228 25-35,-980 167 0,927-34 754,549-93-158,-265 112 0,-299 163 304,736-312-900,1 4 0,1 4 0,-125 87 0,19 28 0,12-8 0,118-106 0,2 3 0,1 2 0,-70 84 0,102-106 0,1 1 0,1 1 0,2 0 0,1 1 0,1 0 0,1 2 0,2-1 0,0 2 0,3-1 0,-7 38 0,4 47 0,6 0 0,10 141 0,1-82 0,8 74 0,-7-195 0,3 0 0,26 83 0,-10-66 0,4-1 0,2-1 0,4-1 0,2-2 0,3-2 0,62 74 0,-20-42 0,3-3 0,193 156 0,-163-160 0,5-5 0,2-5 0,4-5 0,3-7 0,212 78 0,-24-40-221,548 105 0,346-34-220,194-103 309,-361-134 132,-965 51-38,340-50 1068,-404 59-1027,-1 0-1,1 1 1,0 0-1,0 2 1,0-1-1,0 2 1,0 0-1,0 1 1,25 9-1,-21-4-2,0 0 0,0 2-1,-1 0 1,0 2 0,-1 0 0,24 21-1,135 124 129,-17-14-1621,-142-129-5333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6:41.367"/>
    </inkml:context>
    <inkml:brush xml:id="br0">
      <inkml:brushProperty name="width" value="0.035" units="cm"/>
      <inkml:brushProperty name="height" value="0.035" units="cm"/>
      <inkml:brushProperty name="color" value="#E71224"/>
    </inkml:brush>
  </inkml:definitions>
  <inkml:trace contextRef="#ctx0" brushRef="#br0">8770 16 24575,'-42'-6'0,"-1"1"0,-58 1 0,41 3 0,-1375 45-2945,-2 133 1516,-324 177-1517,27 113 2899,307-18-1481,1424-448 1533,-315 118 748,236-84 1037,-130 77 0,199-104-1788,-47 32 1739,56-37-1650,0 0-1,1 1 0,-1 0 1,1-1-1,-1 1 1,1 0-1,0 1 0,1-1 1,-1 0-1,1 1 0,-2 4 1,2 4-6553</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6:41.913"/>
    </inkml:context>
    <inkml:brush xml:id="br0">
      <inkml:brushProperty name="width" value="0.035" units="cm"/>
      <inkml:brushProperty name="height" value="0.035" units="cm"/>
      <inkml:brushProperty name="color" value="#E71224"/>
    </inkml:brush>
  </inkml:definitions>
  <inkml:trace contextRef="#ctx0" brushRef="#br0">1 0 24575,'132'0'0,"1"6"0,183 32 0,-131 2-575,203 71 0,169 104 243,298 228 332,-39 74 0,-508-316 0,496 314-588,-628-393 1143,-77-52 203,145 78-1,-90-65-755,138 64-1369,-247-127-5459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6:42.989"/>
    </inkml:context>
    <inkml:brush xml:id="br0">
      <inkml:brushProperty name="width" value="0.035" units="cm"/>
      <inkml:brushProperty name="height" value="0.035" units="cm"/>
      <inkml:brushProperty name="color" value="#E71224"/>
    </inkml:brush>
  </inkml:definitions>
  <inkml:trace contextRef="#ctx0" brushRef="#br0">1 12 24575,'0'-5'0,"18"-1"0,39 5 0,37 12 0,25 8 0,25 20 0,11 11 0,1 13 0,-11 3 0,-16 6 0,-22-2 0,-24-12 0,-26-11 0,-23-9 0,-17-12-8191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29.850"/>
    </inkml:context>
    <inkml:brush xml:id="br0">
      <inkml:brushProperty name="width" value="0.035" units="cm"/>
      <inkml:brushProperty name="height" value="0.035" units="cm"/>
      <inkml:brushProperty name="color" value="#E71224"/>
    </inkml:brush>
  </inkml:definitions>
  <inkml:trace contextRef="#ctx0" brushRef="#br0">0 1647 24575,'4'1'0,"0"0"0,0-1 0,0 1 0,0 1 0,0-1 0,0 1 0,0-1 0,-1 1 0,1 0 0,-1 0 0,1 1 0,-1-1 0,0 1 0,0 0 0,0-1 0,0 1 0,-1 1 0,1-1 0,2 4 0,6 9 0,-1 1 0,13 28 0,-23-45 0,40 101 0,-37-85 0,-13-34 0,-16-48 0,3 0 0,3-2 0,2-1 0,-10-85 0,27 147 0,0 1 0,1-1 0,0 0 0,0 0 0,0 0 0,1 0 0,0 0 0,0 1 0,0-1 0,1 0 0,4-9 0,-4 13 0,0 0 0,0 0 0,0 0 0,0 0 0,0 1 0,1-1 0,-1 1 0,1-1 0,0 1 0,0 0 0,0 0 0,0 0 0,0 1 0,0-1 0,0 1 0,0 0 0,1-1 0,-1 1 0,0 1 0,1-1 0,-1 0 0,1 1 0,-1 0 0,6 0 0,-3 0 0,0 1 0,0-1 0,0 1 0,0 0 0,0 1 0,0-1 0,-1 1 0,1 0 0,0 1 0,-1-1 0,0 1 0,1 0 0,-1 1 0,-1-1 0,1 1 0,0 0 0,-1 0 0,0 0 0,0 1 0,0 0 0,0-1 0,-1 1 0,4 7 0,-4-6 0,1 1 0,-1 0 0,-1 0 0,1 0 0,-1 0 0,0 0 0,-1 0 0,0 1 0,0-1 0,0 0 0,-1 1 0,0-1 0,-1 1 0,0-1 0,0 0 0,0 1 0,-1-1 0,-4 10 0,1-5 0,-1-1 0,0 1 0,-1-1 0,0 0 0,-1-1 0,0 0 0,-19 18 0,25-27 0,0 1 0,0 0 0,0 0 0,0 0 0,0 0 0,0 1 0,0-1 0,1 1 0,0-1 0,-1 1 0,1-1 0,0 1 0,0 0 0,0-1 0,0 1 0,0 3 0,2-4 0,-1 0 0,1 0 0,-1 1 0,1-1 0,0 0 0,0 0 0,0 0 0,0 0 0,0-1 0,1 1 0,-1 0 0,0 0 0,1-1 0,-1 1 0,1-1 0,0 1 0,0-1 0,-1 0 0,1 1 0,0-1 0,0 0 0,3 1 0,10 6 0,1-1 0,-1-1 0,1-1 0,0 0 0,1 0 0,17 1 0,104 7 0,-132-13 0,58 3 0,115-10 0,-145 3 0,0-2 0,0-1 0,0-1 0,-1-2 0,33-15 0,-54 20 0,-1-1 0,0 0 0,0-1 0,-1 0 0,0 0 0,0-1 0,0-1 0,-1 0 0,-1 0 0,1 0 0,-2-1 0,14-20 0,-14 15 0,0 0 0,-1 1 0,-1-2 0,0 1 0,-1-1 0,-1 1 0,0-1 0,-1 0 0,-1-25 0,0 24 0,-3-62 0,2 75 0,0 0 0,-1-1 0,0 1 0,0-1 0,0 1 0,-1 0 0,1 0 0,-1 0 0,0 0 0,0 0 0,0 0 0,-1 0 0,-5-6 0,8 9 0,-1 0 0,0 0 0,0 0 0,0 0 0,0 1 0,0-1 0,0 0 0,0 1 0,0-1 0,0 0 0,0 1 0,0-1 0,0 1 0,0 0 0,-1-1 0,1 1 0,0 0 0,0 0 0,0 0 0,-1 0 0,1 0 0,0 0 0,0 0 0,-1 0 0,1 0 0,0 0 0,0 1 0,0-1 0,0 1 0,-1-1 0,1 1 0,0-1 0,0 1 0,0-1 0,0 1 0,0 0 0,0 0 0,0 0 0,1-1 0,-2 3 0,0-1 0,0 1 0,0 0 0,1 0 0,-1 0 0,1 0 0,0 0 0,0 0 0,0 0 0,1 0 0,-1 0 0,1 1 0,-1-1 0,1 0 0,0 5 0,2 2 0,0 1 0,1-1 0,0 1 0,0-1 0,1 0 0,1 0 0,8 15 0,-8-17 0,-1-1 0,1 0 0,0 0 0,1 0 0,0-1 0,0 1 0,0-2 0,1 1 0,0-1 0,8 6 0,-12-10 0,-1 0 0,1 1 0,-1-1 0,1-1 0,-1 1 0,1 0 0,0-1 0,-1 1 0,1-1 0,0 0 0,0 1 0,-1-2 0,1 1 0,0 0 0,-1 0 0,1-1 0,0 1 0,-1-1 0,4-1 0,-2 0 0,0 0 0,0-1 0,-1 1 0,1-1 0,-1 0 0,0 0 0,1 0 0,-2 0 0,1-1 0,5-6 0,-1-3 0,0-1 0,0 0 0,-1 0 0,-1 0 0,7-28 0,-5 2 0,-2 0 0,0-55 0,-3 47 0,-2 44 0,0 0 0,0 0 0,1 0 0,0 0 0,-1 1 0,1-1 0,1 0 0,-1 1 0,0-1 0,1 1 0,0-1 0,4-5 0,-5 8 0,0 0 0,0 0 0,1 0 0,-1 0 0,0 0 0,1 1 0,-1-1 0,0 1 0,1-1 0,-1 1 0,1-1 0,-1 1 0,1 0 0,-1 0 0,1 0 0,-1 0 0,1 0 0,-1 0 0,1 0 0,-1 0 0,1 1 0,-1-1 0,0 0 0,1 1 0,-1-1 0,1 1 0,-1 0 0,0-1 0,1 1 0,-1 0 0,0 0 0,0 0 0,0 0 0,2 2 0,6 4 0,-1 1 0,0 0 0,12 15 0,11 11 0,-31-33 0,1-1 0,-1 1 0,1 0 0,-1-1 0,1 1 0,0-1 0,-1 1 0,1-1 0,0 1 0,-1-1 0,1 1 0,0-1 0,0 0 0,-1 0 0,1 1 0,0-1 0,0 0 0,0 0 0,-1 0 0,1 0 0,0 0 0,0 0 0,0 0 0,0 0 0,-1 0 0,1 0 0,0 0 0,0 0 0,0-1 0,-1 1 0,1 0 0,0-1 0,0 1 0,-1 0 0,1-1 0,0 1 0,-1-1 0,1 1 0,0-1 0,-1 0 0,1 1 0,-1-1 0,1 1 0,-1-1 0,1 0 0,-1 0 0,0 1 0,1-1 0,-1 0 0,1-1 0,2-6 0,0 0 0,-1-1 0,1 1 0,0-10 0,0 4 0,-1 4 0,1 1 0,0-1 0,0 1 0,1-1 0,0 1 0,1 0 0,0 1 0,10-13 0,-11 16 0,1 0 0,0 0 0,0 1 0,0 0 0,1 0 0,-1 0 0,1 0 0,0 1 0,0 0 0,0 0 0,1 1 0,-1 0 0,12-3 0,27 1 0,-36 4 0,1-1 0,0 0 0,-1 0 0,17-5 0,-24 5 0,1 0 0,-1 0 0,1-1 0,-1 1 0,0 0 0,1-1 0,-1 0 0,0 1 0,0-1 0,0 0 0,0 0 0,0 0 0,-1 0 0,1-1 0,-1 1 0,1 0 0,-1-1 0,0 1 0,0-1 0,0 1 0,1-4 0,2-15 0,0-1 0,-2 0 0,-1 0 0,0 0 0,-4-31 0,2 27 0,0 0 0,2-1 0,4-28 0,-5 52 0,1 0 0,-1 0 0,1 0 0,0 1 0,0-1 0,0 0 0,0 1 0,0-1 0,1 1 0,-1 0 0,1-1 0,0 1 0,3-4 0,-3 5 0,-1 0 0,1 0 0,0 0 0,-1 0 0,1 0 0,0 0 0,-1 1 0,1-1 0,0 0 0,0 1 0,-1 0 0,1-1 0,0 1 0,0 0 0,0 0 0,3 1 0,-1-1 0,0 1 0,0 0 0,0 1 0,0-1 0,0 1 0,0 0 0,-1 0 0,1 0 0,-1 0 0,1 1 0,-1-1 0,0 1 0,0 0 0,0 0 0,0 0 0,-1 0 0,4 5 0,-1 1 0,1 0 0,-2 1 0,1-1 0,-2 1 0,1 0 0,-1 0 0,2 14 0,-4-22 0,-1 1 0,1 0 0,-1 0 0,0-1 0,1 1 0,-1 0 0,-1 0 0,1 0 0,0-1 0,-1 1 0,1 0 0,-1 0 0,0-1 0,0 1 0,0-1 0,0 1 0,-1-1 0,1 1 0,-1-1 0,1 0 0,-1 1 0,0-1 0,0 0 0,0 0 0,0 0 0,0-1 0,0 1 0,-1 0 0,1-1 0,0 1 0,-5 1 0,-2 0 0,1-1 0,-1 0 0,1 0 0,-1 0 0,1-1 0,-1 0 0,0-1 0,0 0 0,1-1 0,-1 1 0,-17-5 0,20 3 0,1 1 0,-1-1 0,1-1 0,0 1 0,-1-1 0,1 0 0,0 0 0,1-1 0,-1 1 0,1-1 0,-1 0 0,1 0 0,0 0 0,0-1 0,1 0 0,-1 1 0,1-1 0,-4-10 0,3 7 0,0-1 0,1 0 0,0 0 0,1-1 0,0 1 0,1 0 0,-1-1 0,2 0 0,-1 1 0,1-1 0,1 1 0,0-1 0,0 1 0,1-1 0,6-17 0,-6 20 0,1 1 0,1-1 0,-1 1 0,1 0 0,0 0 0,1 0 0,-1 1 0,1-1 0,0 1 0,0 1 0,1-1 0,0 0 0,-1 1 0,2 0 0,-1 1 0,0 0 0,1 0 0,-1 0 0,1 0 0,0 1 0,13-2 0,-10 2 0,0 1 0,0 0 0,0 1 0,0 0 0,0 1 0,0 0 0,-1 0 0,1 1 0,18 6 0,2 3 0,49 27 0,-75-36 0,-4-2 0,5 3 0,1 0 0,0-1 0,0 1 0,0-1 0,7 1 0,-12-2 0,1-1 0,-1 0 0,1 0 0,-1 0 0,1 0 0,0 0 0,-1 0 0,1 0 0,-1-1 0,1 1 0,-1-1 0,1 1 0,-1-1 0,0 1 0,1-1 0,-1 0 0,1 1 0,-1-1 0,0 0 0,0 0 0,0 0 0,1 0 0,-1 0 0,0-1 0,0 1 0,0 0 0,1-2 0,1-4 0,0 0 0,0-1 0,-1 1 0,1-1 0,-2 1 0,1-1 0,-1 1 0,1-16 0,-4-67 0,1 81 0,1 3 0,-2-28 0,-9-48 0,10 74 0,-1 0 0,0 1 0,0-1 0,-1 1 0,0-1 0,0 1 0,0 0 0,-1 1 0,0-1 0,-1 0 0,0 1 0,-7-9 0,11 15 0,0-1 0,1 0 0,-1 0 0,0 0 0,0 1 0,1-1 0,-1 0 0,0 1 0,0-1 0,0 1 0,0-1 0,0 1 0,0-1 0,0 1 0,0 0 0,0 0 0,0-1 0,0 1 0,0 0 0,0 0 0,0 0 0,0 0 0,0 0 0,0 0 0,0 0 0,0 0 0,0 1 0,0-1 0,0 0 0,0 0 0,0 1 0,0-1 0,0 1 0,0-1 0,0 1 0,0-1 0,1 1 0,-1 0 0,0-1 0,0 1 0,1 0 0,-1 0 0,0 0 0,1-1 0,-1 1 0,1 0 0,-1 0 0,1 0 0,-1 2 0,-1 2 0,0 1 0,0 0 0,0 0 0,1-1 0,0 1 0,0 0 0,1 9 0,0-2 0,0 1 0,1-1 0,1 1 0,1-1 0,5 21 0,-6-30 0,-1 0 0,0 0 0,1-1 0,0 1 0,0-1 0,0 1 0,0-1 0,0 0 0,1 0 0,-1 0 0,1 0 0,0 0 0,0 0 0,0-1 0,0 1 0,0-1 0,1 0 0,-1 0 0,1 0 0,0-1 0,-1 1 0,1-1 0,7 2 0,-4-3 0,0 1 0,0-1 0,0 0 0,0 0 0,1-1 0,-1 0 0,-1 0 0,1-1 0,0 0 0,0 0 0,0-1 0,-1 0 0,0 0 0,1 0 0,-1-1 0,0 0 0,-1 0 0,1 0 0,-1-1 0,1 0 0,7-9 0,0-3 0,-1 0 0,0-1 0,-1 0 0,-1 0 0,-1-1 0,8-24 0,-15 37-227,1 0-1,0-1 1,0 1-1,0 0 1,8-10-1,2 3-6598</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36.642"/>
    </inkml:context>
    <inkml:brush xml:id="br0">
      <inkml:brushProperty name="width" value="0.035" units="cm"/>
      <inkml:brushProperty name="height" value="0.035" units="cm"/>
      <inkml:brushProperty name="color" value="#E71224"/>
    </inkml:brush>
  </inkml:definitions>
  <inkml:trace contextRef="#ctx0" brushRef="#br0">1 23 24575,'0'-4'0,"0"-7"0,0 4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36.938"/>
    </inkml:context>
    <inkml:brush xml:id="br0">
      <inkml:brushProperty name="width" value="0.035" units="cm"/>
      <inkml:brushProperty name="height" value="0.035" units="cm"/>
      <inkml:brushProperty name="color" value="#E71224"/>
    </inkml:brush>
  </inkml:definitions>
  <inkml:trace contextRef="#ctx0" brushRef="#br0">1 0 24575,'4'0'0,"7"0"0,-4 9 0,-12 13 0,-5 2-8191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37.375"/>
    </inkml:context>
    <inkml:brush xml:id="br0">
      <inkml:brushProperty name="width" value="0.035" units="cm"/>
      <inkml:brushProperty name="height" value="0.035" units="cm"/>
      <inkml:brushProperty name="color" value="#E71224"/>
    </inkml:brush>
  </inkml:definitions>
  <inkml:trace contextRef="#ctx0" brushRef="#br0">1 5 24575,'0'-4'0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7:50.435"/>
    </inkml:context>
    <inkml:brush xml:id="br0">
      <inkml:brushProperty name="width" value="0.035" units="cm"/>
      <inkml:brushProperty name="height" value="0.035" units="cm"/>
      <inkml:brushProperty name="color" value="#E71224"/>
    </inkml:brush>
  </inkml:definitions>
  <inkml:trace contextRef="#ctx0" brushRef="#br0">7410 2399 24575,'6'0'0,"0"0"0,0-1 0,1 1 0,-1-1 0,0 0 0,0-1 0,0 0 0,0 0 0,-1 0 0,1 0 0,0-1 0,-1 0 0,0 0 0,10-8 0,-10 6 0,-1 0 0,1 0 0,0-1 0,-1 0 0,0 0 0,-1 0 0,1-1 0,-1 1 0,-1-1 0,1 1 0,-1-1 0,3-12 0,1-14 0,-1 1 0,-1 0 0,-2-1 0,-1 0 0,-2 1 0,-1-1 0,-2 0 0,-1 1 0,-1 0 0,-2 0 0,-1 1 0,-1 0 0,-2 0 0,-1 1 0,-2 1 0,-1 0 0,-27-37 0,2 14-42,-3 2 1,-2 2-1,-2 2 0,-64-48 0,-239-141-1437,69 74 384,-573-235 0,-353 12 260,939 320 382,-2 11 1,-2 13-1,-1 11 1,-400 10-1,554 26 654,1 5 0,-156 37-1,116-9-38,-175 69 0,-223 121-162,408-156 0,-224 145 0,318-180 552,1 2 1,2 2-1,2 3 0,-56 67 0,75-75-140,1 1 0,2 2 0,3 1 0,0 1 0,3 0 0,-26 74-1,30-56-353,2 0 0,3 1 0,3 1 0,3 0 0,2 0 0,6 107 0,2-136-57,2 0 0,1 0 0,2 0 0,1-1 0,1-1 1,2 0-1,2 0 0,1-1 0,1-1 0,1 0 0,2-2 0,1 0 0,29 32 0,0-8-31,2-2-1,2-2 1,3-3 0,1-2 0,87 49 0,-15-21-407,270 105 0,157 2-965,-188-84 984,487 62 0,-552-123 283,2-13 1,336-21-1,-384-21 135,-1-10 0,299-79 0,482-183 0,-548 126 247,-397 131-79,-3-4 0,-2-4 0,99-69 1,-147 87 104,-2-2 1,-1-2 0,-1-1 0,-2-1-1,-2-3 1,-1 0 0,-1-2-1,29-52 1,-43 64-252,-1-2-1,-2 0 0,-1-1 1,-1 0-1,-1 0 0,-2-1 1,0 0-1,-3-1 0,0 1 1,-2-1-1,-1 0 1,-2 1-1,-7-53 0,4 63-21,-1-1 0,0 1 0,-2 0 0,0 0 0,-1 1 0,-1 0 0,-1 1 0,-1-1 0,0 2 0,-2 0 0,0 0 0,-22-21 0,29 32-124,-1 1 0,-1-1 0,1 1 0,-1 1 0,0 0 0,0 0-1,0 0 1,-1 1 0,1 0 0,-17-3 0,-40-6-6702</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8:25.003"/>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2893 464 24575,'0'0'0,"-4"27"0,3-29 0,1 2 0,-1 1 0,1-1 0,0 1 0,0-1 0,-1 1 0,1-1 0,0 1 0,0-1 0,-1 0 0,1 1 0,0-1 0,-1 0 0,1 1 0,-1-1 0,1 0 0,0 1 0,-1-1 0,1 0 0,-1 0 0,1 1 0,-1-1 0,1 0 0,-1 0 0,1 0 0,-2 0 0,-20 0 0,-10-11 0,-14-2 0,-7-5 0,-15 2 0,-8 3 0,-10-1 0,-14 2 0,-12 3 0,-15 3 0,2 3 0,-13 1 0,7 2 0,5 0 0,6 0 0,21 1 0,10-1 0,18 1 0,10-1 0,12 0 0,10 0 0,6 0 0,-1 0 0,2 0 0,-4 0 0,-10 6 0,1 5 0,1 5 0,0 0 0,-3 3 0,4 7 0,-2 3 0,3 1 0,5 1 0,2 4 0,-1 6 0,1-2 0,2 5 0,2 2 0,1 3 0,2-3 0,0 1 0,1 1 0,1 7 0,-1-3 0,5 0 0,7 1 0,-1-1 0,-1 7 0,-2 5 0,3 1 0,-2-1 0,3 3 0,-1-2 0,3-2 0,4 8 0,2-2 0,3 4 0,2 2 0,-4 7 0,-5 8 0,1-4 0,0-1 0,3-1 0,2-12 0,2-7 0,1-6 0,7-4 0,12-2 0,5-1 0,0 5 0,7 1 0,1 11 0,6 6 0,6 9 0,-1-2 0,4-5 0,7-1 0,3-5 0,2 0 0,1 2 0,10-4 0,5-4 0,10 2 0,3-2 0,7-3 0,16-3 0,10-2 0,14-1 0,27 9 0,15 5 0,27 0 0,18 4 0,14 7-1082,18-3 1392,0-9-465,17-1 155,5-10 0,3-4 0,-5-7 0,9-13 0,-11-10 0,-2-5 0,-6-6 0,-12 0 0,-16-4 0,-26-2 0,-1 8 0,-4-1 0,-10 4 0,-2-3-311,-9-3 400,-1-4-133,6-3 44,1-2 0,13-2 0,6-1 0,5-1 0,-1 0 0,12 6 0,17 0 0,13 6-1035,-2-2 1331,6 0-444,-1-2 148,-8 2 0,13-1 0,3-1 0,5-2 0,-9-2 0,-4-1 0,-1-1 0,3 10 0,2 0 0,4 0 0,-8-3 0,11-1 0,3-3 0,13-2 0,2-1 0,-1-1 0,-2 0 0,-14-1 0,-4 1 0,-18-1 0,0 1 0,-15 0 0,4 0 0,-5 0 0,2 0 0,-3 0 0,2 0 0,-2 0 0,-4 0 0,3 0 0,-8 0 0,-2-6 0,-7 1 0,-2-1 0,-5-4 0,5 1 0,-13 1 0,-4 2-302,-4-3 388,-12-4-129,-7-4 43,-10 1 0,-13-8 1004,-8-2-1291,6-2 737,3-1-538,11-6 1215,0 7-1437,-4-1 801,7 2-587,16 1 144,-3 0-48,6 0 0,3 5 0,-4 0 0,-3 6 0,12-8 0,3 0 0,-9 2 0,0-1 0,11 0 0,-10-1 0,1-2 0,-5-6 0,-10-1 0,-11 0 0,-8-5 0,-7 1 0,-11-5 0,-13-2 0,-7-5 0,-11-2 0,-8-8 0,-16 4 0,0-6 0,-1-5 0,0-4 0,-4-6 0,1-3 0,1-7 0,2-2 0,-4-6 0,-4 1 0,-4-4 0,-4-4 0,-4-2 0,-1-3 0,-6-2 0,-12 4 0,-6 1 0,-10-7 0,-7-1 0,-7 10 0,-3 6 0,-10 5 0,-6 5 0,-11-3 0,-5 7 0,-9-5 0,-6 1 0,-10 5 0,-4 1 0,-13-5 0,-17 0 0,-10-6 0,-19-1 0,-5 7 0,-12-4 0,-5 7 0,-7 6 0,-12-3 0,-5 4 0,-3 4 0,4 10 0,1-1 0,11 3 0,0 1 0,10 1 0,4 6 0,-3 0 0,0 1 0,6 9 0,-10 11 0,-11-2 0,-11 3 0,0 5 0,4 1 0,1 6 0,5 3 0,6 5 0,11 4 0,-3 1 0,4 2 0,0 1 0,0 0 0,6 0 0,1-1 0,-1 1 0,-5 5 0,-3 5 0,-5 5 0,-1 5 0,-11 9 0,-3 2 0,-9 1 0,3 0 0,6-2 0,0-1 0,12-1 0,4-1 0,11-1 0,2 0 0,-3-5 0,8-1 0,-5-5 0,-2 1 0,4-5 0,-2-2 0,5 1 0,9-2 0,5-2 0,3-2 0,2 3 0,5-1 0,0 4 0,-6-1 0,-2 4 0,-17-2 0,-8-2 0,-5-3 0,4 3 0,-1-2 0,-4 3 0,5 5 0,0 3 0,1-2 0,5 2 0,5-3 0,0-4 0,-1-5 0,-3-2 0,-2-3 0,-14-1 0,-7 4 0,-1 0 0,-4 0 0,-3 5 0,-7-2 0,4-1 0,4-1 0,7-2 0,-1-2 0,16-1 0,4-1 0,7-6 0,1 1 0,5-7 0,-3 2 0,3-5 0,-4 2 0,3-2 0,2 2 0,-2 3 0,1-2 0,3 2 0,7 2 0,-3 3 0,1 2 0,0 1 0,6 2 0,1 0 0,0 0 0,-1-5 0,-1-5 0,4-1 0,6-4 0,-2-4 0,5 3 0,8-3 0,-3-2 0,3 4 0,-4-1 0,0-2 0,-11-2 0,-8-2 0,-22-12 0,-13-1 0,-16-1 0,-2 1 0,-20 3 0,4 8 0,6 7 0,9 8 0,9 4 0,2 5 0,-12-3 0,-7 0 0,-14 1 0,-16 1 0,-11-10 0,-12 1 0,2 0-861,5-3 1107,17 3-369,18 2 123,17 3 0,13 3 0,3-3 0,6 0 0,3 2 0,-9 1 0,1 1 861,-11 2-1107,-3 0 369,-8 1-123,4 0 0,-1 0 0,7 0 0,12 6 0,22 0 0,10 5 0,14-1 0,4 5 0,11-3 0,-1-2 0,-3-3 0,0-2 0,13-3 0,1-1 0,1-1 0,11 5 0,-1 0 0,-2 0 0,7-1 0,2 4 0,8 0 0,2 4 0,-1-2 0,-5 4 0,3-2 0,4 4 0,6-4 0,10 4 0,3 2 0,4-3 0,0 8 0,6 2 0,4 2 0,-1-4 0,4 0 0,-3-5 0,-3 0 0,2-4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8:44.190"/>
    </inkml:context>
    <inkml:brush xml:id="br0">
      <inkml:brushProperty name="width" value="0.035" units="cm"/>
      <inkml:brushProperty name="height" value="0.035" units="cm"/>
      <inkml:brushProperty name="color" value="#E71224"/>
    </inkml:brush>
  </inkml:definitions>
  <inkml:trace contextRef="#ctx0" brushRef="#br0">643 0 24575,'-11'1'0,"1"0"0,-1 0 0,1 1 0,0 0 0,-1 1 0,1 0 0,0 1 0,0 0 0,1 1 0,0 0 0,-1 0 0,-9 8 0,-6 6 0,1 2 0,-39 42 0,25-19 0,3 1 0,1 2 0,-48 90 0,45-65 0,4 1 0,-27 89 0,42-98-10,2 0 1,2 1-1,4 1 0,3 0 0,2 0 1,3 0-1,4 1 0,2-1 0,3 0 0,3-1 1,2 1-1,4-2 0,2 0 0,39 88 0,-10-49-109,4-3 0,4-2 0,120 158-1,-89-149 35,5-4-1,177 158 1,-185-192 85,129 83 0,-163-122 0,3-1 0,0-3 0,1-2 0,68 20 0,-97-37 0,0-1 0,42 4 0,-55-9 0,1-1 0,-1 0 0,0 0 0,0-1 0,0-1 0,0 0 0,19-6 0,-27 7 10,-1 0 0,1 0 0,-1 0 0,1 0 1,-1 0-1,0-1 0,0 0 0,0 1 0,0-1 1,0 0-1,0 0 0,0 0 0,0 0 1,-1 0-1,1 0 0,-1 0 0,0-1 0,0 1 1,1 0-1,-2-1 0,1 1 0,0-1 0,0 0 1,-1 1-1,1-1 0,-1 1 0,0-1 0,0 0 1,0 1-1,0-1 0,0 0 0,-1 1 1,0-5-1,-3-9 87,-1 0 0,0 1 0,-1-1 0,-11-20 0,4 10-49,-2-11-48,8 18 0,-1 0 0,-1 0 0,-1 1 0,-15-23 0,23 39 0,1 1 0,-1-1 0,1 0 0,0 0 0,-1 0 0,1 0 0,0 0 0,1 0 0,-1 0 0,0 0 0,0 0 0,1 0 0,-1 0 0,1-1 0,0-3 0,0 5 0,0 1 0,0-1 0,0 1 0,1 0 0,-1-1 0,0 1 0,0-1 0,1 1 0,-1 0 0,0-1 0,1 1 0,-1 0 0,0-1 0,1 1 0,-1 0 0,1-1 0,-1 1 0,0 0 0,1 0 0,-1 0 0,1-1 0,-1 1 0,1 0 0,-1 0 0,1 0 0,0 0 0,26 4 0,-6 4 0,1 1 0,-1 2 0,-1 0 0,0 1 0,0 1 0,-1 0 0,20 20 0,-5-1 0,-1 2 0,45 60 0,-72-87 0,4 6 0,-1 0 0,0 1 0,10 21 0,-17-32 0,-1 0 0,0 0 0,0-1 0,0 1 0,0 0 0,0 0 0,0 0 0,-1 0 0,0 1 0,0-1 0,1 0 0,-2 0 0,1 0 0,0 0 0,-1 0 0,1 0 0,-1 0 0,0 0 0,0 0 0,0 0 0,0 0 0,-1-1 0,1 1 0,-4 4 0,-5 2 0,0-1 0,0 0 0,-1 0 0,0-1 0,-1-1 0,1 0 0,-1-1 0,0 0 0,-16 4 0,-10 6 0,-230 85 0,195-74 0,68-25 0,1 1 0,-1 0 0,0-1 0,0 0 0,0 0 0,0-1 0,1 1 0,-1-1 0,0 0 0,-7-1 0,10 0 0,-1 1 0,1-1 0,0 0 0,0 0 0,-1-1 0,1 1 0,0 0 0,0-1 0,0 1 0,0-1 0,0 0 0,0 1 0,1-1 0,-1 0 0,1 0 0,-1 0 0,1-1 0,0 1 0,-1 0 0,1 0 0,0-1 0,-1-3 0,-2-7 0,1-1 0,0 0 0,1 1 0,0-1 0,1 0 0,2-26 0,14-87 0,-13 116 0,81-330-1007,-79 324 649,10-32-6468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9:16.080"/>
    </inkml:context>
    <inkml:brush xml:id="br0">
      <inkml:brushProperty name="width" value="0.035" units="cm"/>
      <inkml:brushProperty name="height" value="0.035" units="cm"/>
      <inkml:brushProperty name="color" value="#E71224"/>
    </inkml:brush>
  </inkml:definitions>
  <inkml:trace contextRef="#ctx0" brushRef="#br0">6337 791 24575,'-9'0'0,"0"-1"0,0-1 0,0 0 0,-11-3 0,-9-2 0,-38-11 0,2-2 0,-84-38 0,70 26 0,-334-120 0,-6 18 0,-552-101 0,868 215 0,-99-19 0,-220-14 0,109 41 0,0 13 0,-608 84 0,794-63 0,-178 55 0,235-54 0,1 3 0,1 4 0,2 2 0,-64 42 0,102-54 0,1 1 0,1 1 0,1 1 0,0 1 0,2 1 0,1 1 0,1 2 0,2 0 0,-28 51 0,1 17 0,-58 177 0,89-230 0,1 11 0,12-41 0,-1-1 0,0 0 0,-8 18 0,11-28 0,-1-1 0,0 0 0,1 1 0,-1-1 0,0 0 0,0 0 0,0 1 0,0-1 0,0 0 0,0 0 0,0 0 0,0 0 0,0 0 0,-1-1 0,1 1 0,0 0 0,-1-1 0,1 1 0,0 0 0,-1-1 0,-2 1 0,2-1 0,-1 0 0,1 0 0,-1 0 0,1-1 0,-1 1 0,1-1 0,-1 1 0,1-1 0,-1 0 0,1 0 0,0 0 0,-3-1 0,-7-6 0,0 0 0,1-1 0,-19-18 0,21 18 0,-49-50 0,-56-73 0,-49-50 0,161 180 0,1 0 0,-1 0 0,1 1 0,-1-1 0,0 1 0,0-1 0,0 1 0,0 0 0,0 0 0,0 0 0,0 0 0,0 0 0,0 0 0,0 1 0,0-1 0,-1 1 0,-3-1 0,5 1 0,1 0 0,-1 1 0,1-1 0,-1 0 0,1 1 0,-1-1 0,1 0 0,-1 1 0,1-1 0,-1 0 0,1 1 0,-1-1 0,1 1 0,0-1 0,-1 1 0,1-1 0,0 1 0,-1 0 0,1-1 0,0 1 0,0-1 0,-1 2 0,1 25 0,6 15 0,2-1 0,2 0 0,17 44 0,56 119 0,-58-146 0,-24-55 0,19 45 0,34 59 0,-53-104 0,0-1 0,1 0 0,-1-1 0,1 1 0,-1 0 0,1 0 0,-1-1 0,1 1 0,0 0 0,0-1 0,0 0 0,0 1 0,0-1 0,0 0 0,0 0 0,0 0 0,0-1 0,0 1 0,1 0 0,4 0 0,-3-1 0,0 0 0,0-1 0,0 1 0,0-1 0,0 0 0,0 0 0,-1 0 0,1-1 0,0 1 0,0-1 0,4-3 0,8-6 0,1-1 0,-2 0 0,28-29 0,-37 35 0,115-135 0,-90 101 0,1 2 0,2 1 0,70-59 0,-93 89 0,13-9 0,-24 16 0,0 0 0,-1 0 0,1 0 0,0 0 0,0-1 0,0 1 0,-1 0 0,1 0 0,0 0 0,0 0 0,0 0 0,-1 0 0,1 0 0,0 0 0,0-1 0,0 1 0,0 0 0,-1 0 0,1 0 0,0 0 0,0-1 0,0 1 0,0 0 0,0 0 0,0 0 0,0-1 0,0 1 0,0 0 0,-1 0 0,1 0 0,0-1 0,0 1 0,0 0 0,0 0 0,0-1 0,0 1 0,0 0 0,0 0 0,0 0 0,1-1 0,-1 1 0,0 0 0,0 0 0,0 0 0,0-1 0,0 1 0,0 0 0,0 0 0,0 0 0,1-1 0,-1 1 0,0 0 0,0 0 0,0 0 0,0 0 0,1 0 0,-1-1 0,0 1 0,0 0 0,0 0 0,1 0 0,-1 0 0,0 0 0,0 0 0,0 0 0,1 0 0,-53-3 0,-93 7 0,48 0 0,-306-1-1365,381-3-5461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39:31.300"/>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44:46.639"/>
    </inkml:context>
    <inkml:brush xml:id="br0">
      <inkml:brushProperty name="width" value="0.035" units="cm"/>
      <inkml:brushProperty name="height" value="0.035" units="cm"/>
      <inkml:brushProperty name="color" value="#E71224"/>
    </inkml:brush>
  </inkml:definitions>
  <inkml:trace contextRef="#ctx0" brushRef="#br0">1922 168 24575,'-50'-12'0,"-554"-92"0,-9 54 0,276 54 0,324-2 0,0-1 0,1 2 0,-1 0 0,0 0 0,1 2 0,0-1 0,0 1 0,1 1 0,-1 0 0,1 1 0,0 0 0,1 1 0,0 0 0,0 0 0,1 1 0,0 0 0,0 1 0,1 0 0,0 0 0,-7 14 0,2-2 0,2 0 0,0 1 0,2 0 0,0 0 0,2 1 0,0 0 0,2 1 0,0-1 0,-1 41 0,5-49 0,1 0 0,0 0 0,1 0 0,6 30 0,-5-39 0,1 1 0,0-1 0,0 1 0,0-1 0,1 0 0,0 0 0,1 0 0,-1-1 0,1 1 0,1-1 0,10 10 0,20 13 0,0-1 0,2-2 0,1-2 0,2-1 0,77 31 0,226 57 0,-216-80 0,224 25 0,135-35 0,1202-24 0,-1195 3 0,-136 14 0,-51-1 0,596-11 0,-466-3 0,-291-3 0,-1-6 0,172-35 0,-128 11 0,412-89 0,-581 118 0,-1-1 0,0 0 0,0-2 0,-1 0 0,0-1 0,18-12 0,-30 17 0,0-1 0,-1 1 0,1-1 0,-1 0 0,0 0 0,-1-1 0,1 0 0,-1 1 0,0-1 0,-1-1 0,1 1 0,-1 0 0,0-1 0,-1 0 0,0 0 0,0 0 0,0 0 0,-1 0 0,0 0 0,0-8 0,0-7 0,-1 0 0,-2 0 0,0 0 0,-1 0 0,-11-38 0,9 48 0,1-1 0,-2 1 0,1 0 0,-2 1 0,1 0 0,-1 0 0,-1 0 0,0 1 0,-1 0 0,0 0 0,-11-9 0,-18-10 0,-2 1 0,-1 2 0,-1 2 0,-1 1 0,-1 3 0,-79-26 0,17 15 0,-203-30 0,-238 17 0,-4 41 0,382 5 0,-2337 2 0,2039-4 0,-112 27 0,490-16-1365,56-5-5461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45:00.156"/>
    </inkml:context>
    <inkml:brush xml:id="br0">
      <inkml:brushProperty name="width" value="0.035" units="cm"/>
      <inkml:brushProperty name="height" value="0.035" units="cm"/>
      <inkml:brushProperty name="color" value="#E71224"/>
    </inkml:brush>
  </inkml:definitions>
  <inkml:trace contextRef="#ctx0" brushRef="#br0">518 1561 24575,'-7'-12'0,"0"0"0,-1 1 0,0 0 0,-1 0 0,-12-10 0,-4-6 0,-62-72 0,3-3 0,-94-153 0,164 231 0,1-1 0,1 0 0,1-1 0,-13-47 0,21 62 0,1 0 0,0 0 0,1 0 0,0-1 0,1 1 0,0 0 0,0-1 0,1 1 0,1 0 0,0 0 0,1 0 0,0 0 0,0 0 0,8-16 0,0 10 0,0 0 0,1 1 0,1 0 0,0 1 0,1 0 0,1 1 0,0 0 0,1 2 0,30-19 0,1 2 0,1 3 0,72-27 0,-22 19 0,0 5 0,2 4 0,130-15 0,-199 35 0,-14 3 0,1 0 0,-1-1 0,0-1 0,0-1 0,17-7 0,-33 12 0,0-1 0,0 1 0,1-1 0,-1 0 0,0 1 0,0-1 0,0 0 0,0 0 0,0 0 0,0 0 0,0 0 0,0 0 0,0 0 0,-1 0 0,1 0 0,0 0 0,-1 0 0,1-1 0,-1 1 0,1 0 0,-1 0 0,1-1 0,-1 1 0,0 0 0,0-3 0,0 2 0,0-1 0,-1 0 0,0 1 0,0-1 0,1 1 0,-1 0 0,-1-1 0,1 1 0,0 0 0,-1-1 0,1 1 0,-3-3 0,-6-6 0,-1 0 0,0 1 0,-19-14 0,26 22 0,-96-78 0,94 72 0,17 9 0,22 10 0,54 34 0,88 62 0,-101-60 0,-67-43 0,1 1 0,-1 0 0,0 0 0,-1 1 0,1 0 0,-1 0 0,0 1 0,-1 0 0,1 0 0,-1 0 0,5 10 0,-8-11 0,0 0 0,0 0 0,0 0 0,-1 1 0,0-1 0,0 1 0,0-1 0,-1 1 0,0-1 0,-1 1 0,1-1 0,-1 0 0,0 1 0,-1-1 0,-3 10 0,-1 0 0,0 0 0,-2 0 0,0-1 0,-1 0 0,0-1 0,-1 0 0,-1-1 0,0 1 0,-23 19 0,5-8 0,-1-1 0,-2-2 0,-42 23 0,65-39 0,-1-1 0,1 0 0,-1 0 0,-1-2 0,1 1 0,0-1 0,-16 2 0,23-4 0,1-1 0,-1 0 0,0 0 0,0-1 0,0 1 0,0 0 0,1-1 0,-1 0 0,0 1 0,1-1 0,-1 0 0,0-1 0,1 1 0,-1 0 0,1-1 0,0 1 0,-1-1 0,1 0 0,0 0 0,0 0 0,0 0 0,0 0 0,0 0 0,1 0 0,-1-1 0,1 1 0,-1-1 0,1 1 0,0-1 0,0 1 0,0-1 0,-1-5 0,-4-17 0,1 0 0,1 0 0,1-1 0,1-49 0,5 21 0,11-70 0,4 29-3,-7 42-678,7-78 0,-17 99-6145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50:53.305"/>
    </inkml:context>
    <inkml:brush xml:id="br0">
      <inkml:brushProperty name="width" value="0.035" units="cm"/>
      <inkml:brushProperty name="height" value="0.035" units="cm"/>
      <inkml:brushProperty name="color" value="#E71224"/>
    </inkml:brush>
  </inkml:definitions>
  <inkml:trace contextRef="#ctx0" brushRef="#br0">1008 245 24575,'0'-1'0,"0"0"0,-1 0 0,1 0 0,-1 0 0,1 0 0,-1-1 0,1 1 0,-1 0 0,0 0 0,1 0 0,-1 1 0,0-1 0,0 0 0,0 0 0,0 0 0,0 1 0,1-1 0,-2 0 0,0 0 0,-24-13 0,19 11 0,-14-6 0,0 1 0,-1 0 0,1 2 0,-2 1 0,1 0 0,0 2 0,-25-1 0,-163 6 0,190-1 0,-9 1 0,0 1 0,1 1 0,0 2 0,0 1 0,0 1 0,1 2 0,1 0 0,-1 2 0,-36 22 0,46-23 0,1 0 0,0 1 0,1 0 0,0 1 0,1 1 0,1 1 0,0 0 0,1 0 0,0 1 0,1 0 0,1 1 0,1 1 0,1 0 0,-12 33 0,14-21 0,2 0 0,0 0 0,2 0 0,2 0 0,4 45 0,-1-1 0,-3-37 0,8 57 0,-5-81 0,0 1 0,0-2 0,1 1 0,1 0 0,0-1 0,1 0 0,12 21 0,-4-14 0,0 0 0,2-1 0,0-1 0,0 0 0,2-1 0,20 14 0,-8-9 0,1-2 0,1-1 0,44 19 0,19-2 0,181 42 0,-267-75 0,190 40 0,209 16 0,206-11 0,-550-43 0,486 57 0,-269-24 0,-208-29 0,514 66 0,-3 34 0,403 101 0,-508-130 0,4-31 0,584-37-596,-321-12 522,1714 23 15,-2295-22 42,288-3 609,-2-26-438,-411 25-154,28-2 0,1-4 0,-1-2 0,82-26 0,-139 34 0,-1 0 0,0-1 0,0 0 0,-1 0 0,0-1 0,0 0 0,0-1 0,0 0 0,-1 0 0,-1-1 0,1 0 0,7-11 0,-6 6 0,-1-1 0,-1 0 0,0 0 0,0-1 0,-2 0 0,0 0 0,6-28 0,65-373 0,-69 360 0,-1-1 0,-3 0 0,-3 1 0,-2-1 0,-3 0 0,-2 0 0,-2 1 0,-21-67 0,4 52 0,-34-68 0,51 121 0,-2 0 0,0 0 0,-1 1 0,-27-29 0,-66-54 0,72 73 0,0 2 0,-2 1 0,-1 2 0,-1 1 0,-1 2 0,0 2 0,-1 1 0,-1 3 0,-42-10 0,-21 1 0,-1 5 0,-152-7 0,-606 17 0,523 11 0,51-2 0,-1158-3 0,366-43 0,937 36 0,-537-44 0,52 3 0,-683 12 0,820 36 0,-372 5 0,749 3 0,1 5 0,0 5 0,1 5 0,1 4 0,-133 52 0,143-46 0,-2-3 0,-1-5 0,-1-5 0,0-4 0,-211 1 0,262-16 0,-98-3 0,126 1 0,1-2 0,-1 0 0,-44-14 0,-18-21-1365,67 32-5461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5:50:55.454"/>
    </inkml:context>
    <inkml:brush xml:id="br0">
      <inkml:brushProperty name="width" value="0.035" units="cm"/>
      <inkml:brushProperty name="height" value="0.035" units="cm"/>
      <inkml:brushProperty name="color" value="#E71224"/>
    </inkml:brush>
  </inkml:definitions>
  <inkml:trace contextRef="#ctx0" brushRef="#br0">987 4603 24575,'-7'-1'0,"0"1"0,0-1 0,0-1 0,1 1 0,-1-1 0,0 0 0,1-1 0,0 1 0,-11-7 0,-51-39 0,59 41 0,-62-50 0,4-4 0,-76-86 0,-97-156 0,180 219 0,-74-141 0,114 185 0,2 0 0,1-2 0,3 0 0,1 0 0,2-2 0,-6-52 0,10-30 0,13-212 0,-5 308 0,11-117 0,44-211 0,62-139 0,-110 465 0,38-133 0,7 2 0,126-268 0,-120 307 0,-9 15 0,90-143 0,-125 231 0,1 0 0,0 2 0,2 0 0,0 1 0,1 1 0,42-30 0,-59 46 0,0-1 0,1 1 0,-1-1 0,0 0 0,0 0 0,1 0 0,-1 0 0,-1 0 0,1 0 0,0-1 0,-1 1 0,1-1 0,-1 1 0,0-1 0,1 1 0,-1-1 0,-1 0 0,2-5 0,-1 4 0,-1-1 0,0 1 0,-1 0 0,1 0 0,-1-1 0,0 1 0,0 0 0,0 0 0,0 0 0,-1 0 0,-3-6 0,-2-3 0,-1 1 0,-1 0 0,0 1 0,-1-1 0,0 2 0,-16-14 0,-15-8 0,-2 3 0,-51-27 0,71 42 0,3-1 0,20 15 0,0 0 0,0 0 0,0-1 0,-1 1 0,1 0 0,0 0 0,0-1 0,0 1 0,0 0 0,-1-1 0,1 1 0,0 0 0,0 0 0,0-1 0,0 1 0,0 0 0,0-1 0,0 1 0,0 0 0,0-1 0,0 1 0,0 0 0,0-1 0,0 1 0,0 0 0,0 0 0,0-1 0,1 1 0,-1 0 0,0-1 0,0 1 0,0 0 0,0 0 0,1-1 0,2 0 0,0-1 0,0 1 0,0 0 0,0 0 0,0 0 0,0 0 0,0 0 0,0 1 0,1 0 0,4-1 0,75-3 0,0 3 0,101 13 0,-167-11 0,1 2 0,-1 0 0,0 1 0,0 0 0,26 12 0,-38-14 0,0 1 0,-1 0 0,1-1 0,-1 2 0,1-1 0,-1 0 0,0 1 0,0 0 0,-1 0 0,1 0 0,-1 0 0,0 1 0,0-1 0,0 1 0,0 0 0,-1 0 0,0 0 0,0 0 0,-1 0 0,1 0 0,1 11 0,-2-2 0,0 1 0,0-1 0,-2 0 0,0 1 0,0-1 0,-1 0 0,-1 0 0,0 0 0,-1 0 0,-1-1 0,0 1 0,-1-1 0,0 0 0,-1-1 0,-1 1 0,-14 18 0,-27 35 0,-4-2 0,-2-3 0,-2-2 0,-83 65 0,137-122 0,0 1 0,0-1 0,0 0 0,-1 0 0,1 0 0,-1 0 0,1 0 0,-1-1 0,1 0 0,-1 0 0,0 0 0,-5 1 0,6-2 0,1-1 0,0 1 0,-1 0 0,1-1 0,0 0 0,0 1 0,0-1 0,0 0 0,-1 0 0,1 0 0,1-1 0,-1 1 0,0 0 0,0-1 0,0 1 0,1-1 0,-1 0 0,0 0 0,1 1 0,0-1 0,-1 0 0,0-3 0,-7-10 0,1 0 0,1-1 0,0 0 0,-6-25 0,-14-72 0,16 65 0,-16-88-23,12 56-648,-40-123 0,43 170-6155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08.236"/>
    </inkml:context>
    <inkml:brush xml:id="br0">
      <inkml:brushProperty name="width" value="0.035" units="cm"/>
      <inkml:brushProperty name="height" value="0.035" units="cm"/>
      <inkml:brushProperty name="color" value="#E71224"/>
    </inkml:brush>
  </inkml:definitions>
  <inkml:trace contextRef="#ctx0" brushRef="#br0">1079 357 24575,'-60'0'0,"-178"4"0,183 0 0,-1 3 0,-66 16 0,49-6 0,2 4 0,1 3 0,1 3 0,-67 36 0,128-58 0,0 1 0,1 0 0,-1 0 0,2 1 0,-1-1 0,1 2 0,0-1 0,0 1 0,1-1 0,0 1 0,-4 9 0,-1 3 0,2-1 0,0 2 0,-8 35 0,14-45 0,1 1 0,0-1 0,0 1 0,1 0 0,0-1 0,1 1 0,1-1 0,0 1 0,0-1 0,1 0 0,1 1 0,0-1 0,0-1 0,1 1 0,9 14 0,2 0 0,1-1 0,1-1 0,1 0 0,1-2 0,24 21 0,-6-10 0,2-2 0,2-2 0,0-2 0,2-1 0,0-3 0,2-1 0,0-2 0,60 15 0,56 6 0,182 23 0,-314-59 0,470 67 0,638 8 0,-162-78-764,413 8 647,-925 2 78,362 17 42,-786-26 15,648 30-74,0-55 1004,-21-18-940,36-4-9,-588 32 1,1139-120 0,-1234 131 0,371-44 0,-309 31 0,-1-3 0,133-48 0,-198 60 0,0-1 0,-1 0 0,0-1 0,0-1 0,-1-1 0,-1 0 0,1 0 0,-1-1 0,15-18 0,-21 20 0,1-1 0,-1 0 0,-1 0 0,0-1 0,0 0 0,-1 0 0,-1 0 0,0-1 0,0 0 0,-1 1 0,-1-1 0,0 0 0,1-21 0,-4 19 0,0 0 0,0 0 0,-2 0 0,0 1 0,0-1 0,-1 1 0,-1-1 0,0 2 0,-1-1 0,-12-19 0,-9-11 0,-49-59 0,51 74 0,-1 0 0,-2 2 0,0 1 0,-2 1 0,0 2 0,-2 1 0,-42-22 0,-18-2 0,-141-47 0,-19 7 0,-305-60 0,350 106 0,-2 9 0,-214-3 0,-592 32-403,545 5 215,-565-4 188,-384 2 0,721 11 0,-175 1 0,-1556-15 591,2327 3-591,-137 20 0,174-12 0,1 3 0,0 3 0,-73 29 0,100-28-1365,10-1-5461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09.797"/>
    </inkml:context>
    <inkml:brush xml:id="br0">
      <inkml:brushProperty name="width" value="0.035" units="cm"/>
      <inkml:brushProperty name="height" value="0.035" units="cm"/>
      <inkml:brushProperty name="color" value="#E71224"/>
    </inkml:brush>
  </inkml:definitions>
  <inkml:trace contextRef="#ctx0" brushRef="#br0">1 1390 24575,'19'-15'0,"0"0"0,-1-1 0,31-35 0,-9 8 0,96-90 0,198-150 0,-219 199 0,3 5 0,182-89 0,-209 124 0,1 4 0,2 5 0,2 4 0,0 3 0,2 5 0,1 5 0,1 3 0,157-1 0,-117 16 0,-137 0 0,-1 0 0,1 0 0,-1 0 0,1-1 0,-1 1 0,1-1 0,-1 1 0,0-1 0,1 0 0,-1 0 0,0 0 0,1-1 0,2-1 0,-4 2 0,-1 1 0,1-1 0,-1 1 0,0-1 0,1 0 0,-1 1 0,0-1 0,1 1 0,-1-1 0,0 0 0,0 1 0,0-1 0,0 1 0,0-1 0,1 0 0,-1 1 0,0-1 0,0 0 0,0 1 0,-1-1 0,1 0 0,-12-20 0,-2 8 0,1 1 0,-2 1 0,0 0 0,0 1 0,-30-15 0,-89-32 0,95 43 0,0 1 0,-1 3 0,0 1 0,-1 2 0,-59-2 0,97 9 0,-13-1 0,32 4 0,578 102 0,-525-89 0,-55-14 0,-4 0 0,0 0 0,-1 0 0,1 1 0,-1 0 0,17 9 0,-24-11 0,-1 0 0,0 0 0,1 0 0,-1 0 0,1 1 0,-1-1 0,0 0 0,0 1 0,0-1 0,0 1 0,0-1 0,0 1 0,0-1 0,-1 1 0,1 0 0,-1 0 0,1-1 0,-1 1 0,1 0 0,-1 0 0,0-1 0,0 1 0,0 0 0,0 0 0,0 0 0,0-1 0,0 1 0,-1 0 0,1 0 0,-1-1 0,1 1 0,-1 0 0,0-1 0,0 1 0,0 0 0,0-1 0,-2 3 0,-10 18 0,-1-1 0,-1-1 0,-1 0 0,-30 29 0,-82 63 0,126-110 0,-60 49 0,-110 70 0,170-119 0,0-1 0,0 0 0,-1 1 0,1-1 0,-1 0 0,1 0 0,-1 0 0,1-1 0,-1 1 0,0-1 0,1 1 0,-1-1 0,0 0 0,1 0 0,-1 0 0,0 0 0,-4-1 0,4-1 0,1 1 0,-1-1 0,1 1 0,-1-1 0,1 0 0,0 0 0,-1 0 0,1 0 0,0 0 0,0-1 0,0 1 0,1 0 0,-1-1 0,1 0 0,-1 1 0,0-4 0,-10-22 0,2-1 0,1-1 0,1 0 0,-6-44 0,5 28 0,-29-182 0,24 138-1365,6 39-5461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34.254"/>
    </inkml:context>
    <inkml:brush xml:id="br0">
      <inkml:brushProperty name="width" value="0.035" units="cm"/>
      <inkml:brushProperty name="height" value="0.035" units="cm"/>
      <inkml:brushProperty name="color" value="#E71224"/>
    </inkml:brush>
  </inkml:definitions>
  <inkml:trace contextRef="#ctx0" brushRef="#br0">0 2 24575,'69'-1'0,"64"1"0,137 17 0,-133-6 0,189-9 0,-151-5 0,231 3-1365,-383 0-5461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34.957"/>
    </inkml:context>
    <inkml:brush xml:id="br0">
      <inkml:brushProperty name="width" value="0.035" units="cm"/>
      <inkml:brushProperty name="height" value="0.035" units="cm"/>
      <inkml:brushProperty name="color" value="#E71224"/>
    </inkml:brush>
  </inkml:definitions>
  <inkml:trace contextRef="#ctx0" brushRef="#br0">0 405 24575,'8'-15'0,"1"1"0,1 0 0,14-16 0,7-9 0,-7 4 0,2 2 0,2 1 0,1 1 0,41-34 0,-57 53 0,1 2 0,1 0 0,-1 1 0,2 0 0,-1 1 0,1 1 0,0 1 0,1 0 0,-1 1 0,1 0 0,0 2 0,0 0 0,23-1 0,-29 5 0,0 0 0,0 1 0,0 0 0,0 0 0,0 1 0,0 1 0,-1 0 0,20 10 0,76 52 0,-100-62 0,51 39 0,90 89 0,-17-13 0,-62-63-1365,-47-37-5461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35.374"/>
    </inkml:context>
    <inkml:brush xml:id="br0">
      <inkml:brushProperty name="width" value="0.035" units="cm"/>
      <inkml:brushProperty name="height" value="0.035" units="cm"/>
      <inkml:brushProperty name="color" value="#E71224"/>
    </inkml:brush>
  </inkml:definitions>
  <inkml:trace contextRef="#ctx0" brushRef="#br0">0 1 24575,'9'5'0,"3"15"0,0 18 0,2 16 0,4 13 0,-2 9 0,-3 1 0,0 0 0,-1-3 0,-4-10 0,3-10 0,-2-7 0,-2-5 0,-2-6 0,-2-9-8191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35.733"/>
    </inkml:context>
    <inkml:brush xml:id="br0">
      <inkml:brushProperty name="width" value="0.035" units="cm"/>
      <inkml:brushProperty name="height" value="0.035" units="cm"/>
      <inkml:brushProperty name="color" value="#E71224"/>
    </inkml:brush>
  </inkml:definitions>
  <inkml:trace contextRef="#ctx0" brushRef="#br0">1 0 24575,'5'0'0,"6"0"0,5 5 0,6 10 0,2 17 0,3 16 0,-4 14 0,-1 11 0,0 6 0,-3 3 0,-5-2 0,-5-11 0,-4-8 0,-3-9 0,-15-14 0,-7-14-8191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35.985"/>
    </inkml:context>
    <inkml:brush xml:id="br0">
      <inkml:brushProperty name="width" value="0.035" units="cm"/>
      <inkml:brushProperty name="height" value="0.035" units="cm"/>
      <inkml:brushProperty name="color" value="#E71224"/>
    </inkml:brush>
  </inkml:definitions>
  <inkml:trace contextRef="#ctx0" brushRef="#br0">1 133 24575,'0'-5'0,"9"-6"0,8-5 0,15-5 0,11 1 0,7 0 0,4 2 0,3 5 0,1 5 0,-1 8 0,-6 4 0,-10 1-8191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36.498"/>
    </inkml:context>
    <inkml:brush xml:id="br0">
      <inkml:brushProperty name="width" value="0.035" units="cm"/>
      <inkml:brushProperty name="height" value="0.035" units="cm"/>
      <inkml:brushProperty name="color" value="#E71224"/>
    </inkml:brush>
  </inkml:definitions>
  <inkml:trace contextRef="#ctx0" brushRef="#br0">0 322 24575,'21'0'0,"-1"-2"0,1-1 0,-1 0 0,1-2 0,-1 0 0,-1-1 0,37-17 0,-45 18 0,0-1 0,0 0 0,0 0 0,-1-1 0,0-1 0,-1 1 0,1-2 0,-2 1 0,1-1 0,-1 0 0,-1-1 0,1 0 0,-2 0 0,9-17 0,-12 19 0,0-1 0,-1 1 0,0-1 0,0 1 0,-1-1 0,0 0 0,-1 1 0,0-12 0,0 18 0,0 0 0,0 0 0,0 0 0,-1 0 0,1 0 0,-1 0 0,1 0 0,-1 0 0,1 0 0,-1 0 0,0 0 0,0 1 0,0-1 0,0 0 0,0 0 0,-1 1 0,1-1 0,0 1 0,-1-1 0,1 1 0,-1 0 0,1-1 0,-1 1 0,0 0 0,0 0 0,1 0 0,-1 0 0,0 1 0,0-1 0,0 0 0,0 1 0,0-1 0,0 1 0,0 0 0,0 0 0,0 0 0,0 0 0,0 0 0,0 0 0,-3 1 0,0-1 0,0 2 0,0-1 0,0 0 0,0 1 0,0 0 0,0 0 0,1 0 0,-1 1 0,1-1 0,0 1 0,0 0 0,0 0 0,-6 7 0,4-4 0,0 1 0,1 1 0,0-1 0,1 1 0,-1-1 0,1 1 0,-3 11 0,-1 4 0,2 1 0,1 0 0,1 0 0,-3 44 0,6-45 0,-1 1 0,0 0 0,2 0 0,1 0 0,1 0 0,9 43 0,-8-60 8,0 0 0,0-1 0,1 1 0,0 0 0,0-1 0,1 0 0,-1 0 0,1 0 0,1-1 0,-1 1 0,1-1 0,0 0 0,0-1 0,14 8 0,-6-5-256,0 0 1,1-1-1,0 0 1,1-1-1,30 6 1,-18-7-6579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37.188"/>
    </inkml:context>
    <inkml:brush xml:id="br0">
      <inkml:brushProperty name="width" value="0.035" units="cm"/>
      <inkml:brushProperty name="height" value="0.035" units="cm"/>
      <inkml:brushProperty name="color" value="#E71224"/>
    </inkml:brush>
  </inkml:definitions>
  <inkml:trace contextRef="#ctx0" brushRef="#br0">170 106 24575,'1'-2'0,"0"1"0,-1-1 0,1 0 0,0 1 0,-1-1 0,1 0 0,-1 1 0,0-1 0,1 0 0,-1 0 0,0 0 0,0 1 0,0-1 0,0 0 0,-1 0 0,1 1 0,0-1 0,-1 0 0,1 0 0,-1 1 0,0-1 0,1 0 0,-1 1 0,0-1 0,-2-2 0,0-1 0,0 0 0,0 0 0,0 0 0,-1 0 0,0 1 0,-8-8 0,10 10 0,0 0 0,0 0 0,0 1 0,0 0 0,-1-1 0,1 1 0,0 0 0,-1 0 0,1 0 0,-1 0 0,1 0 0,-1 1 0,1-1 0,-1 1 0,0 0 0,1 0 0,-1 0 0,0 0 0,1 0 0,-1 0 0,1 1 0,-1-1 0,0 1 0,1 0 0,-1 0 0,1 0 0,0 0 0,-5 2 0,3 1 0,0-1 0,1 1 0,-1 0 0,1 0 0,0 0 0,0 1 0,0-1 0,1 1 0,-1 0 0,1-1 0,0 1 0,1 0 0,-1 0 0,0 6 0,-5 22 0,2 1 0,1-1 0,2 1 0,1 0 0,2 0 0,8 54 0,-8-82 0,0-1 0,0 0 0,1 0 0,0 0 0,0 0 0,0 0 0,1 0 0,-1-1 0,1 1 0,0-1 0,0 0 0,1 0 0,-1 0 0,7 5 0,-7-7 0,-1 0 0,1 0 0,0-1 0,0 1 0,0-1 0,0 0 0,0 0 0,0 0 0,0 0 0,1 0 0,-1-1 0,0 1 0,0-1 0,1 0 0,-1 0 0,0 0 0,0-1 0,1 1 0,-1-1 0,0 0 0,0 0 0,0 0 0,0 0 0,6-3 0,-3 0 0,1 0 0,-1 0 0,0-1 0,-1 0 0,1 0 0,-1-1 0,0 1 0,0-1 0,-1 0 0,0-1 0,0 1 0,0-1 0,-1 1 0,0-1 0,0 0 0,-1-1 0,2-6 0,0-1 0,-1 1 0,-1 0 0,0-1 0,-1 0 0,0 1 0,-1-1 0,-4-27 0,-4 17 0,8 25 0,0 0 0,0 1 0,0-1 0,0 0 0,0 0 0,0 1 0,-1-1 0,1 0 0,0 0 0,0 0 0,0 1 0,0-1 0,-1 0 0,1 0 0,0 0 0,0 0 0,0 1 0,-1-1 0,1 0 0,0 0 0,0 0 0,-1 0 0,1 0 0,0 0 0,0 0 0,-1 0 0,1 0 0,0 0 0,0 0 0,-1 0 0,1 0 0,0 0 0,-1 0 0,1 0 0,0 0 0,0 0 0,-1 0 0,1 0 0,0 0 0,0 0 0,-1 0 0,1 0 0,0-1 0,0 1 0,0 0 0,-1 0 0,1 0 0,0 0 0,0-1 0,0 1 0,-1 0 0,1 0 0,0-1 0,0 1 0,0 0 0,0 0 0,0-1 0,-2 9 0,1 0 0,0-1 0,1 1 0,-1 0 0,2 0 0,-1 0 0,1 0 0,0 0 0,1-1 0,4 15 0,0-6 0,0 0 0,0-1 0,2 0 0,12 19 0,-20-33 3,1 1 0,0-1 0,0 0 0,0 1-1,0-1 1,0 0 0,0 0 0,1 0 0,-1 0-1,0 0 1,0 0 0,1 0 0,-1 0 0,1 0-1,-1-1 1,1 1 0,-1 0 0,1-1 0,-1 0 0,1 1-1,-1-1 1,1 0 0,0 0 0,-1 1 0,1-1-1,0-1 1,-1 1 0,1 0 0,-1 0 0,1-1-1,-1 1 1,1 0 0,2-2 0,3-2-148,-1 1 1,1-2-1,-1 1 1,0-1-1,10-9 0,-9 7-448,14-12-6233</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37.886"/>
    </inkml:context>
    <inkml:brush xml:id="br0">
      <inkml:brushProperty name="width" value="0.035" units="cm"/>
      <inkml:brushProperty name="height" value="0.035" units="cm"/>
      <inkml:brushProperty name="color" value="#E71224"/>
    </inkml:brush>
  </inkml:definitions>
  <inkml:trace contextRef="#ctx0" brushRef="#br0">89 890 24575,'-5'0'0,"-1"0"0,1 0 0,-1 1 0,1-1 0,-1 1 0,-5 2 0,9-2 0,0 0 0,0 0 0,0 0 0,1 0 0,-1 0 0,0 0 0,1 1 0,-1-1 0,1 1 0,0-1 0,-1 1 0,1-1 0,0 1 0,0 0 0,0 0 0,0-1 0,0 1 0,0 0 0,1 0 0,-1 3 0,-5 26 0,1 0 0,2 0 0,1 0 0,4 63 0,0-40 0,-2-46 0,3 34 0,-3-41 0,0-1 0,0 1 0,0 0 0,0 0 0,0 0 0,0 0 0,0 0 0,1-1 0,-1 1 0,0 0 0,1 0 0,-1 0 0,1-1 0,-1 1 0,0 0 0,1-1 0,0 1 0,-1 0 0,1-1 0,-1 1 0,1 0 0,0-1 0,0 1 0,-1-1 0,1 0 0,0 1 0,0-1 0,-1 1 0,1-1 0,0 0 0,0 0 0,0 1 0,0-1 0,0 0 0,-1 0 0,1 0 0,2 0 0,2-3 0,1 0 0,0 0 0,-1-1 0,0 0 0,0 0 0,0 0 0,0 0 0,0-1 0,-1 0 0,0 0 0,0 0 0,6-10 0,7-13 0,-2-1 0,0 0 0,-2-1 0,-1-1 0,-2 0 0,0 0 0,-3-1 0,5-36 0,-4 4 0,-3 0 0,-3 0 0,-7-78 0,-2 64 0,-4 1 0,-3 0 0,-3 1 0,-29-76 0,41 138 0,-15-38 0,19 49 0,-1 0 0,0-1 0,0 1 0,0 0 0,0 0 0,0 0 0,-1 0 0,1 1 0,-1-1 0,-5-4 0,7 7 0,1 0 0,-1-1 0,1 1 0,-1 0 0,1 0 0,-1 0 0,0 0 0,1-1 0,-1 1 0,1 0 0,-1 0 0,1 0 0,-1 0 0,0 0 0,1 0 0,-1 0 0,1 0 0,-1 1 0,0-1 0,1 0 0,-1 0 0,1 0 0,-1 1 0,1-1 0,-1 0 0,1 1 0,-1-1 0,1 0 0,-1 1 0,1-1 0,0 0 0,-1 1 0,1-1 0,-1 1 0,1-1 0,0 1 0,0-1 0,-1 1 0,1-1 0,0 1 0,0-1 0,-1 1 0,1 0 0,0-1 0,0 1 0,0 0 0,-5 34 0,6 6 0,1-1 0,15 76 0,29 83 0,-38-170 0,42 160 0,114 279 0,-96-320-1365,-57-120-5461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38.809"/>
    </inkml:context>
    <inkml:brush xml:id="br0">
      <inkml:brushProperty name="width" value="0.035" units="cm"/>
      <inkml:brushProperty name="height" value="0.035" units="cm"/>
      <inkml:brushProperty name="color" value="#E71224"/>
    </inkml:brush>
  </inkml:definitions>
  <inkml:trace contextRef="#ctx0" brushRef="#br0">277 270 24575,'-10'1'0,"0"-2"0,0 1 0,0-1 0,0-1 0,-15-4 0,21 4 0,-1 0 0,1 0 0,-1 0 0,1-1 0,0 1 0,0-1 0,0 0 0,0 0 0,0-1 0,1 1 0,0-1 0,-1 0 0,-2-5 0,-3-4 0,1-1 0,0-1 0,-10-29 0,16 39 0,0-1 0,0 0 0,0 1 0,1-1 0,0 0 0,0 0 0,1 0 0,0 0 0,0 0 0,0 0 0,1 0 0,-1 1 0,2-1 0,1-6 0,-2 10 0,0-1 0,0 1 0,0 0 0,1 0 0,0 0 0,-1 0 0,1 0 0,0 0 0,0 0 0,0 1 0,0-1 0,0 1 0,0-1 0,0 1 0,1 0 0,-1 0 0,0 0 0,1 0 0,-1 0 0,1 0 0,-1 1 0,1-1 0,-1 1 0,1 0 0,0 0 0,-1 0 0,1 0 0,-1 0 0,1 0 0,0 1 0,-1-1 0,1 1 0,-1 0 0,4 1 0,6 2 0,-1 1 0,-1 0 0,1 0 0,-1 1 0,1 0 0,10 10 0,-3 0 0,0 0 0,-2 2 0,0 0 0,-1 0 0,-1 2 0,0 0 0,-2 0 0,0 1 0,12 33 0,-8-11 0,-1 1 0,-2 0 0,13 91 0,-25-127 0,0 0 0,0 0 0,-1 0 0,0 0 0,0 0 0,-1 0 0,0 0 0,-1 0 0,-4 14 0,4-18 0,0 0 0,0 0 0,0-1 0,-1 1 0,1-1 0,-1 1 0,0-1 0,0 0 0,0 0 0,-1 0 0,1-1 0,-1 1 0,1-1 0,-1 0 0,0 0 0,0 0 0,0 0 0,0-1 0,0 1 0,-5 0 0,-3 1 0,0 1 0,-1-2 0,1 0 0,-1 0 0,0-1 0,0-1 0,0 0 0,1-1 0,-1 0 0,0-1 0,1 0 0,-1-1 0,1 0 0,0-1 0,0-1 0,0 0 0,0 0 0,1-1 0,0-1 0,0 0 0,1 0 0,0-1 0,-14-14 0,12 9 0,1 0 0,1 0 0,0-2 0,1 1 0,0-1 0,1 0 0,1-1 0,0 0 0,1 0 0,1 0 0,1-1 0,0 0 0,1 0 0,1 0 0,0 0 0,2-21 0,0 35 4,0 0 0,0 0-1,1 0 1,-1 0 0,1 0 0,0 0-1,0 1 1,0-1 0,0 0 0,0 0-1,1 1 1,-1-1 0,1 1 0,0-1-1,-1 1 1,1 0 0,0 0 0,1 0-1,-1 0 1,0 0 0,0 0 0,1 0-1,-1 1 1,1 0 0,0-1 0,-1 1-1,1 0 1,0 0 0,0 0 0,0 0-1,4 0 1,5 0-216,0-1 0,0 2 0,0-1-1,0 2 1,0 0 0,16 3 0,10 3-6614</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40.150"/>
    </inkml:context>
    <inkml:brush xml:id="br0">
      <inkml:brushProperty name="width" value="0.035" units="cm"/>
      <inkml:brushProperty name="height" value="0.035" units="cm"/>
      <inkml:brushProperty name="color" value="#E71224"/>
    </inkml:brush>
  </inkml:definitions>
  <inkml:trace contextRef="#ctx0" brushRef="#br0">17 0 24575,'-5'17'0,"1"1"0,1-1 0,1 1 0,0-1 0,1 1 0,1 0 0,1-1 0,1 1 0,0 0 0,1-1 0,6 18 0,8 24 0,45 98 0,-53-137 0,120 251 0,-103-225 0,2-1 0,1-2 0,61 67 0,-85-104 0,0-1 0,0 1 0,-1-1 0,0 1 0,0 1 0,-1-1 0,5 11 0,-7-15 0,0 0 0,-1-1 0,0 1 0,1 0 0,-1 0 0,0 0 0,0 0 0,0 0 0,0 0 0,0-1 0,0 1 0,-1 0 0,1 0 0,-1 0 0,1 0 0,-1-1 0,1 1 0,-1 0 0,0-1 0,0 1 0,0 0 0,0-1 0,0 1 0,-1-1 0,1 0 0,0 1 0,-1-1 0,1 0 0,0 0 0,-1 0 0,0 0 0,1 0 0,-1 0 0,-2 1 0,-4 1 0,0 0 0,-1-1 0,1 1 0,-1-2 0,1 1 0,-1-1 0,0 0 0,0-1 0,1 0 0,-1-1 0,0 0 0,0 0 0,1-1 0,-1 0 0,1 0 0,-1-1 0,-11-5 0,3 1 0,0-2 0,0 1 0,1-2 0,1 0 0,-1-1 0,2-1 0,-17-15 0,24 19 0,0 1 0,1-1 0,0 0 0,0-1 0,1 1 0,0-1 0,0 0 0,1-1 0,0 1 0,1-1 0,0 0 0,-3-13 0,6 16 0,-1 0 0,1 1 0,0-1 0,0 0 0,1 0 0,0 1 0,0-1 0,1 0 0,-1 1 0,1-1 0,1 1 0,-1 0 0,1 0 0,0 0 0,1 0 0,0 0 0,-1 0 0,2 1 0,5-7 0,6-3 0,1 0 0,0 1 0,1 0 0,1 2 0,29-16 0,105-38 0,-54 25 0,-82 34 0,-1-1 0,-1 0 0,0-1 0,0-1 0,0-1 0,-2 0 0,1-1 0,12-14 0,-21 20 0,0 0 0,0-1 0,0 0 0,-1 0 0,0-1 0,0 1 0,-1-1 0,0 0 0,0 1 0,-1-1 0,0-1 0,0 1 0,-1 0 0,0 0 0,0-1 0,-1 1 0,0 0 0,-1-1 0,-2-10 0,1 10 0,-1 0 0,-1 1 0,0-1 0,0 1 0,-1 0 0,0 0 0,0 0 0,-1 0 0,0 1 0,0 0 0,0 1 0,-1-1 0,0 1 0,-1 0 0,1 1 0,-1 0 0,0 0 0,-10-4 0,16 8 0,0 0 0,0 0 0,0 1 0,1-1 0,-1 0 0,0 1 0,0 0 0,0-1 0,0 1 0,0 0 0,0 0 0,0 0 0,0 0 0,0 0 0,0 1 0,0-1 0,1 1 0,-1-1 0,0 1 0,0 0 0,0-1 0,-1 2 0,1 0 0,0 0 0,0 0 0,0 0 0,0 0 0,0 1 0,1-1 0,-1 0 0,1 1 0,0-1 0,0 1 0,0-1 0,0 1 0,-1 5 0,0 5 0,0 1 0,1 0 0,0 0 0,1-1 0,2 19 0,5 13 0,2 0 0,1 0 0,30 77 0,68 125 0,-108-246 0,94 183 0,12 28 0,-102-202 0,0 0 0,0 0 0,0 0 0,-2 0 0,3 12 0,-5-19 0,1-1 0,-1 1 0,0-1 0,0 1 0,-1 0 0,1-1 0,0 1 0,-1-1 0,0 1 0,1-1 0,-1 1 0,0-1 0,0 1 0,0-1 0,-1 0 0,1 0 0,-1 1 0,1-1 0,-1 0 0,0 0 0,1-1 0,-1 1 0,0 0 0,0-1 0,-1 1 0,-2 1 0,-2 1 0,0 0 0,0-1 0,-1 0 0,1 0 0,-1-1 0,0 0 0,0-1 0,0 1 0,0-1 0,0-1 0,-12 0 0,8-1 0,-1-1 0,0 0 0,1-1 0,0 0 0,0-1 0,-20-9 0,9 2 0,1-2 0,0 0 0,1-2 0,1 0 0,0-1 0,-29-33 0,35 35 0,2-2 0,0 0 0,0 0 0,2-1 0,0 0 0,1-1 0,0 0 0,2 0 0,-9-30 0,14 39 0,0 0 0,1 1 0,0-1 0,0 0 0,1 0 0,0 0 0,0 0 0,1 1 0,0-1 0,1 0 0,0 0 0,1 1 0,-1-1 0,2 1 0,-1 0 0,1 0 0,0 0 0,1 0 0,0 1 0,0 0 0,0 0 0,1 0 0,9-8 0,-3 5 0,2 0 0,-1 1 0,1 0 0,0 1 0,1 1 0,0 0 0,0 1 0,0 1 0,1 0 0,0 1 0,0 1 0,24-2 0,5 1 0,1 3 0,0 2 0,56 8 0,-98-8 0,0 0 0,-1 0 0,1 0 0,-1 1 0,1 0 0,-1-1 0,1 1 0,-1 0 0,0 1 0,0-1 0,0 0 0,0 1 0,0 0 0,-1 0 0,1 0 0,-1 0 0,0 0 0,0 0 0,0 1 0,0-1 0,0 1 0,-1-1 0,0 1 0,2 4 0,-1 0 0,1 0 0,-2 1 0,1-1 0,-1 1 0,0-1 0,-1 1 0,0 0 0,0-1 0,-3 18 0,3-24-62,-1 0 0,1 0 0,-1 0 0,0 0 0,1 0 0,-1-1 0,0 1 0,0 0 0,0 0 0,0-1 0,-1 1 0,1 0-1,0-1 1,-1 0 0,1 1 0,-1-1 0,1 0 0,-1 1 0,0-1 0,1 0 0,-3 1 0,-14 2-6764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40.32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41.133"/>
    </inkml:context>
    <inkml:brush xml:id="br0">
      <inkml:brushProperty name="width" value="0.035" units="cm"/>
      <inkml:brushProperty name="height" value="0.035" units="cm"/>
      <inkml:brushProperty name="color" value="#E71224"/>
    </inkml:brush>
  </inkml:definitions>
  <inkml:trace contextRef="#ctx0" brushRef="#br0">161 143 24575,'-7'0'0,"-1"0"0,1 1 0,0-1 0,-1 1 0,1 1 0,0-1 0,0 1 0,0 1 0,0-1 0,0 1 0,1 1 0,-10 5 0,11-6 0,0 2 0,1-1 0,0 0 0,0 1 0,0 0 0,0 0 0,0 0 0,1 1 0,0-1 0,0 1 0,1 0 0,0-1 0,0 1 0,-3 12 0,3-9 0,1 0 0,0 0 0,0 0 0,1 0 0,0 0 0,0 0 0,1 0 0,0 0 0,1 0 0,0-1 0,0 1 0,1 0 0,0-1 0,0 1 0,1-1 0,0 0 0,1-1 0,0 1 0,0-1 0,0 1 0,1-1 0,0-1 0,1 1 0,-1-1 0,1-1 0,0 1 0,1-1 0,-1 0 0,1-1 0,0 1 0,0-2 0,1 1 0,-1-1 0,13 3 0,-15-5 0,1 1 0,-1-1 0,1-1 0,0 1 0,-1-1 0,1 0 0,0 0 0,-1-1 0,1 0 0,0 0 0,-1-1 0,1 0 0,-1 0 0,12-6 0,-9 3 0,0-1 0,0 0 0,-1 0 0,0-1 0,0 0 0,0 0 0,-1-1 0,11-15 0,-4 1 0,0-1 0,-2-1 0,0 0 0,-2-1 0,0 0 0,10-44 0,-15 50 0,-1-1 0,-1 0 0,0 0 0,-2 0 0,0 0 0,-1 0 0,-5-31 0,-3 31 0,8 20 0,0 0 0,0 0 0,-1 0 0,1 0 0,0 0 0,0 0 0,-1 0 0,1 0 0,0 0 0,0 0 0,-1 0 0,1 0 0,0 0 0,0 0 0,-1 0 0,1 0 0,0 0 0,0 0 0,-1 1 0,1-1 0,0 0 0,0 0 0,0 0 0,0 0 0,-1 1 0,1-1 0,0 0 0,0 0 0,0 0 0,0 1 0,0-1 0,-1 0 0,1 0 0,0 1 0,0-1 0,0 0 0,0 0 0,0 1 0,-9 38 0,7-16 0,1 0 0,1 1 0,1-1 0,1 0 0,1 1 0,1-1 0,2-1 0,0 1 0,11 27 0,-13-41 0,0 0 0,1 0 0,-1 0 0,2-1 0,-1 1 0,1-1 0,1-1 0,-1 1 0,1-1 0,1-1 0,-1 1 0,1-1 0,0 0 0,1-1 0,-1 0 0,1 0 0,0-1 0,0 0 0,1 0 0,-1-1 0,1-1 0,-1 0 0,1 0 0,14 1 0,-8-2-151,-1-1-1,0 0 0,1-1 0,-1-1 1,0 0-1,0-1 0,0-1 1,18-6-1,-3-4-6674</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59.001"/>
    </inkml:context>
    <inkml:brush xml:id="br0">
      <inkml:brushProperty name="width" value="0.035" units="cm"/>
      <inkml:brushProperty name="height" value="0.035" units="cm"/>
      <inkml:brushProperty name="color" value="#E71224"/>
    </inkml:brush>
  </inkml:definitions>
  <inkml:trace contextRef="#ctx0" brushRef="#br0">0 112 24575,'31'-2'0,"0"-1"0,0-2 0,46-14 0,-2 2 0,87-10 0,288-11 0,169 40 0,-450 4 0,313 51 0,-344-35 0,1-7 0,217-3 0,-122-3 0,341 55 0,-562-61 0,-33-1 0,12-1 0,-1294 26-875,1042-28 830,-594 0 198,811 4 125,0 1 0,-77 18 1,78-13-302,-1-1 1,-78 3-1,26-10 23,-130-5 0,203 1 0,0-2 0,0 0 0,1-2 0,-38-16 0,-7-2 0,53 18 0,17 3 0,31 1 0,-23 2 0,816-25-325,4 26-267,-490 1 701,-259-1-1340,-27 1-4921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0.516"/>
    </inkml:context>
    <inkml:brush xml:id="br0">
      <inkml:brushProperty name="width" value="0.035" units="cm"/>
      <inkml:brushProperty name="height" value="0.035" units="cm"/>
      <inkml:brushProperty name="color" value="#E71224"/>
    </inkml:brush>
  </inkml:definitions>
  <inkml:trace contextRef="#ctx0" brushRef="#br0">0 6 24575,'0'-5'0,"9"8"0,4 17 0,-2 24 0,-1 8 0,-4 10 0,-2 8 0,-2-4 0,-1-8 0,-1-5 0,5-15 0,9-29 0,4-16-8191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1.305"/>
    </inkml:context>
    <inkml:brush xml:id="br0">
      <inkml:brushProperty name="width" value="0.035" units="cm"/>
      <inkml:brushProperty name="height" value="0.035" units="cm"/>
      <inkml:brushProperty name="color" value="#E71224"/>
    </inkml:brush>
  </inkml:definitions>
  <inkml:trace contextRef="#ctx0" brushRef="#br0">304 1 24575,'-5'6'0,"0"0"0,0 1 0,1-1 0,-1 1 0,-3 10 0,-18 26 0,-3-9 0,-1-2 0,-2 0 0,-54 40 0,79-66 0,1-1 0,-1 1 0,1 0 0,0 1 0,1-1 0,0 1 0,0 0 0,-7 12 0,11-16 0,0 0 0,-1 0 0,1 0 0,0 0 0,0 0 0,0 0 0,1 0 0,-1 0 0,1 0 0,0 0 0,0 1 0,0-1 0,0 0 0,0 0 0,1 0 0,-1 0 0,1 0 0,0 0 0,0 0 0,0 0 0,0 0 0,1 0 0,-1 0 0,1 0 0,0-1 0,3 5 0,3-1 0,-1 0 0,1-1 0,0 1 0,0-2 0,0 1 0,1-1 0,-1-1 0,1 0 0,18 5 0,9 3 0,39 19 0,89 48 0,-148-71 0,1 0 0,0-1 0,0-1 0,1-1 0,0 0 0,-1-1 0,35 1 0,-42-3 0,12 2-1365,-4 3-5461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2.383"/>
    </inkml:context>
    <inkml:brush xml:id="br0">
      <inkml:brushProperty name="width" value="0.035" units="cm"/>
      <inkml:brushProperty name="height" value="0.035" units="cm"/>
      <inkml:brushProperty name="color" value="#E71224"/>
    </inkml:brush>
  </inkml:definitions>
  <inkml:trace contextRef="#ctx0" brushRef="#br0">102 108 24575,'-1'0'0,"-1"0"0,1 0 0,-1 0 0,1 0 0,-1 0 0,1 0 0,0 0 0,-1 1 0,1-1 0,-1 1 0,1-1 0,0 1 0,-1-1 0,1 1 0,0 0 0,0 0 0,-2 0 0,3 0 0,-1 0 0,1 0 0,-1-1 0,1 1 0,0 0 0,0 0 0,-1-1 0,1 1 0,0 0 0,0 0 0,0-1 0,0 1 0,0 0 0,0 0 0,0 0 0,0-1 0,0 1 0,1 0 0,-1 0 0,0-1 0,0 1 0,1 1 0,4 6 0,-1 0 0,1 0 0,1-1 0,9 11 0,-1-1 0,-5-3 0,-7-11 0,0 0 0,-1 0 0,1 0 0,1 0 0,-1 0 0,0 0 0,1-1 0,-1 1 0,1-1 0,0 0 0,4 4 0,-6-6 0,-1 0 0,1 0 0,0 0 0,-1 0 0,1 0 0,-1 0 0,1 0 0,-1 0 0,1 0 0,-1 0 0,1-1 0,-1 1 0,1 0 0,-1 0 0,1 0 0,-1-1 0,1 1 0,-1 0 0,0 0 0,1-1 0,-1 1 0,1 0 0,-1-1 0,0 1 0,1-1 0,-1 1 0,0 0 0,1-1 0,-1 1 0,0-1 0,0 1 0,1-1 0,-1 1 0,0-1 0,0 1 0,0-1 0,0 1 0,0-1 0,0 1 0,0-2 0,4-24 0,-3 24 0,1-18 0,-1 1 0,-1-1 0,-1 0 0,-4-28 0,5 44 0,-1 0 0,1 0 0,-1 0 0,0 1 0,-1-1 0,1 0 0,-1 1 0,1-1 0,-1 1 0,0 0 0,0-1 0,0 1 0,-1 0 0,1 0 0,-1 0 0,0 1 0,0-1 0,0 1 0,0-1 0,0 1 0,0 0 0,-1 0 0,1 0 0,-1 1 0,1-1 0,-1 1 0,0 0 0,1 0 0,-1 0 0,-5 0 0,6 1 0,1 1 0,-1-1 0,1 0 0,0 1 0,-1 0 0,1-1 0,0 1 0,-1 0 0,1 0 0,0 0 0,0 1 0,0-1 0,0 0 0,0 1 0,0 0 0,0-1 0,1 1 0,-1 0 0,0 0 0,1 0 0,0 0 0,-1 0 0,1 0 0,0 0 0,-1 3 0,-5 9 0,2 1 0,-9 28 0,9-24 0,0-1 0,1 0 0,0 0 0,2 0 0,0 0 0,1 1 0,0-1 0,2 1 0,4 27 0,-2-31 0,0 0 0,1 0 0,0 0 0,1-1 0,1 1 0,1-1 0,-1-1 0,2 1 0,0-1 0,17 20 0,-21-28-38,1-1 0,-1 0 0,1 0 1,0 0-1,0-1 0,0 1 0,1-1 0,-1 0 0,1-1 0,-1 0 0,1 1 0,0-2 0,0 1 0,0-1 0,0 0 0,0 0 1,1 0-1,-1-1 0,0 0 0,0 0 0,0-1 0,0 0 0,1 0 0,-1 0 0,0-1 0,-1 0 0,1 0 0,0 0 0,0-1 1,-1 0-1,0 0 0,1 0 0,-1-1 0,0 0 0,7-7 0,3-5-6788</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2.943"/>
    </inkml:context>
    <inkml:brush xml:id="br0">
      <inkml:brushProperty name="width" value="0.035" units="cm"/>
      <inkml:brushProperty name="height" value="0.035" units="cm"/>
      <inkml:brushProperty name="color" value="#E71224"/>
    </inkml:brush>
  </inkml:definitions>
  <inkml:trace contextRef="#ctx0" brushRef="#br0">30 299 24575,'4'0'0,"0"-1"0,1 0 0,-1 0 0,0 0 0,0-1 0,0 1 0,0-1 0,-1 0 0,1 0 0,0 0 0,3-4 0,35-31 0,-37 31 0,-1 0 0,0-1 0,0 1 0,0-1 0,-1 0 0,0 0 0,0 0 0,-1-1 0,0 1 0,-1-1 0,1 1 0,-1-1 0,0 1 0,-1-14 0,0 15 0,-1 1 0,1-1 0,-1 0 0,0 1 0,0-1 0,-1 1 0,1-1 0,-1 1 0,0 0 0,-1 0 0,1 0 0,-1 0 0,0 0 0,-1 0 0,1 1 0,-1-1 0,1 1 0,-2 0 0,1 0 0,-7-4 0,9 6 0,0 1 0,0-1 0,0 1 0,0 0 0,0 0 0,0 0 0,0 0 0,-1 1 0,1-1 0,0 1 0,-1-1 0,1 1 0,0 0 0,-1 0 0,1 0 0,0 0 0,-1 0 0,1 0 0,0 1 0,-1-1 0,1 1 0,-3 1 0,2-1 0,1 1 0,-1 0 0,0 0 0,1 0 0,0 1 0,-1-1 0,1 1 0,0-1 0,1 1 0,-1 0 0,0 0 0,1-1 0,-1 1 0,0 4 0,-3 7 0,1 0 0,1 0 0,0 0 0,1 0 0,0 0 0,1 17 0,3-9 0,0 0 0,1-1 0,1 1 0,2-1 0,0 0 0,1-1 0,1 1 0,18 33 0,-24-50-37,0 1 0,0-1 1,0 0-1,1 0 0,0 0 0,0 0 0,0 0 0,1 0 0,-1-1 0,1 0 0,-1 0 0,1 0 1,0 0-1,1 0 0,-1-1 0,0 0 0,1 0 0,-1 0 0,1 0 0,-1-1 0,1 0 0,0 0 1,0 0-1,0 0 0,0-1 0,-1 0 0,1 0 0,0 0 0,0 0 0,0-1 0,0 0 0,0 0 1,-1 0-1,1-1 0,-1 0 0,5-2 0,14-7-6789</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3.625"/>
    </inkml:context>
    <inkml:brush xml:id="br0">
      <inkml:brushProperty name="width" value="0.035" units="cm"/>
      <inkml:brushProperty name="height" value="0.035" units="cm"/>
      <inkml:brushProperty name="color" value="#E71224"/>
    </inkml:brush>
  </inkml:definitions>
  <inkml:trace contextRef="#ctx0" brushRef="#br0">1 230 24575,'1'0'0,"0"0"0,0 1 0,0-1 0,0 1 0,0-1 0,0 1 0,0 0 0,0-1 0,0 1 0,0 0 0,-1-1 0,1 1 0,0 0 0,0 0 0,-1 0 0,1 0 0,-1 0 0,1 0 0,0 1 0,12 26 0,-10-22 0,13 35 0,-2 1 0,-2 0 0,11 63 0,6 134 0,-25-204 0,1 9 0,-2 0 0,-5 83 0,2-126 0,0 0 0,0 1 0,0-1 0,-1 0 0,1 0 0,0 1 0,-1-1 0,1 0 0,-1 0 0,1 0 0,-1 1 0,0-1 0,1 0 0,-3 2 0,3-3 0,-1-1 0,1 1 0,-1 0 0,0 0 0,1 0 0,-1 0 0,1 0 0,-1-1 0,1 1 0,-1 0 0,0 0 0,1-1 0,-1 1 0,1 0 0,-1-1 0,1 1 0,0-1 0,-1 1 0,1-1 0,-1 1 0,1-1 0,0 1 0,-1-1 0,1 1 0,0-1 0,0 1 0,-1-1 0,1 1 0,0-1 0,0 0 0,0 1 0,0-1 0,0 0 0,-13-33 0,2-1 0,2 1 0,1-1 0,-3-41 0,2 23 0,-16-110 0,-4-183 0,29 336 0,-1-18 0,1-1 0,4-28 0,-3 51 0,0 0 0,0 0 0,0 0 0,1 0 0,-1 1 0,2-1 0,-1 0 0,0 1 0,1 0 0,0 0 0,0 0 0,1 0 0,0 0 0,-1 0 0,9-6 0,-9 9 0,-1 1 0,1 0 0,-1 0 0,1 0 0,-1 0 0,1 0 0,0 0 0,-1 1 0,1-1 0,0 1 0,0 0 0,-1 0 0,1 0 0,0 0 0,0 0 0,-1 1 0,1-1 0,0 1 0,-1 0 0,1 0 0,-1 0 0,1 0 0,-1 0 0,1 1 0,-1-1 0,0 1 0,1-1 0,-1 1 0,2 2 0,9 7 0,0 1 0,-1 0 0,15 21 0,-22-26 0,19 21 0,-2 2 0,29 51 0,-46-71 0,0 0 0,0 0 0,-1 1 0,0-1 0,-1 1 0,0 0 0,-1 0 0,0 0 0,-1 0 0,0 1 0,-1-1 0,0 0 0,-2 13 0,1-20 0,-1 1 0,1 0 0,-1-1 0,0 1 0,-1-1 0,1 0 0,-1 0 0,0 0 0,0 0 0,0 0 0,0-1 0,-1 1 0,0-1 0,1 0 0,-1 0 0,-7 4 0,-8 4 0,-1 0 0,-29 10 0,21-8 0,-29 9-1365,35-16-5461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4.480"/>
    </inkml:context>
    <inkml:brush xml:id="br0">
      <inkml:brushProperty name="width" value="0.035" units="cm"/>
      <inkml:brushProperty name="height" value="0.035" units="cm"/>
      <inkml:brushProperty name="color" value="#E71224"/>
    </inkml:brush>
  </inkml:definitions>
  <inkml:trace contextRef="#ctx0" brushRef="#br0">1 73 24575,'6'-1'0,"-1"0"0,1 0 0,0 0 0,-1-1 0,1 0 0,8-3 0,7-3 0,22-3 0,0 3 0,0 2 0,1 1 0,65 3 0,-6-2 0,-102 4 0,3 0 0,0 0 0,0 0 0,0 0 0,0-1 0,-1 0 0,1 0 0,0 0 0,0 0 0,4-3 0,-7 0 0,-8 2 0,-12 2 0,15 2 0,0 0 0,1 1 0,-1 0 0,1-1 0,0 1 0,-1 0 0,1 0 0,1 1 0,-1-1 0,0 1 0,1-1 0,0 1 0,-1 0 0,1 0 0,1 0 0,-1 0 0,1 0 0,-2 5 0,-2 11 0,1 0 0,-2 31 0,6-47 0,-2 17 0,1 0 0,1 0 0,2 1 0,-1-1 0,2 0 0,1-1 0,1 1 0,1 0 0,0-1 0,1 0 0,11 19 0,-14-32 0,-1 1 0,1-1 0,-2 1 0,1 0 0,-1 0 0,0 0 0,-1 0 0,0 0 0,0 1 0,0-1 0,-2 14 0,0-17 0,0 0 0,-1 0 0,1-1 0,-1 1 0,0-1 0,0 1 0,-1-1 0,1 0 0,-1 0 0,0 0 0,0 0 0,0 0 0,0 0 0,-1-1 0,0 0 0,1 0 0,-1 0 0,0 0 0,-1-1 0,1 1 0,-5 1 0,2-1-273,-1 1 0,0-2 0,0 1 0,-15 1 0,-2-1-6553</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5.118"/>
    </inkml:context>
    <inkml:brush xml:id="br0">
      <inkml:brushProperty name="width" value="0.035" units="cm"/>
      <inkml:brushProperty name="height" value="0.035" units="cm"/>
      <inkml:brushProperty name="color" value="#E71224"/>
    </inkml:brush>
  </inkml:definitions>
  <inkml:trace contextRef="#ctx0" brushRef="#br0">1 31 24575,'2'0'0,"0"1"0,1-1 0,-1 1 0,0 0 0,0 0 0,1 0 0,-1 0 0,0 0 0,0 0 0,0 0 0,0 1 0,-1-1 0,1 1 0,0-1 0,0 1 0,-1 0 0,1 0 0,1 3 0,23 40 0,-23-39 0,2 3 0,1 0 0,0 0 0,0 0 0,1 0 0,0-1 0,0 0 0,1-1 0,10 8 0,-17-13 0,1-1 0,0 1 0,-1-1 0,1 0 0,0 0 0,0 0 0,0 0 0,0 0 0,0 0 0,1-1 0,-1 1 0,0-1 0,0 1 0,0-1 0,0 0 0,1 0 0,-1 0 0,0 0 0,0 0 0,1-1 0,-1 1 0,0-1 0,0 1 0,0-1 0,0 0 0,0 1 0,0-1 0,0 0 0,0-1 0,0 1 0,0 0 0,0 0 0,-1-1 0,1 1 0,-1-1 0,1 0 0,-1 1 0,1-1 0,-1 0 0,0 0 0,0 0 0,0 0 0,0 0 0,1-3 0,3-6 0,-1-2 0,0 1 0,-1 0 0,0-1 0,-1 0 0,0 1 0,0-18 0,0 0 0,-2 29 0,0 0 0,0-1 0,1 1 0,-1-1 0,0 1 0,1 0 0,-1-1 0,1 1 0,-1 0 0,1-1 0,0 1 0,-1 0 0,2-2 0,-1 3 0,-1 0 0,0-1 0,1 1 0,-1 0 0,1 0 0,-1-1 0,0 1 0,1 0 0,-1 0 0,1 0 0,-1 0 0,1 0 0,-1 0 0,0-1 0,1 1 0,-1 0 0,1 0 0,-1 1 0,1-1 0,-1 0 0,1 0 0,-1 0 0,0 0 0,1 0 0,-1 0 0,1 0 0,0 1 0,1 1 0,0-1 0,1 1 0,-1 0 0,0 0 0,0 0 0,0 0 0,0 1 0,0-1 0,-1 1 0,1-1 0,1 4 0,20 51 0,-19-44 0,0 0 0,2 0 0,0 0 0,0-1 0,11 16 0,-16-27 2,-1-1 0,1 1 0,-1 0-1,1-1 1,0 1 0,-1-1 0,1 1 0,-1-1-1,1 1 1,0-1 0,-1 1 0,1-1-1,0 0 1,0 1 0,-1-1 0,1 0 0,0 0-1,0 0 1,0 1 0,-1-1 0,1 0 0,0 0-1,0 0 1,0 0 0,0 0 0,-1-1-1,1 1 1,0 0 0,0 0 0,-1 0 0,1-1-1,0 1 1,0 0 0,-1-1 0,2 0 0,22-22-462,-17 15-510,9-8-5856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5.756"/>
    </inkml:context>
    <inkml:brush xml:id="br0">
      <inkml:brushProperty name="width" value="0.035" units="cm"/>
      <inkml:brushProperty name="height" value="0.035" units="cm"/>
      <inkml:brushProperty name="color" value="#E71224"/>
    </inkml:brush>
  </inkml:definitions>
  <inkml:trace contextRef="#ctx0" brushRef="#br0">19 1 24575,'-1'59'0,"2"70"0,1-124 0,0 0 0,-1 0 0,2 0 0,-1 0 0,0-1 0,1 1 0,0-1 0,0 1 0,0-1 0,1 0 0,-1 0 0,1-1 0,0 1 0,0-1 0,7 5 0,-5-3 0,1 0 0,-2 0 0,1 1 0,-1 0 0,1 0 0,4 9 0,-8-13 0,-1 1 0,0-1 0,-1 1 0,1-1 0,0 1 0,-1-1 0,1 1 0,-1 0 0,0-1 0,0 1 0,0-1 0,0 1 0,0 0 0,-1-1 0,1 1 0,-1-1 0,0 1 0,0-1 0,0 1 0,0-1 0,0 1 0,0-1 0,-3 4 0,-1 0-90,0 0 1,0-1-1,-1 1 0,0-1 0,0 0 0,0-1 0,0 0 1,-1 0-1,1 0 0,-1-1 0,-13 5 0,16-6-197,-20 8-6539</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6.243"/>
    </inkml:context>
    <inkml:brush xml:id="br0">
      <inkml:brushProperty name="width" value="0.035" units="cm"/>
      <inkml:brushProperty name="height" value="0.035" units="cm"/>
      <inkml:brushProperty name="color" value="#E71224"/>
    </inkml:brush>
  </inkml:definitions>
  <inkml:trace contextRef="#ctx0" brushRef="#br0">0 1 24575,'3'0'0,"0"0"0,0 0 0,0 0 0,0 0 0,0 1 0,0-1 0,0 1 0,0 0 0,0 0 0,-1 0 0,1 0 0,0 0 0,-1 1 0,1-1 0,3 3 0,-3 0 0,0-1 0,-1 1 0,1-1 0,-1 1 0,0 0 0,0 0 0,0 0 0,0 0 0,2 8 0,6 25 0,-1-1 0,-2 2 0,4 72 0,-11 118 0,-2-146 0,2-60-1365,0-28-5461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6.586"/>
    </inkml:context>
    <inkml:brush xml:id="br0">
      <inkml:brushProperty name="width" value="0.035" units="cm"/>
      <inkml:brushProperty name="height" value="0.035" units="cm"/>
      <inkml:brushProperty name="color" value="#E71224"/>
    </inkml:brush>
  </inkml:definitions>
  <inkml:trace contextRef="#ctx0" brushRef="#br0">311 0 24575,'-4'0'0,"-7"0"0,-10 0 0,-2 5 0,-6 1 0,-3 4 0,-4 6 0,-2-1 0,1-2 0,3-4 0,7 2 0,8-2-8191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7.671"/>
    </inkml:context>
    <inkml:brush xml:id="br0">
      <inkml:brushProperty name="width" value="0.035" units="cm"/>
      <inkml:brushProperty name="height" value="0.035" units="cm"/>
      <inkml:brushProperty name="color" value="#E71224"/>
    </inkml:brush>
  </inkml:definitions>
  <inkml:trace contextRef="#ctx0" brushRef="#br0">108 704 24575,'-7'11'0,"-17"23"0,23-33 0,1-1 0,-1 1 0,1 0 0,-1-1 0,0 1 0,1-1 0,-1 1 0,0-1 0,0 1 0,1-1 0,-1 1 0,0-1 0,0 0 0,0 1 0,1-1 0,-1 0 0,0 0 0,0 0 0,0 1 0,0-1 0,0 0 0,1 0 0,-1 0 0,0-1 0,0 1 0,0 0 0,0 0 0,0 0 0,1-1 0,-1 1 0,0 0 0,0-1 0,0 1 0,1-1 0,-1 1 0,0-1 0,0 1 0,1-1 0,-1 1 0,0-2 0,-3-2 0,1-1 0,0 0 0,0 0 0,0 0 0,1 0 0,0 0 0,-1 0 0,2-1 0,-1 1 0,0-8 0,-7-62 0,7 53 0,-2-51 0,3-1 0,3 0 0,3 1 0,16-77 0,-20 144 0,16-65 0,-16 65 0,1 1 0,1 0 0,-1 0 0,1 0 0,-1 0 0,1 0 0,1 1 0,-1-1 0,1 1 0,5-6 0,-7 9 0,-1 0 0,0 0 0,0 0 0,1 1 0,-1-1 0,1 0 0,-1 1 0,1-1 0,-1 0 0,1 1 0,-1 0 0,1-1 0,0 1 0,-1 0 0,1 0 0,0 0 0,-1 0 0,1 0 0,-1 0 0,1 1 0,0-1 0,-1 0 0,1 1 0,-1-1 0,1 1 0,-1 0 0,1-1 0,-1 1 0,0 0 0,1 0 0,1 1 0,3 4 0,0-1 0,0 1 0,0 0 0,8 13 0,7 10 0,-2 1 0,-1 1 0,-2 1 0,21 56 0,31 140 0,-16-47 0,-51-178-44,1 3 69,0 1-1,0-1 0,-1 0 0,1 0 0,-1 1 0,0 9 1,-1-15-75,-1 1 0,1-1 1,0 1-1,-1 0 0,1-1 0,-1 1 1,0-1-1,1 0 0,-1 1 1,0-1-1,0 1 0,0-1 1,0 0-1,0 0 0,0 0 1,0 1-1,-1-1 0,1 0 1,0 0-1,-1-1 0,1 1 0,0 0 1,-1 0-1,1-1 0,-1 1 1,1-1-1,-1 1 0,1-1 1,-4 1-1,-27 4-6776</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7.954"/>
    </inkml:context>
    <inkml:brush xml:id="br0">
      <inkml:brushProperty name="width" value="0.035" units="cm"/>
      <inkml:brushProperty name="height" value="0.035" units="cm"/>
      <inkml:brushProperty name="color" value="#E71224"/>
    </inkml:brush>
  </inkml:definitions>
  <inkml:trace contextRef="#ctx0" brushRef="#br0">1 104 24575,'0'-5'0,"9"-1"0,17-4 0,9-1 0,7-2 0,6 0 0,-5-2 0,-6 2 0,-4 3 0,-8 3-8191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8.620"/>
    </inkml:context>
    <inkml:brush xml:id="br0">
      <inkml:brushProperty name="width" value="0.035" units="cm"/>
      <inkml:brushProperty name="height" value="0.035" units="cm"/>
      <inkml:brushProperty name="color" value="#E71224"/>
    </inkml:brush>
  </inkml:definitions>
  <inkml:trace contextRef="#ctx0" brushRef="#br0">0 175 24575,'7'1'0,"0"0"0,0 0 0,-1 0 0,1 1 0,0 0 0,-1 0 0,0 1 0,1 0 0,-1 0 0,0 1 0,-1-1 0,1 1 0,0 0 0,-1 1 0,9 9 0,-11-11 0,-1-2 0,-1 1 0,1-1 0,-1 0 0,1 0 0,-1 1 0,1-1 0,-1 0 0,1-1 0,0 1 0,0 0 0,0 0 0,-1-1 0,1 1 0,0-1 0,0 1 0,0-1 0,0 0 0,0 0 0,0 0 0,0 0 0,0 0 0,0 0 0,3-1 0,-2-1 0,-1 1 0,1-1 0,-1 1 0,0-1 0,0 0 0,1 0 0,-1 0 0,-1 0 0,1 0 0,0-1 0,0 1 0,-1-1 0,1 1 0,0-4 0,4-8 0,-1 1 0,0-1 0,-1 0 0,-1 0 0,2-18 0,-4-6 0,-1 30 0,0 1 0,0-1 0,1 1 0,-1 0 0,2 0 0,-1-1 0,4-8 0,-5 15 0,0 1 0,0 0 0,1 0 0,-1-1 0,0 1 0,0 0 0,1 0 0,-1 0 0,0-1 0,0 1 0,1 0 0,-1 0 0,0 0 0,0 0 0,1 0 0,-1-1 0,0 1 0,1 0 0,-1 0 0,0 0 0,1 0 0,-1 0 0,0 0 0,0 0 0,1 0 0,-1 0 0,0 0 0,1 0 0,-1 0 0,0 0 0,1 1 0,-1-1 0,0 0 0,0 0 0,1 0 0,-1 0 0,0 0 0,0 1 0,1-1 0,-1 0 0,0 0 0,0 0 0,1 1 0,-1-1 0,0 0 0,0 0 0,0 1 0,0-1 0,1 0 0,-1 1 0,0-1 0,0 0 0,0 0 0,0 1 0,12 18 0,-12-19 0,75 165 0,-1-1 0,-74-163-26,1 0 0,-1 0-1,0 0 1,0 0 0,1-1 0,-1 1-1,1 0 1,-1 0 0,1 0 0,-1-1-1,1 1 1,-1 0 0,1-1 0,0 1-1,-1 0 1,1-1 0,0 1 0,0-1-1,-1 1 1,1-1 0,0 0 0,0 1-1,0-1 1,0 0 0,-1 1 0,1-1-1,0 0 1,0 0 0,0 0 0,0 0-1,0 0 1,0 0 0,0 0 0,0 0-1,-1 0 1,1 0 0,0-1 0,0 1-1,0 0 1,0 0 0,0-1 0,-1 1-1,1-1 1,0 1 0,0-1 0,-1 1-1,1-1 1,0 1 0,0-1-1,-1 0 1,1 0 0,10-12-6800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9.249"/>
    </inkml:context>
    <inkml:brush xml:id="br0">
      <inkml:brushProperty name="width" value="0.035" units="cm"/>
      <inkml:brushProperty name="height" value="0.035" units="cm"/>
      <inkml:brushProperty name="color" value="#E71224"/>
    </inkml:brush>
  </inkml:definitions>
  <inkml:trace contextRef="#ctx0" brushRef="#br0">219 1 24575,'-9'0'0,"-8"-1"0,1 1 0,-1 1 0,1 1 0,-1 0 0,-22 7 0,35-8 0,0 0 0,1 1 0,-1-1 0,1 1 0,-1 0 0,1 0 0,0 0 0,0 1 0,0-1 0,0 1 0,0-1 0,1 1 0,-1 0 0,1 0 0,0 1 0,0-1 0,0 0 0,0 1 0,0-1 0,1 1 0,-1-1 0,1 1 0,0 0 0,0 0 0,1-1 0,-1 1 0,1 0 0,0 0 0,0 5 0,0-3 0,0 0 0,1 0 0,0 0 0,0 0 0,0 0 0,0 0 0,1 0 0,0-1 0,1 1 0,-1 0 0,1-1 0,6 10 0,0-4 0,1 0 0,1 0 0,19 15 0,10 10 0,-37-33 0,-1-1 0,1 0 0,-1 1 0,0-1 0,0 1 0,0 0 0,0-1 0,-1 1 0,1 0 0,-1 0 0,1 0 0,-1 0 0,0 1 0,0-1 0,-1 0 0,1 0 0,-1 1 0,1-1 0,-1 0 0,0 1 0,0-1 0,-1 6 0,-1-5 0,0 1 0,0-1 0,0 0 0,0 0 0,-1 0 0,0 0 0,1 0 0,-2 0 0,1-1 0,0 1 0,-1-1 0,1 0 0,-1 0 0,0 0 0,-6 3 0,-13 7 0,0-2 0,-1 0 0,-31 9 0,102-60 0,-13 9-1365,-2 1-5461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9.651"/>
    </inkml:context>
    <inkml:brush xml:id="br0">
      <inkml:brushProperty name="width" value="0.035" units="cm"/>
      <inkml:brushProperty name="height" value="0.035" units="cm"/>
      <inkml:brushProperty name="color" value="#E71224"/>
    </inkml:brush>
  </inkml:definitions>
  <inkml:trace contextRef="#ctx0" brushRef="#br0">1 0 24575,'4'0'0,"12"5"0,1 15 0,4 9 0,-2 8 0,-5 8 0,-4 4 0,1 0 0,-2 0 0,-2-4 0,-2-5 0,-2-4 0,-2-4 0,-1-3 0,-5-6 0,-6-7 0,-2-7-8191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09.929"/>
    </inkml:context>
    <inkml:brush xml:id="br0">
      <inkml:brushProperty name="width" value="0.035" units="cm"/>
      <inkml:brushProperty name="height" value="0.035" units="cm"/>
      <inkml:brushProperty name="color" value="#E71224"/>
    </inkml:brush>
  </inkml:definitions>
  <inkml:trace contextRef="#ctx0" brushRef="#br0">0 105 24575,'0'-9'0,"10"-8"0,11 0 0,8-3 0,2 2 0,2 5 0,-1 4 0,-6 8 0,-7 14 0,-7 4-8191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10.455"/>
    </inkml:context>
    <inkml:brush xml:id="br0">
      <inkml:brushProperty name="width" value="0.035" units="cm"/>
      <inkml:brushProperty name="height" value="0.035" units="cm"/>
      <inkml:brushProperty name="color" value="#E71224"/>
    </inkml:brush>
  </inkml:definitions>
  <inkml:trace contextRef="#ctx0" brushRef="#br0">0 161 24575,'4'0'0,"-1"0"0,1 0 0,-1 1 0,1-1 0,-1 1 0,0 0 0,1 0 0,-1 0 0,0 1 0,0-1 0,1 1 0,-1 0 0,-1 0 0,1 0 0,0 0 0,0 0 0,-1 0 0,1 1 0,-1 0 0,0-1 0,1 1 0,2 5 0,1 4 0,0 1 0,-1-1 0,0 1 0,4 19 0,-3-9 0,-5-64 0,0 13 0,-2-28 0,-1 27 0,1 1 0,2-1 0,6-37 0,-7 64 0,0 0 0,0 1 0,1-1 0,-1 0 0,1 1 0,-1-1 0,1 0 0,0 1 0,0-1 0,0 1 0,-1-1 0,1 1 0,1 0 0,-1-1 0,2-1 0,-2 2 0,0 1 0,-1 0 0,1-1 0,0 1 0,0 0 0,0 0 0,-1 0 0,1 0 0,0 0 0,0 0 0,0 0 0,-1 0 0,1 0 0,0 0 0,0 0 0,0 0 0,-1 0 0,1 1 0,0-1 0,0 0 0,-1 1 0,1-1 0,1 1 0,2 3 0,1-1 0,-1 1 0,1 0 0,-1 1 0,-1-1 0,1 1 0,5 8 0,34 63-1365,-24-44-5461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11.609"/>
    </inkml:context>
    <inkml:brush xml:id="br0">
      <inkml:brushProperty name="width" value="0.035" units="cm"/>
      <inkml:brushProperty name="height" value="0.035" units="cm"/>
      <inkml:brushProperty name="color" value="#E71224"/>
    </inkml:brush>
  </inkml:definitions>
  <inkml:trace contextRef="#ctx0" brushRef="#br0">161 294 24575,'-8'0'0,"0"0"0,0 0 0,1 1 0,-1 0 0,0 1 0,0-1 0,1 2 0,-1-1 0,-8 5 0,12-5 0,1 0 0,-1 1 0,1 0 0,-1-1 0,1 1 0,0 1 0,0-1 0,0 0 0,1 1 0,-1-1 0,1 1 0,0 0 0,0 0 0,0 0 0,0 0 0,1 0 0,-3 8 0,4-11 0,-6 22 0,0 1 0,1 0 0,2-1 0,0 1 0,2 30 0,0-52 0,1 0 0,0 0 0,1 0 0,-1 0 0,0 0 0,1 0 0,-1 0 0,1 0 0,-1 0 0,1 0 0,0 0 0,0 0 0,0 0 0,0-1 0,0 1 0,0 0 0,0-1 0,1 1 0,-1-1 0,1 1 0,-1-1 0,1 0 0,-1 0 0,1 0 0,0 0 0,0 0 0,-1 0 0,1 0 0,0 0 0,0-1 0,3 2 0,-2-2 0,0-1 0,-1 1 0,1 0 0,0-1 0,0 1 0,0-1 0,0 0 0,-1 0 0,1 0 0,0 0 0,-1-1 0,1 1 0,-1-1 0,1 1 0,-1-1 0,0 0 0,0 0 0,0 0 0,0 0 0,0-1 0,2-2 0,23-45 0,-24 43 0,0 0 0,1 0 0,-1 0 0,1 0 0,1 0 0,-1 1 0,1 0 0,0 0 0,1 0 0,6-6 0,-10 11 0,-1 0 0,1 1 0,-1-1 0,1 0 0,-1 1 0,1-1 0,0 1 0,-1 0 0,1-1 0,0 1 0,-1 0 0,1 0 0,0 0 0,-1 0 0,1 0 0,0 1 0,-1-1 0,1 0 0,0 1 0,-1-1 0,3 2 0,31 22 0,-6-4 0,-27-20 0,-1 1 0,0-1 0,0 0 0,1 0 0,-1 0 0,0 0 0,1 0 0,-1 0 0,0 0 0,1 0 0,-1 0 0,0 0 0,0-1 0,1 1 0,-1-1 0,0 1 0,0-1 0,0 1 0,1-1 0,-1 0 0,0 1 0,0-1 0,0 0 0,0 0 0,0 0 0,0 0 0,-1 0 0,1 0 0,0 0 0,0 0 0,-1 0 0,1 0 0,0-1 0,-1 1 0,1 0 0,-1-2 0,5-7 0,-2-1 0,0 1 0,3-14 0,-5 21 0,6-48 0,-1-2 0,-3-100 0,-3 61 0,1 148 0,2-1 0,3 0 0,2 0 0,2-1 0,3 0 0,2-1 0,41 95 0,-52-137 0,1-1 0,0 0 0,0 0 0,1 0 0,1 0 0,11 12 0,-17-21 0,0 0 0,0-1 0,0 1 0,0 0 0,0-1 0,0 1 0,0 0 0,0-1 0,0 0 0,0 1 0,1-1 0,-1 0 0,0 1 0,0-1 0,0 0 0,1 0 0,-1 0 0,0 0 0,0 0 0,1 0 0,-1 0 0,0-1 0,0 1 0,0 0 0,1-1 0,-1 1 0,0-1 0,0 1 0,0-1 0,0 0 0,0 1 0,0-1 0,0 0 0,0 0 0,0 0 0,0 1 0,0-1 0,-1 0 0,1 0 0,1-2 0,3-5 0,1 0 0,-1 0 0,8-18 0,-12 22 0,18-40 0,17-69 0,-23 66 0,29-64 0,-42 109 0,1 0 0,0 0 0,0 0 0,0 0 0,0 0 0,0 1 0,0-1 0,0 0 0,1 1 0,-1-1 0,1 1 0,-1 0 0,1-1 0,-1 1 0,1 0 0,0 0 0,0 0 0,-1 0 0,4-1 0,-4 2 0,0 0 0,1 0 0,-1 0 0,1 0 0,-1 1 0,1-1 0,-1 0 0,1 1 0,-1-1 0,1 1 0,-1-1 0,0 1 0,1-1 0,-1 1 0,0 0 0,0 0 0,1 0 0,-1 0 0,2 2 0,3 4 0,0 0 0,-1 1 0,0-1 0,0 1 0,0 0 0,5 16 0,-4-12 0,-1 1 0,-1 0 0,0 0 0,-1 0 0,0 0 0,-1 1 0,-1-1 0,0 17 0,0-30 0,-1 0 0,0 1 0,0-1 0,0 0 0,0 1 0,0-1 0,0 1 0,0-1 0,0 0 0,0 1 0,0-1 0,0 0 0,0 1 0,0-1 0,0 0 0,-1 1 0,1-1 0,0 0 0,0 1 0,0-1 0,0 0 0,-1 1 0,1-1 0,0 0 0,0 1 0,0-1 0,-1 0 0,1 0 0,0 1 0,-1-1 0,1 0 0,0 0 0,-1 0 0,1 0 0,0 1 0,-1-1 0,1 0 0,0 0 0,-1 0 0,1 0 0,0 0 0,-1 0 0,1 0 0,0 0 0,-1 0 0,1 0 0,-1 0 0,1 0 0,0 0 0,-1 0 0,1 0 0,0 0 0,-1 0 0,1-1 0,0 1 0,-1 0 0,1 0 0,0 0 0,-1-1 0,1 1 0,-18-21 0,3-4 0,1-1 0,1 0 0,2 0 0,-14-47 0,13 28 0,1-1 0,-4-54 0,14 96 0,-1-42 0,2 43 0,0 0 0,0 0 0,1 1 0,-1-1 0,1 0 0,0 1 0,-1-1 0,1 1 0,0-1 0,1 1 0,-1-1 0,0 1 0,3-3 0,-3 4-37,0 0 0,0 0 1,0 0-1,0 1 0,0-1 0,0 1 0,1-1 0,-1 1 0,0-1 0,0 1 0,0-1 0,1 1 1,-1 0-1,0 0 0,0 0 0,1 0 0,-1 0 0,0 0 0,1 0 0,-1 0 0,0 0 0,0 1 1,1-1-1,-1 0 0,0 1 0,0-1 0,0 1 0,0 0 0,1-1 0,-1 1 0,0 0 0,0-1 1,0 1-1,0 0 0,-1 0 0,3 2 0,17 18-6789</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12.232"/>
    </inkml:context>
    <inkml:brush xml:id="br0">
      <inkml:brushProperty name="width" value="0.035" units="cm"/>
      <inkml:brushProperty name="height" value="0.035" units="cm"/>
      <inkml:brushProperty name="color" value="#E71224"/>
    </inkml:brush>
  </inkml:definitions>
  <inkml:trace contextRef="#ctx0" brushRef="#br0">270 1 24575,'-3'0'0,"-13"-1"0,0 1 0,0 1 0,-28 6 0,38-5 0,1-1 0,-1 1 0,1 1 0,-1-1 0,1 1 0,0 0 0,0 1 0,0-1 0,1 1 0,-1 0 0,1 0 0,0 0 0,-7 9 0,0 2 0,1 0 0,1 1 0,0 1 0,1-1 0,-10 33 0,8-14 0,-11 69 0,21-103 0,-1 0 0,1 0 0,0 1 0,-1-1 0,1 0 0,0 1 0,0-1 0,0 0 0,0 0 0,0 1 0,0-1 0,0 0 0,1 1 0,-1-1 0,0 0 0,1 0 0,-1 1 0,1-1 0,-1 0 0,1 0 0,1 2 0,0-3 0,-1 0 0,0 0 0,0 0 0,1 0 0,-1 0 0,0 0 0,0-1 0,1 1 0,-1 0 0,0-1 0,0 1 0,1-1 0,-1 1 0,0-1 0,0 0 0,0 1 0,0-1 0,0 0 0,0 0 0,0 0 0,1-1 0,14-12 0,-1-1 0,15-19 0,-19 20 0,1 1 0,27-24 0,-33 33 0,0 0 0,0 0 0,0 1 0,1 0 0,-1 0 0,1 0 0,0 1 0,0 0 0,0 0 0,0 1 0,9-1 0,12 0-213,36 4-1,-48-1-724,7 1-5888</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14.316"/>
    </inkml:context>
    <inkml:brush xml:id="br0">
      <inkml:brushProperty name="width" value="0.035" units="cm"/>
      <inkml:brushProperty name="height" value="0.035" units="cm"/>
      <inkml:brushProperty name="color" value="#E71224"/>
    </inkml:brush>
  </inkml:definitions>
  <inkml:trace contextRef="#ctx0" brushRef="#br0">1 1 24575,'1946'0'0,"-1928"1"0,0 1 0,-1 0 0,1 2 0,26 8 0,-43-12 0,0 1 0,0-1 0,0 0 0,0 0 0,0 1 0,0-1 0,0 0 0,-1 1 0,1-1 0,0 1 0,0-1 0,0 1 0,-1-1 0,1 1 0,0 0 0,-1-1 0,1 1 0,0 1 0,-1-2 0,0 1 0,0-1 0,0 0 0,0 1 0,-1-1 0,1 1 0,0-1 0,0 0 0,0 1 0,-1-1 0,1 0 0,0 1 0,-1-1 0,1 0 0,0 1 0,0-1 0,-1 0 0,1 0 0,-1 1 0,1-1 0,0 0 0,-1 0 0,1 0 0,0 1 0,-1-1 0,0 0 0,-41 9 0,-331-1 0,250-10 0,-126-13 0,150 6 0,-121 5 0,195 7 38,-35 7 0,18-2-1479,18-4-5385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45.886"/>
    </inkml:context>
    <inkml:brush xml:id="br0">
      <inkml:brushProperty name="width" value="0.035" units="cm"/>
      <inkml:brushProperty name="height" value="0.035" units="cm"/>
      <inkml:brushProperty name="color" value="#E71224"/>
    </inkml:brush>
  </inkml:definitions>
  <inkml:trace contextRef="#ctx0" brushRef="#br0">737 0 24575,'-5'0'0,"-6"0"0,-10 5 0,-15 10 0,-12 13 0,-1 9 0,-6 14 0,-8 11 0,-7 4 0,-5 1 0,5-8 0,10-12 0,11-11 0,14-6 0,8-9 0,4-7 0,1-7 0,4-4-8191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46.231"/>
    </inkml:context>
    <inkml:brush xml:id="br0">
      <inkml:brushProperty name="width" value="0.035" units="cm"/>
      <inkml:brushProperty name="height" value="0.035" units="cm"/>
      <inkml:brushProperty name="color" value="#E71224"/>
    </inkml:brush>
  </inkml:definitions>
  <inkml:trace contextRef="#ctx0" brushRef="#br0">0 0 24575,'5'0'0,"19"5"0,20 10 0,21 13 0,8 9 0,6 9 0,-2 1 0,-4 1 0,-11-2 0,-10-10 0,-10-10 0,-12-6 0,-11-5-8191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47.338"/>
    </inkml:context>
    <inkml:brush xml:id="br0">
      <inkml:brushProperty name="width" value="0.035" units="cm"/>
      <inkml:brushProperty name="height" value="0.035" units="cm"/>
      <inkml:brushProperty name="color" value="#E71224"/>
    </inkml:brush>
  </inkml:definitions>
  <inkml:trace contextRef="#ctx0" brushRef="#br0">1 169 24575,'0'-1'0,"1"0"0,-1 0 0,1 0 0,0 0 0,-1 0 0,1 0 0,0 0 0,-1 1 0,1-1 0,0 0 0,0 0 0,0 1 0,0-1 0,0 0 0,0 1 0,0-1 0,0 1 0,0-1 0,0 1 0,0 0 0,0 0 0,0-1 0,0 1 0,0 0 0,0 0 0,1 0 0,-1 0 0,0 0 0,2 0 0,1 0 0,62-7 0,95 1 0,74 16 0,-83-3 0,-42-3 0,404 4 0,-506-8 0,45-5 0,-51 5 0,1-1 0,-1 1 0,0-1 0,0 1 0,0-1 0,0 0 0,0 0 0,-1 0 0,1 0 0,0 0 0,0 0 0,-1 0 0,1-1 0,0 1 0,-1-1 0,0 1 0,1-1 0,-1 1 0,0-1 0,2-3 0,-2 3 0,-1 1 0,0-1 0,0 1 0,0-1 0,0 1 0,0-1 0,0 1 0,0-1 0,0 1 0,-1-1 0,1 1 0,-1-1 0,1 1 0,-1 0 0,1-1 0,-1 1 0,0 0 0,0-1 0,0 1 0,1 0 0,-3-2 0,-25-25 0,20 21 0,-7-7 0,-1 1 0,-1 0 0,-30-17 0,47 31 0,0-1 0,0 0 0,0 0 0,0 0 0,0 0 0,0 0 0,0 0 0,0 0 0,0 0 0,0 0 0,0 1 0,0-1 0,0 0 0,0 0 0,0 0 0,0 0 0,0 0 0,0 0 0,0 0 0,-1 0 0,1 0 0,0 0 0,0 0 0,0 0 0,0 0 0,0 0 0,0 0 0,0 0 0,0 1 0,0-1 0,0 0 0,-1 0 0,1 0 0,0 0 0,0 0 0,0 0 0,0 0 0,0 0 0,0 0 0,0 0 0,0-1 0,-1 1 0,1 0 0,0 0 0,0 0 0,0 0 0,0 0 0,0 0 0,0 0 0,0 0 0,0 0 0,0 0 0,0 0 0,0 0 0,0 0 0,-1 0 0,1 0 0,0 0 0,0-1 0,0 1 0,0 0 0,0 0 0,0 0 0,0 0 0,7 10 0,19 19 0,-20-24 0,89 89 0,25 28 0,-116-119 0,-1 1 0,0 0 0,0 0 0,0 0 0,0 0 0,-1 0 0,0 1 0,0-1 0,0 1 0,0-1 0,-1 1 0,2 8 0,-3-9 0,0 1 0,-1-1 0,1 0 0,-1 0 0,0 0 0,0 1 0,0-1 0,-1 0 0,1 0 0,-1 0 0,0-1 0,0 1 0,0 0 0,-5 4 0,-1 4 0,0-1 0,-1 0 0,0-1 0,-1 0 0,0 0 0,-14 9 0,21-17 0,1 0 0,-1-1 0,1 1 0,-1-1 0,0 1 0,0-1 0,0 0 0,0 0 0,0 0 0,0-1 0,0 1 0,0-1 0,0 0 0,0 0 0,0 0 0,0 0 0,0 0 0,0 0 0,0-1 0,0 0 0,0 0 0,0 1 0,0-2 0,0 1 0,0 0 0,1-1 0,-1 1 0,0-1 0,1 0 0,-1 1 0,1-1 0,0-1 0,-4-3 0,-1-2-1,1 1 0,0-2 0,1 1 0,0-1 0,0 1 0,1-1 0,-6-17 1,-15-73 70,2 7-1498,12 64-5398</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48.567"/>
    </inkml:context>
    <inkml:brush xml:id="br0">
      <inkml:brushProperty name="width" value="0.035" units="cm"/>
      <inkml:brushProperty name="height" value="0.035" units="cm"/>
      <inkml:brushProperty name="color" value="#E71224"/>
    </inkml:brush>
  </inkml:definitions>
  <inkml:trace contextRef="#ctx0" brushRef="#br0">211 0 24575,'1'136'0,"-2"151"0,0-277 0,-1 29 0,1-36 0,1-1 0,0 0 0,-1 0 0,1 0 0,-1 0 0,0 0 0,1-1 0,-1 1 0,0 0 0,0 0 0,0 0 0,-1-1 0,1 1 0,-2 1 0,2-2 0,0-1 0,0 0 0,1 1 0,-1-1 0,0 0 0,0 0 0,0 1 0,0-1 0,0 0 0,0 0 0,0 0 0,0 0 0,0-1 0,0 1 0,0 0 0,1 0 0,-1 0 0,0-1 0,0 1 0,0-1 0,0 1 0,0 0 0,1-1 0,-1 1 0,0-1 0,0 0 0,1 1 0,-1-1 0,0 0 0,1 1 0,-1-1 0,0-1 0,-22-28 0,22 29 0,-20-32 0,1-2 0,2 0 0,2-1 0,1 0 0,1-1 0,3-1 0,-14-72 0,25 108 0,-1-1 0,1 0 0,-1 0 0,1 1 0,0-1 0,0 0 0,0 0 0,1 1 0,-1-1 0,1 0 0,-1 0 0,1 1 0,0-1 0,0 1 0,0-1 0,0 1 0,0-1 0,1 1 0,2-4 0,-3 6 0,0-1 0,-1 1 0,1-1 0,0 1 0,0-1 0,1 1 0,-1-1 0,0 1 0,0 0 0,0 0 0,0-1 0,0 1 0,0 0 0,0 0 0,0 0 0,0 0 0,1 1 0,1-1 0,0 1 0,1 0 0,0 1 0,-1-1 0,1 1 0,-1 0 0,1 0 0,3 3 0,20 18 0,-1 0 0,-1 2 0,-1 1 0,36 51 0,-34-43 0,26 37 0,-27-35 0,2-2 0,37 38 0,-63-70 0,0-1 0,0 0 0,0 1 0,1-1 0,-1 0 0,0 1 0,1-1 0,-1 0 0,1 0 0,-1 0 0,1 0 0,0 0 0,-1-1 0,1 1 0,0 0 0,0-1 0,0 1 0,-1-1 0,1 0 0,0 0 0,0 0 0,0 0 0,0 0 0,-1 0 0,4 0 0,-3-2 0,0 0 0,-1 1 0,1-1 0,-1 0 0,1 0 0,-1 0 0,0 0 0,1 0 0,-1 0 0,0 0 0,0-1 0,-1 1 0,1 0 0,0-1 0,-1 1 0,1 0 0,-1-1 0,0-3 0,3-30 0,-1 0 0,-5-55 0,1 57 0,1-1 0,2 1 0,6-42 0,-7 73 0,1 0 0,0-1 0,0 1 0,0 0 0,0-1 0,0 1 0,1 0 0,-1 0 0,4-5 0,-4 8 0,-1-1 0,1 1 0,0-1 0,0 0 0,0 1 0,0-1 0,-1 1 0,1 0 0,0-1 0,0 1 0,0 0 0,0-1 0,0 1 0,0 0 0,0 0 0,0 0 0,0 0 0,0 0 0,0 0 0,0 0 0,0 0 0,0 0 0,0 1 0,0-1 0,0 0 0,0 1 0,0-1 0,0 0 0,-1 1 0,1-1 0,0 1 0,0 0 0,0-1 0,-1 1 0,1 0 0,0-1 0,0 2 0,17 15 0,-1 1 0,-1 0 0,-1 1 0,24 39 0,-20-29 0,160 268 0,-159-251-1365,-9-14-5461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49.016"/>
    </inkml:context>
    <inkml:brush xml:id="br0">
      <inkml:brushProperty name="width" value="0.035" units="cm"/>
      <inkml:brushProperty name="height" value="0.035" units="cm"/>
      <inkml:brushProperty name="color" value="#E71224"/>
    </inkml:brush>
  </inkml:definitions>
  <inkml:trace contextRef="#ctx0" brushRef="#br0">0 340 24575,'10'0'0,"0"0"0,-1 0 0,1 1 0,0 1 0,-1-1 0,16 6 0,-21-5 0,0 0 0,0 0 0,-1 0 0,1 1 0,0-1 0,-1 1 0,0 0 0,1 0 0,-1 0 0,0 1 0,-1-1 0,1 1 0,-1 0 0,1-1 0,-1 1 0,3 7 0,-4-7 0,1-1 0,0 1 0,-1 0 0,0 0 0,0-1 0,0 1 0,0 0 0,0 0 0,-1 0 0,0 0 0,0 0 0,0 0 0,-1 5 0,1-8 0,0-1 0,0 0 0,-1 0 0,1 1 0,0-1 0,0 0 0,-1 0 0,1 1 0,0-1 0,0 0 0,-1 0 0,1 0 0,0 0 0,-1 0 0,1 1 0,0-1 0,-1 0 0,1 0 0,0 0 0,-1 0 0,1 0 0,0 0 0,-1 0 0,1 0 0,0 0 0,-1 0 0,1 0 0,0 0 0,-1 0 0,1-1 0,0 1 0,-1 0 0,1 0 0,0 0 0,0 0 0,-1 0 0,1-1 0,0 1 0,0 0 0,-1 0 0,1-1 0,0 1 0,0 0 0,-1 0 0,1-1 0,0 1 0,0 0 0,0-1 0,0 1 0,-1 0 0,1 0 0,0-1 0,0 1 0,0 0 0,0-1 0,0 1 0,-12-24 0,-1-18 35,1-1-1,-7-61 0,-3-95-1047,20 175 558,-1-4-6371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50.820"/>
    </inkml:context>
    <inkml:brush xml:id="br0">
      <inkml:brushProperty name="width" value="0.035" units="cm"/>
      <inkml:brushProperty name="height" value="0.035" units="cm"/>
      <inkml:brushProperty name="color" value="#E71224"/>
    </inkml:brush>
  </inkml:definitions>
  <inkml:trace contextRef="#ctx0" brushRef="#br0">225 452 24575,'-5'-1'0,"0"0"0,1 0 0,-1-1 0,1 1 0,0-1 0,0 0 0,-1 0 0,1-1 0,-5-3 0,-20-10 0,24 14 0,1 0 0,-1 1 0,0 0 0,0 0 0,0 0 0,0 0 0,0 1 0,0-1 0,0 1 0,0 1 0,0-1 0,-9 3 0,11-2 0,0 0 0,0 1 0,0-1 0,0 1 0,0 0 0,0 0 0,0 0 0,1 1 0,-1-1 0,1 1 0,-1-1 0,1 1 0,0 0 0,0-1 0,0 1 0,1 0 0,-1 1 0,1-1 0,-2 5 0,-4 17 0,1 1 0,1 0 0,2 0 0,0 0 0,2 1 0,1-1 0,6 48 0,-6-72 0,0 0 0,0 0 0,1 0 0,-1 1 0,1-1 0,0 0 0,-1 0 0,1 0 0,0 0 0,0-1 0,2 4 0,-2-4 0,-1-1 0,1 1 0,-1-1 0,1 1 0,-1-1 0,1 1 0,0-1 0,-1 0 0,1 1 0,0-1 0,-1 0 0,1 0 0,0 1 0,-1-1 0,1 0 0,0 0 0,0 0 0,-1 0 0,1 0 0,0 0 0,0 0 0,-1 0 0,2 0 0,1-2 0,0 1 0,0-1 0,0 1 0,0-1 0,0 0 0,0 0 0,0 0 0,-1-1 0,1 1 0,-1-1 0,0 1 0,1-1 0,1-4 0,6-8 0,-1-1 0,-1-1 0,-1 1 0,0-1 0,-1 0 0,0-1 0,3-24 0,-3 8 0,-2-1 0,0-68 0,-4 94 0,0 0 0,-1 1 0,0-1 0,0 0 0,-1 0 0,0 1 0,-1-1 0,0 1 0,0 0 0,0 0 0,-1 0 0,-6-8 0,10 15 0,-1 0 0,1 0 0,-1 1 0,0-1 0,1 0 0,-1 0 0,0 0 0,0 1 0,0-1 0,0 0 0,0 1 0,0-1 0,0 1 0,0-1 0,0 1 0,-1-1 0,2 1 0,-1 0 0,1 0 0,-1 0 0,1 0 0,0 1 0,-1-1 0,1 0 0,-1 0 0,1 0 0,0 1 0,-1-1 0,1 0 0,0 0 0,-1 1 0,1-1 0,0 0 0,0 1 0,-1-1 0,1 0 0,0 1 0,0-1 0,-1 0 0,1 1 0,0-1 0,0 0 0,0 1 0,0-1 0,0 1 0,-1 3 0,0 1 0,0-1 0,1 1 0,0-1 0,0 1 0,0-1 0,1 6 0,5 21 0,1 0 0,1-1 0,2 0 0,1-1 0,16 31 0,3-3 0,55 79 0,-79-126 0,1-1 0,0 0 0,0-1 0,1 0 0,0 0 0,0 0 0,1-1 0,0-1 0,13 8 0,-18-12 0,0 0 0,1 0 0,0-1 0,-1 0 0,1 1 0,0-1 0,0-1 0,0 1 0,0-1 0,0 0 0,-1 0 0,1 0 0,0-1 0,0 0 0,0 0 0,0 0 0,-1 0 0,1-1 0,-1 0 0,1 0 0,-1 0 0,1-1 0,4-3 0,-1 0 0,0 0 0,-1-1 0,1-1 0,-1 1 0,-1-1 0,0 0 0,0-1 0,0 1 0,-1-1 0,0 0 0,-1 0 0,0-1 0,4-14 0,-4 12 0,-1-1 0,0 1 0,-1-1 0,-1 0 0,0 0 0,0 0 0,-1 0 0,-1 0 0,0 0 0,-4-16 0,4 26 0,1 0 0,-1 0 0,0 1 0,0-1 0,0 1 0,-1-1 0,1 1 0,0-1 0,-1 1 0,0 0 0,0-1 0,1 1 0,-1 0 0,0 0 0,-1 1 0,1-1 0,0 0 0,-1 1 0,1-1 0,0 1 0,-1 0 0,0 0 0,1 0 0,-1 0 0,0 0 0,1 0 0,-1 1 0,0-1 0,0 1 0,-3 0 0,3 0 0,-1 0 0,0 1 0,0 0 0,1-1 0,-1 1 0,1 1 0,-1-1 0,1 0 0,-1 1 0,1 0 0,0 0 0,-1 0 0,1 0 0,0 0 0,1 1 0,-1-1 0,0 1 0,1 0 0,-1 0 0,1 0 0,0 0 0,-2 3 0,-2 6 0,1 0 0,1 1 0,0-1 0,1 1 0,0 0 0,1 0 0,-1 16 0,1 8 0,4 49 0,-2-78 0,1 1 0,1-1 0,-1 0 0,1 1 0,1-1 0,-1 0 0,1 0 0,1 0 0,5 9 0,-8-15 0,1 1 0,0-1 0,-1 0 0,1 0 0,0 0 0,0 0 0,0 0 0,1 0 0,-1 0 0,0-1 0,1 1 0,-1-1 0,1 1 0,-1-1 0,1 0 0,0 0 0,0 0 0,-1-1 0,1 1 0,0-1 0,0 1 0,0-1 0,0 0 0,0 0 0,-1 0 0,1-1 0,0 1 0,0-1 0,0 1 0,0-1 0,2-1 0,2-1 0,-1 0 0,1-1 0,-1 0 0,0 0 0,0 0 0,0-1 0,0 0 0,-1 0 0,0 0 0,0-1 0,0 1 0,-1-1 0,6-10 0,1-2 0,-2-1 0,0 1 0,10-34 0,-12 25 0,-1 1 0,-1-1 0,-2 0 0,-1 0 0,-1 0 0,-1 0 0,-1 0 0,-2 0 0,0 0 0,-2 0 0,-1 0 0,-1 1 0,-2 0 0,0 1 0,-23-44 0,13 41 0,7 18 0,11 10 0,1 0 0,0 0 0,-1 0 0,1 0 0,-1 0 0,1 0 0,-1 0 0,1 1 0,0-1 0,-1 0 0,1 0 0,-1 0 0,1 0 0,0 1 0,-1-1 0,1 0 0,0 0 0,-1 1 0,1-1 0,0 0 0,-1 1 0,1-1 0,0 0 0,0 1 0,-1-1 0,1 0 0,0 1 0,0-1 0,0 0 0,0 1 0,-1-1 0,1 1 0,-2 5 0,0 1 0,1-1 0,-1 1 0,1-1 0,1 1 0,-1 0 0,1-1 0,0 1 0,2 8 0,12 63 0,-12-69 0,20 64 0,2-2 0,4 0 0,45 83 0,-64-136 0,-5-10 0,3 6 0,0-1 0,0 1 0,16 19 0,-21-31 0,-1 1 0,1-1 0,0 0 0,0 0 0,0 0 0,0-1 0,0 1 0,0 0 0,0-1 0,1 0 0,-1 1 0,1-1 0,-1 0 0,1 0 0,-1 0 0,1-1 0,-1 1 0,1-1 0,0 1 0,-1-1 0,1 0 0,0 0 0,-1 0 0,1 0 0,0 0 0,0-1 0,3 0 0,0-2 0,-1 0 0,1 0 0,-1 0 0,0-1 0,0 0 0,0 0 0,0 0 0,-1 0 0,0-1 0,0 0 0,0 0 0,0 0 0,4-9 0,3-7 0,-1 1 0,11-31 0,-6-1 0,-1 0 0,-3 0 0,-2-1 0,-2 0 0,-3 0 0,-2-1 0,-7-75 0,5 108 0,-2 1 0,-1-1 0,0 1 0,-2-1 0,0 1 0,-12-27 0,17 47 0,0 0 0,0 0 0,0 1 0,0-1 0,0 0 0,0 0 0,0 1 0,0-1 0,0 0 0,-1 0 0,1 0 0,0 1 0,0-1 0,0 0 0,0 0 0,0 0 0,-1 0 0,1 1 0,0-1 0,0 0 0,0 0 0,-1 0 0,1 0 0,0 0 0,0 0 0,-1 1 0,1-1 0,0 0 0,0 0 0,-1 0 0,1 0 0,0 0 0,0 0 0,-1 0 0,1 0 0,0 0 0,0 0 0,0 0 0,-1 0 0,1 0 0,0-1 0,0 1 0,-1 0 0,1 0 0,0 0 0,0 0 0,0 0 0,-1 0 0,1-1 0,0 1 0,0 0 0,0 0 0,-1 0 0,1 0 0,0-1 0,0 1 0,0 0 0,0 0 0,0-1 0,0 1 0,-1 0 0,1 0 0,0-1 0,-4 26 0,3 15 0,2 0 0,2 0 0,11 59 0,40 121 0,-39-160 0,4 0 0,2-2 0,53 105 0,-71-159 0,-1 0 0,1 0 0,0 0 0,0 0 0,0 0 0,1-1 0,-1 1 0,1-1 0,0 0 0,0 0 0,0 0 0,0-1 0,1 1 0,-1-1 0,1 0 0,-1 0 0,1-1 0,0 0 0,6 2 0,-4-3 0,-1 0 0,1 0 0,0 0 0,-1-1 0,1 0 0,-1 0 0,1-1 0,-1 0 0,1 0 0,-1 0 0,0-1 0,0 0 0,10-7 0,-4 2 0,-1-2 0,0 1 0,0-1 0,-1-1 0,0 0 0,-1 0 0,-1-1 0,0 0 0,0-1 0,-1 1 0,8-21 0,-3 2 0,-1-1 0,-1 0 0,-2 0 0,4-34 0,-8 39 0,0-54 0,-4 73 0,0 0 0,-1 1 0,0-1 0,0 1 0,-1-1 0,0 1 0,0-1 0,-1 1 0,1 0 0,-2 0 0,1 1 0,-5-8 0,7 12 0,0 1 0,0-1 0,-1 1 0,1-1 0,0 1 0,-1-1 0,1 1 0,0 0 0,-1-1 0,0 1 0,1 0 0,-1 0 0,0 0 0,1 1 0,-1-1 0,0 0 0,0 1 0,0-1 0,-3 0 0,4 1 0,-1 1 0,1-1 0,0 1 0,0-1 0,-1 1 0,1-1 0,0 1 0,0 0 0,-1-1 0,1 1 0,0 0 0,0 0 0,0 0 0,0 0 0,0 0 0,0 0 0,1 0 0,-1 0 0,0 0 0,-1 3 0,-1 4 0,-1 0 0,1 0 0,1 0 0,-1 1 0,1-1 0,1 1 0,-1 10 0,2 0 0,0 0 0,1-1 0,1 1 0,1 0 0,1 0 0,12 35 0,-7-29 0,1-1 0,2 0 0,0-1 0,23 33 0,-29-48 0,1-1 0,-1 0 0,1 0 0,1 0 0,-1-1 0,1-1 0,0 1 0,0-1 0,0 0 0,16 5 0,-19-7 0,0-2 0,0 1 0,0 0 0,0-1 0,0 0 0,0 0 0,0-1 0,1 0 0,-1 1 0,0-2 0,0 1 0,1-1 0,-1 1 0,0-1 0,0-1 0,0 1 0,0-1 0,0 0 0,0 0 0,-1 0 0,6-4 0,-8 5-85,0-1 0,0 1-1,0-1 1,-1 0 0,1 0-1,0 0 1,-1 0 0,1 0-1,-1 0 1,0 0 0,0 0-1,0-1 1,0 1 0,0 0-1,1-4 1,-1-10-6741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0:53.132"/>
    </inkml:context>
    <inkml:brush xml:id="br0">
      <inkml:brushProperty name="width" value="0.035" units="cm"/>
      <inkml:brushProperty name="height" value="0.035" units="cm"/>
      <inkml:brushProperty name="color" value="#E71224"/>
    </inkml:brush>
  </inkml:definitions>
  <inkml:trace contextRef="#ctx0" brushRef="#br0">253 209 24575,'20'1'0,"-1"-2"0,0-1 0,1 0 0,-1-1 0,33-10 0,-100 6 0,-5 6 0,-153 4 0,202-3 0,0 0 0,1 1 0,-1 0 0,0-1 0,0 2 0,0-1 0,0 0 0,1 1 0,-1 0 0,1-1 0,-1 1 0,1 1 0,0-1 0,-1 0 0,1 1 0,0 0 0,1 0 0,-1 0 0,0 0 0,1 0 0,0 0 0,-4 8 0,3-2 0,0 0 0,0 1 0,1-1 0,0 1 0,1 0 0,0-1 0,0 1 0,2 14 0,1 6 0,1 1 0,2-1 0,0 0 0,3 0 0,17 47 0,-8-35 0,1-1 0,3-1 0,30 46 0,-48-82 0,0 1 0,1-1 0,-1 1 0,1-1 0,0 0 0,0 0 0,0-1 0,1 1 0,-1-1 0,1 0 0,0 0 0,0 0 0,0-1 0,0 0 0,0 0 0,0 0 0,9 2 0,-7-4 0,-1 0 0,1 0 0,0 0 0,-1 0 0,1-1 0,-1 0 0,1-1 0,-1 0 0,1 0 0,-1 0 0,0 0 0,0-1 0,0 0 0,7-5 0,-8 5 0,-1 0 0,1-1 0,0 1 0,-1-1 0,0 0 0,0 0 0,0-1 0,-1 1 0,6-8 0,-8 10 0,0 0 0,0 0 0,0 0 0,-1-1 0,1 1 0,0 0 0,-1 0 0,0 0 0,1 0 0,-1-1 0,0 1 0,0 0 0,0 0 0,-1-1 0,1 1 0,0 0 0,-1 0 0,1 0 0,-1 0 0,0 0 0,0 0 0,0 0 0,0 0 0,0 0 0,0 0 0,0 0 0,-3-2 0,-2-2 0,0 0 0,-1 0 0,0 1 0,0 0 0,-1 0 0,0 1 0,1 0 0,-1 0 0,-1 1 0,1 0 0,-12-3 0,-17-3 0,-46-4 0,78 12 0,-12-1 0,-20-2 0,31 2 0,18 1 0,178 3 0,155-6 0,-327 3 0,0-1 0,-1 0 0,1-2 0,24-7 0,-38 9 0,0 1 0,0-1 0,0 0 0,0 0 0,0-1 0,0 1 0,-1-1 0,1 1 0,-1-1 0,0 0 0,0-1 0,0 1 0,0 0 0,-1-1 0,1 0 0,-1 1 0,0-1 0,0 0 0,0 0 0,-1 0 0,1 0 0,-1-1 0,1-4 0,-1 4 0,-1 1 0,1 0 0,-1-1 0,0 1 0,0 0 0,-1-1 0,1 1 0,-1 0 0,0 0 0,0-1 0,-1 1 0,1 0 0,-1 0 0,0 0 0,0 1 0,-5-8 0,6 9 0,-1 1 0,0-1 0,0 0 0,1 1 0,-1 0 0,0-1 0,-1 1 0,1 0 0,0 0 0,0 0 0,0 0 0,-1 1 0,1-1 0,0 1 0,-1-1 0,1 1 0,0 0 0,-1 0 0,1 0 0,0 0 0,-1 0 0,1 0 0,-1 1 0,1-1 0,0 1 0,0 0 0,-1-1 0,1 1 0,0 0 0,0 1 0,0-1 0,-3 2 0,-1 2 0,0-1 0,1 1 0,-1 0 0,1 1 0,0-1 0,1 1 0,-1 0 0,1 0 0,0 1 0,1-1 0,0 1 0,0 0 0,0 0 0,1 0 0,-2 8 0,0 0 0,0 1 0,2-1 0,0 1 0,0 0 0,2-1 0,1 19 0,-1-31 0,0-1 0,0 1 0,1-1 0,-1 0 0,1 1 0,0-1 0,-1 0 0,1 1 0,0-1 0,1 0 0,-1 0 0,0 0 0,1 0 0,-1 0 0,1 0 0,-1 0 0,1-1 0,0 1 0,3 2 0,-4-3 0,1-1 0,-1 1 0,1-1 0,0 1 0,-1-1 0,1 0 0,0 1 0,-1-1 0,1 0 0,0 0 0,0 0 0,-1 0 0,1-1 0,0 1 0,-1 0 0,1-1 0,0 1 0,-1-1 0,1 1 0,-1-1 0,1 0 0,-1 0 0,1 0 0,-1 0 0,1 0 0,-1 0 0,3-2 0,2-4 0,0 0 0,-1 0 0,1 0 0,-2 0 0,1-1 0,-1 0 0,6-13 0,-6 12 0,0 0 0,1 0 0,0 0 0,1 1 0,9-12 0,-11 16 0,1 1 0,-1 0 0,0 1 0,1-1 0,0 1 0,0-1 0,-1 2 0,1-1 0,0 0 0,1 1 0,-1 0 0,0 0 0,0 1 0,0-1 0,1 1 0,-1 0 0,9 2 0,-5-2 0,0 0 0,-1-1 0,1 1 0,13-4 0,-19 3 0,0 0 0,0 0 0,0-1 0,-1 1 0,1 0 0,0-1 0,-1 0 0,1 0 0,-1 0 0,1 0 0,-1 0 0,0 0 0,0-1 0,0 1 0,0-1 0,3-4 0,0-5 0,0 0 0,6-22 0,-9 27 0,-1-1 0,2 1 0,-1 0 0,1 0 0,0 0 0,0 0 0,1 0 0,0 0 0,0 1 0,1 0 0,7-8 0,-11 13 0,0 0 0,0 1 0,0-1 0,0 1 0,0-1 0,0 0 0,0 1 0,0 0 0,0-1 0,0 1 0,0 0 0,0-1 0,0 1 0,0 0 0,0 0 0,0 0 0,1 0 0,-1 0 0,0 0 0,0 0 0,0 1 0,0-1 0,2 1 0,-1 0 0,0 0 0,0 0 0,-1 1 0,1-1 0,-1 0 0,1 1 0,-1-1 0,1 1 0,-1 0 0,0 0 0,2 3 0,1 2 0,-1 1 0,0-1 0,0 1 0,-1 0 0,3 12 0,-3-1 0,-1-1 0,0 0 0,-1 1 0,-1-1 0,-1 0 0,-1 1 0,0-1 0,-1 0 0,-12 31 0,14-45 0,-2 8 0,0 0 0,0 1 0,1 0 0,-3 23 0,6-34 0,0 0 0,0 0 0,0 0 0,0 0 0,0 0 0,0-1 0,0 1 0,1 0 0,-1 0 0,1 0 0,-1 0 0,1-1 0,0 1 0,0 0 0,0-1 0,0 1 0,0 0 0,0-1 0,0 1 0,0-1 0,0 0 0,1 1 0,-1-1 0,1 0 0,-1 0 0,1 0 0,-1 0 0,1 0 0,0 0 0,0 0 0,-1 0 0,1-1 0,0 1 0,0-1 0,0 1 0,-1-1 0,1 0 0,0 0 0,0 0 0,0 0 0,0 0 0,3-1 0,4 0 0,-1 0 0,1-1 0,0 0 0,-1-1 0,0 0 0,1 0 0,-1-1 0,-1 0 0,1-1 0,0 1 0,-1-1 0,0-1 0,12-10 0,-7 4 0,0-1 0,-1 0 0,-1 0 0,0-1 0,0-1 0,9-20 0,-6 5 0,-2-1 0,-1 0 0,-1 0 0,-2-1 0,-1 1 0,3-46 0,-6-1 0,-9-114 0,6 183 0,0 6 0,0-1 0,0 1 0,0-1 0,0 1 0,-1 0 0,1-1 0,-1 1 0,0 0 0,0-1 0,0 1 0,0 0 0,-1 0 0,-2-5 0,3 8 0,1 0 0,-1 0 0,1 1 0,-1-1 0,1 0 0,-1 1 0,1-1 0,-1 1 0,1-1 0,-1 1 0,1-1 0,0 0 0,-1 1 0,1 0 0,0-1 0,0 1 0,-1-1 0,1 1 0,0-1 0,0 1 0,0-1 0,0 1 0,0 0 0,-1-1 0,1 1 0,0-1 0,1 2 0,-5 21 0,4 35 0,2-1 0,3 0 0,2-1 0,20 78 0,-18-99 0,15 41 0,-21-67 0,1 0 0,0-1 0,0 1 0,1-1 0,0 0 0,0-1 0,1 1 0,0-1 0,0 0 0,9 8 0,-14-14 0,1 0 0,-1 0 0,0 0 0,0 0 0,0 0 0,0 0 0,1-1 0,-1 1 0,0 0 0,1-1 0,-1 1 0,1-1 0,-1 1 0,1-1 0,-1 0 0,1 0 0,-1 0 0,1 0 0,-1 0 0,1 0 0,-1 0 0,1 0 0,-1 0 0,0-1 0,1 1 0,-1 0 0,1-1 0,-1 1 0,0-1 0,1 0 0,-1 0 0,0 1 0,1-1 0,-1 0 0,0 0 0,0 0 0,0 0 0,0 0 0,0 0 0,0-1 0,0 1 0,0 0 0,-1 0 0,1-1 0,1-2 0,2-6 0,0-1 0,0 0 0,-1-1 0,3-19 0,-5 24 0,9-32 0,18-54 0,-5 26 0,-20 57 0,-1 0 0,1 0 0,-1 0 0,-1 0 0,0-16 0,-1 24 0,0-1 0,0 0 0,0 0 0,-1 0 0,1 0 0,-1 1 0,0-1 0,0 0 0,0 0 0,0 1 0,0-1 0,-1 1 0,1-1 0,-1 1 0,0 0 0,0-1 0,1 1 0,-1 0 0,-1 0 0,1 0 0,0 1 0,0-1 0,-1 0 0,-3-1 0,-7-2 0,1 0 0,-1 2 0,0-1 0,0 1 0,0 1 0,-19-1 0,-87 3 0,78 1 0,25-1-227,0 1-1,0 0 1,-1 2-1,1-1 1,-25 9-1,11 1-6598</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24.131"/>
    </inkml:context>
    <inkml:brush xml:id="br0">
      <inkml:brushProperty name="width" value="0.035" units="cm"/>
      <inkml:brushProperty name="height" value="0.035" units="cm"/>
      <inkml:brushProperty name="color" value="#E71224"/>
    </inkml:brush>
  </inkml:definitions>
  <inkml:trace contextRef="#ctx0" brushRef="#br0">76 61 24575,'12'29'0,"-1"1"0,-2 0 0,-1 1 0,-1 0 0,-2 1 0,-1-1 0,-1 1 0,-2 0 0,-1 0 0,-5 36 0,5-67 0,0 0 0,0 0 0,0-1 0,0 1 0,0 0 0,0 0 0,0 0 0,0-1 0,-1 1 0,1 0 0,0 0 0,0-1 0,-1 1 0,1 0 0,0-1 0,-1 1 0,1 0 0,-1-1 0,1 1 0,-1 0 0,1-1 0,-1 1 0,1-1 0,-2 1 0,1-1 0,0 0 0,1 0 0,-1 0 0,0-1 0,0 1 0,1 0 0,-1-1 0,0 1 0,1-1 0,-1 1 0,1-1 0,-1 1 0,0-1 0,1 1 0,-1-1 0,1 1 0,0-1 0,-1 0 0,0 0 0,-21-42 0,13 17 0,1-2 0,1 1 0,1-1 0,1 0 0,2 0 0,1-1 0,2-35 0,0 59 0,0 0 0,1-1 0,0 1 0,0 0 0,1 0 0,-1 0 0,1 0 0,0 0 0,1 0 0,-1 1 0,1-1 0,0 1 0,0 0 0,0-1 0,6-4 0,-3 3 0,1 1 0,0 0 0,0 0 0,0 1 0,0-1 0,1 2 0,0-1 0,14-4 0,1 2 0,0 2 0,-1 0 0,2 1 0,-1 1 0,0 2 0,26 1 0,-41 0 0,1-1 0,0 2 0,-1-1 0,1 1 0,-1 0 0,1 1 0,-1 0 0,0 1 0,0-1 0,0 1 0,-1 1 0,1 0 0,-1 0 0,0 0 0,0 1 0,-1 0 0,0 0 0,0 0 0,0 1 0,-1 0 0,0 0 0,0 1 0,-1-1 0,0 1 0,0 0 0,2 9 0,1-2 0,-2 1 0,0 0 0,-1 0 0,0 0 0,-1 0 0,-1 0 0,-1 1 0,0 29 0,-2-38 0,0 1 0,-1-1 0,1 0 0,-1 0 0,-1 0 0,0 0 0,0 0 0,0-1 0,-1 1 0,0-1 0,-1 0 0,0 0 0,0 0 0,0-1 0,-1 1 0,1-1 0,-2-1 0,-11 10 0,-3-2 0,0-1 0,-1 0 0,-42 15 0,-74 14 0,31-9 0,87-25-105,16-5 8,-1 0 0,0 0 0,0 0 0,0-1 0,0 0 0,0 0 0,0 0 1,0 0-1,0-1 0,-1 0 0,1 0 0,-9-2 0,-3-5-6729</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25.051"/>
    </inkml:context>
    <inkml:brush xml:id="br0">
      <inkml:brushProperty name="width" value="0.035" units="cm"/>
      <inkml:brushProperty name="height" value="0.035" units="cm"/>
      <inkml:brushProperty name="color" value="#E71224"/>
    </inkml:brush>
  </inkml:definitions>
  <inkml:trace contextRef="#ctx0" brushRef="#br0">0 0 24575,'3'4'0,"-1"1"0,1-1 0,-1 1 0,0-1 0,0 1 0,-1-1 0,0 1 0,1 0 0,-1 0 0,-1 0 0,1 0 0,-1 0 0,0 5 0,1 5 0,1 50 0,-3-48 0,2 0 0,-1 0 0,2 0 0,7 29 0,-9-44 0,0-1 0,1 1 0,-1 0 0,1-1 0,0 1 0,-1-1 0,1 0 0,0 1 0,0-1 0,0 0 0,0 1 0,0-1 0,0 0 0,0 0 0,0 0 0,1 0 0,-1 0 0,0 0 0,1 0 0,-1 0 0,1-1 0,2 2 0,-2-2 0,0 0 0,1 0 0,-1 0 0,0 0 0,0 0 0,0 0 0,1-1 0,-1 1 0,0-1 0,0 0 0,0 0 0,0 0 0,0 0 0,3-2 0,3-2 0,0-1 0,0-1 0,-1 1 0,0-1 0,0 0 0,7-12 0,-8 9 0,0 0 0,-1-1 0,0 1 0,-1-1 0,0 0 0,-1-1 0,0 1 0,1-14 0,-3 20 0,-1 5 0,0-1 0,0 0 0,0 1 0,0-1 0,0 1 0,0-1 0,0 1 0,0-1 0,0 1 0,0-1 0,0 1 0,1-1 0,-1 1 0,0-1 0,0 1 0,1-1 0,-1 1 0,0 0 0,1-1 0,-1 1 0,0-1 0,1 1 0,-1 0 0,1-1 0,-1 1 0,0 0 0,1 0 0,-1-1 0,1 1 0,-1 0 0,1 0 0,0-1 0,12 13 0,11 35 0,-22-42 0,7 13 0,1 0 0,0 0 0,14 16 0,-12-23 97,-12-11-140,0 0 0,1 0 0,-1 1 0,1-1 0,-1 0 0,0 0 0,1 0 0,-1 0 0,0 0 0,1 0 0,-1 0 0,1 0 0,-1 0 0,0 0 0,1-1 0,-1 1 0,0 0 0,1 0 0,-1 0 0,0 0 0,1-1 0,-1 1 0,0 0 0,1 0 0,-1 0 0,0-1 0,1 1 0,-1 0 0,0-1 0,0 1 0,0 0 0,1-1 0,-1 1 0,6-14-6783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25.675"/>
    </inkml:context>
    <inkml:brush xml:id="br0">
      <inkml:brushProperty name="width" value="0.035" units="cm"/>
      <inkml:brushProperty name="height" value="0.035" units="cm"/>
      <inkml:brushProperty name="color" value="#E71224"/>
    </inkml:brush>
  </inkml:definitions>
  <inkml:trace contextRef="#ctx0" brushRef="#br0">1 0 24575,'3'41'0,"1"0"0,3-1 0,1 0 0,23 66 0,-15-54 0,-9-33 0,-7-19 0,0 0 0,0 0 0,0 0 0,0 0 0,0 0 0,0 0 0,0 1 0,0-1 0,0 0 0,0 0 0,0 0 0,0 0 0,0 0 0,0 0 0,0 0 0,0 0 0,1 0 0,-1 0 0,0 0 0,0 1 0,0-1 0,0 0 0,0 0 0,0 0 0,0 0 0,0 0 0,0 0 0,0 0 0,0 0 0,1 0 0,-1 0 0,0 0 0,0 0 0,0 0 0,0 0 0,0 0 0,0 0 0,0 0 0,0 0 0,0 0 0,1 0 0,-1 0 0,0 0 0,0 0 0,0 0 0,0 0 0,0 0 0,0 0 0,0 0 0,0 0 0,0 0 0,0-1 0,1 1 0,-1 0 0,0 0 0,0 0 0,0 0 0,0 0 0,0 0 0,0 0 0,0 0 0,0 0 0,0 0 0,0 0 0,0-1 0,0 1 0,4-30 0,-3 20 0,0-1 0,0 0 0,1-1 0,0 1 0,1 1 0,1-1 0,0 0 0,0 1 0,1 0 0,11-18 0,-13 22 0,1 1 0,1 0 0,-1 0 0,1 0 0,-1 0 0,1 1 0,1 0 0,-1 0 0,0 1 0,1-1 0,0 1 0,0 0 0,0 1 0,0-1 0,0 1 0,1 0 0,-1 1 0,9-2 0,-13 3 0,1 0 0,-1 0 0,1 0 0,-1 0 0,1 0 0,-1 1 0,1-1 0,-1 1 0,1-1 0,-1 1 0,0 0 0,1 0 0,-1 0 0,0 0 0,0 1 0,0-1 0,0 0 0,3 3 0,-2 0 0,1 0 0,-2-1 0,1 1 0,0 0 0,-1 0 0,0 0 0,0 1 0,0-1 0,2 6 0,0 8 0,0 0 0,0 1 0,0 32 0,-4-51 0,1 7 0,-1 0 0,0 0 0,0-1 0,0 1 0,-1 0 0,0 0 0,-1-1 0,-3 12 0,4-15 0,-1 0 0,1-1 0,-1 1 0,0-1 0,0 0 0,0 1 0,0-1 0,0 0 0,0 0 0,-1-1 0,1 1 0,0 0 0,-1-1 0,0 1 0,1-1 0,-1 0 0,0 0 0,0 0 0,0 0 0,1 0 0,-1-1 0,-4 1 0,-6 1-136,0-1-1,1 0 1,-1-1-1,0-1 1,0 0-1,0-1 1,1 0-1,-1 0 0,-14-6 1,8 0-6690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26.793"/>
    </inkml:context>
    <inkml:brush xml:id="br0">
      <inkml:brushProperty name="width" value="0.035" units="cm"/>
      <inkml:brushProperty name="height" value="0.035" units="cm"/>
      <inkml:brushProperty name="color" value="#E71224"/>
    </inkml:brush>
  </inkml:definitions>
  <inkml:trace contextRef="#ctx0" brushRef="#br0">60 1 24575,'-2'0'0,"0"0"0,0 1 0,0-1 0,0 1 0,0 0 0,0 0 0,0 0 0,0 0 0,1 0 0,-1 0 0,0 0 0,1 0 0,-1 1 0,1-1 0,-1 0 0,1 1 0,-1 0 0,1-1 0,0 1 0,0 0 0,0 0 0,0-1 0,0 1 0,0 0 0,1 0 0,-1 0 0,0 3 0,-2 8 0,0-1 0,1 0 0,-1 15 0,2-24 0,-1 14 0,-2 54 0,4-67 0,0 0 0,0 0 0,1 0 0,-1 0 0,1 0 0,0 0 0,0 0 0,1 0 0,-1 0 0,1 0 0,0-1 0,0 1 0,4 6 0,-5-9 0,0 0 0,0 0 0,0-1 0,0 1 0,0 0 0,0 0 0,0 0 0,0-1 0,1 1 0,-1 0 0,0-1 0,0 1 0,1-1 0,-1 0 0,0 1 0,1-1 0,-1 0 0,0 0 0,1 0 0,-1 0 0,0 0 0,1 0 0,1-1 0,-1 1 0,1-1 0,0-1 0,-1 1 0,1 0 0,-1-1 0,1 1 0,-1-1 0,0 1 0,0-1 0,4-4 0,0-1 0,1-1 0,-1 0 0,-1-1 0,0 1 0,6-14 0,-6 10 0,-1-1 0,-1 1 0,0-1 0,1-16 0,2-10 0,-3 37 0,1 11 0,3 12 0,-4-9 0,0 3 0,1 0 0,0 0 0,2-1 0,10 23 0,-15-35 0,-1 0 0,1-1 0,0 1 0,1 0 0,-1 0 0,0 0 0,0-1 0,1 1 0,-1-1 0,1 1 0,-1-1 0,1 0 0,0 1 0,0-1 0,-1 0 0,1 0 0,0 0 0,0-1 0,0 1 0,0 0 0,0-1 0,0 1 0,0-1 0,0 1 0,0-1 0,1 0 0,-1 0 0,0 0 0,0 0 0,0-1 0,0 1 0,0 0 0,0-1 0,0 0 0,0 1 0,0-1 0,0 0 0,0 0 0,0 0 0,0 0 0,-1 0 0,3-3 0,3-1 0,-1 0 0,0-1 0,-1 0 0,1-1 0,-1 1 0,0-1 0,6-11 0,-7 10 0,0 1 0,1 0 0,0 1 0,0-1 0,0 1 0,1 0 0,7-5 0,-12 10 0,1 0 0,-1-1 0,1 1 0,0 0 0,-1 1 0,1-1 0,0 0 0,0 0 0,-1 1 0,1-1 0,0 1 0,0 0 0,0 0 0,0-1 0,0 1 0,-1 0 0,1 0 0,0 1 0,0-1 0,0 0 0,0 1 0,0-1 0,-1 1 0,1-1 0,0 1 0,0 0 0,-1 0 0,1 0 0,0 0 0,-1 0 0,1 0 0,-1 0 0,1 1 0,-1-1 0,0 0 0,0 1 0,0-1 0,2 3 0,4 7 0,0 0 0,-1 0 0,0 1 0,6 19 0,-3-11 0,3 5 0,-4-7 0,-7-16 0,-5-8 0,-70-153-1365,57 130-5461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26.979"/>
    </inkml:context>
    <inkml:brush xml:id="br0">
      <inkml:brushProperty name="width" value="0.035" units="cm"/>
      <inkml:brushProperty name="height" value="0.035" units="cm"/>
      <inkml:brushProperty name="color" value="#E71224"/>
    </inkml:brush>
  </inkml:definitions>
  <inkml:trace contextRef="#ctx0" brushRef="#br0">1 6 24575,'0'-5'0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27.679"/>
    </inkml:context>
    <inkml:brush xml:id="br0">
      <inkml:brushProperty name="width" value="0.035" units="cm"/>
      <inkml:brushProperty name="height" value="0.035" units="cm"/>
      <inkml:brushProperty name="color" value="#E71224"/>
    </inkml:brush>
  </inkml:definitions>
  <inkml:trace contextRef="#ctx0" brushRef="#br0">128 0 24575,'0'9'0,"0"8"0,0 10 0,0 5 0,0 7 0,-5-5 0,-6-2 0,-6-6 0,-4-9 0,-3-2 0,-3-3 0,4-5-8191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28.594"/>
    </inkml:context>
    <inkml:brush xml:id="br0">
      <inkml:brushProperty name="width" value="0.035" units="cm"/>
      <inkml:brushProperty name="height" value="0.035" units="cm"/>
      <inkml:brushProperty name="color" value="#E71224"/>
    </inkml:brush>
  </inkml:definitions>
  <inkml:trace contextRef="#ctx0" brushRef="#br0">1 0 24575,'0'35'0,"2"0"0,1 0 0,1-1 0,2 1 0,2-1 0,1-1 0,18 45 0,-25-74 0,0 0 0,0 0 0,1 0 0,-1 0 0,1 0 0,0 0 0,0-1 0,0 1 0,0-1 0,0 0 0,5 3 0,-7-5 0,0-1 0,1 1 0,-1 0 0,1-1 0,-1 1 0,1-1 0,-1 1 0,1-1 0,-1 0 0,1 0 0,-1 0 0,1 0 0,-1 0 0,1 0 0,-1 0 0,1 0 0,0 0 0,-1-1 0,1 1 0,-1-1 0,1 1 0,-1-1 0,0 0 0,1 1 0,-1-1 0,0 0 0,1 0 0,-1 0 0,0 0 0,0 0 0,0 0 0,0 0 0,0 0 0,0-1 0,1-1 0,7-9 0,-1 0 0,-1 0 0,0-1 0,-1 0 0,0-1 0,-1 1 0,-1-1 0,0 0 0,3-20 0,-2-1 0,-1-1 0,-3-56 0,5 133 0,1 0 0,1-1 0,25 68 0,-31-101-57,1-1 0,-1 1 1,2-1-1,-1 0 0,0 0 0,1 0 0,0 0 0,1 0 0,-1-1 0,1 0 0,0 0 1,1 0-1,-1-1 0,1 0 0,0 0 0,0 0 0,0-1 0,0 0 0,0 0 1,1 0-1,0-1 0,-1 0 0,13 2 0,5-1-6769</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29.181"/>
    </inkml:context>
    <inkml:brush xml:id="br0">
      <inkml:brushProperty name="width" value="0.035" units="cm"/>
      <inkml:brushProperty name="height" value="0.035" units="cm"/>
      <inkml:brushProperty name="color" value="#E71224"/>
    </inkml:brush>
  </inkml:definitions>
  <inkml:trace contextRef="#ctx0" brushRef="#br0">45 185 24575,'-1'33'0,"-9"47"0,0-7 0,9-51 0,2-15 0,-1 0 0,0-1 0,-1 1 0,0-1 0,0 1 0,0-1 0,-1 1 0,0-1 0,0 0 0,-5 11 0,7-17 0,0 0 0,0 0 0,0 0 0,0 0 0,-1 0 0,1 0 0,0 0 0,0 0 0,0 0 0,0 0 0,0 1 0,-1-1 0,1 0 0,0 0 0,0 0 0,0 0 0,0 0 0,-1 0 0,1 0 0,0 0 0,0 0 0,0 0 0,0-1 0,0 1 0,-1 0 0,1 0 0,0 0 0,0 0 0,0 0 0,0 0 0,0 0 0,0 0 0,-1 0 0,1 0 0,0 0 0,0-1 0,0 1 0,0 0 0,0 0 0,0 0 0,0 0 0,0 0 0,-1 0 0,1-1 0,0 1 0,0 0 0,0 0 0,0 0 0,0 0 0,0-1 0,0 1 0,0 0 0,0 0 0,0 0 0,0 0 0,0 0 0,0-1 0,0 1 0,0 0 0,0 0 0,0 0 0,0 0 0,1 0 0,-1-1 0,0 1 0,-1-15 0,1 0 0,0 0 0,1-1 0,1 1 0,7-28 0,-3 12 0,58-219 0,-61 240 0,0 1 0,1 0 0,8-15 0,-11 23 0,-1 0 0,0 0 0,1 0 0,-1 0 0,1 0 0,-1 0 0,1 0 0,0 0 0,-1 0 0,1 1 0,0-1 0,0 0 0,0 0 0,-1 1 0,1-1 0,0 1 0,0-1 0,0 1 0,0-1 0,0 1 0,0-1 0,0 1 0,0 0 0,0-1 0,0 1 0,0 0 0,1 0 0,-1 0 0,0 0 0,0 0 0,0 0 0,0 0 0,0 1 0,0-1 0,0 0 0,0 0 0,0 1 0,0-1 0,0 1 0,0-1 0,0 1 0,0-1 0,0 1 0,1 1 0,3 3 0,0 0 0,-1 1 0,0-1 0,0 1 0,0 0 0,0 0 0,-1 1 0,4 10 0,17 63 0,-10-31 0,74 182-1365,-83-222-5461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29.446"/>
    </inkml:context>
    <inkml:brush xml:id="br0">
      <inkml:brushProperty name="width" value="0.035" units="cm"/>
      <inkml:brushProperty name="height" value="0.035" units="cm"/>
      <inkml:brushProperty name="color" value="#E71224"/>
    </inkml:brush>
  </inkml:definitions>
  <inkml:trace contextRef="#ctx0" brushRef="#br0">279 1 24575,'-5'0'0,"-6"0"0,-10 0 0,-10 4 0,-15 2 0,-8 0 0,0 3 0,15 1 0,22-2 0,24-3 0,10-1-8191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30.117"/>
    </inkml:context>
    <inkml:brush xml:id="br0">
      <inkml:brushProperty name="width" value="0.035" units="cm"/>
      <inkml:brushProperty name="height" value="0.035" units="cm"/>
      <inkml:brushProperty name="color" value="#E71224"/>
    </inkml:brush>
  </inkml:definitions>
  <inkml:trace contextRef="#ctx0" brushRef="#br0">115 1 24575,'-14'-1'0,"7"1"0,0 0 0,0 0 0,-1 1 0,1 0 0,-8 1 0,13-1 0,0 0 0,0 0 0,0 0 0,0 0 0,0 0 0,0 0 0,1 0 0,-1 1 0,0-1 0,1 0 0,-1 1 0,1 0 0,-1-1 0,1 1 0,0 0 0,-1 0 0,1 0 0,0 0 0,0 0 0,1 0 0,-2 2 0,-3 18 0,1 0 0,1 0 0,1 0 0,1 0 0,3 43 0,-1-24 0,0-20 0,0 0 0,1-1 0,1 1 0,6 22 0,-7-37 0,0 0 0,1 0 0,-1 0 0,1-1 0,0 1 0,1-1 0,6 10 0,-8-13 0,0 0 0,1 0 0,-1 0 0,0 0 0,1 0 0,-1 0 0,1-1 0,0 1 0,0-1 0,0 0 0,-1 0 0,1 0 0,0 0 0,0 0 0,0-1 0,6 1 0,-4-1 3,0 0-1,0-1 1,0 1 0,0-1-1,-1 0 1,1-1-1,0 1 1,0-1 0,-1 0-1,1 0 1,-1-1-1,0 1 1,0-1-1,0 0 1,0 0 0,0 0-1,6-7 1,4-6-87,0-1-1,20-34 1,-6 10-1075,-16 26-5667</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30.414"/>
    </inkml:context>
    <inkml:brush xml:id="br0">
      <inkml:brushProperty name="width" value="0.035" units="cm"/>
      <inkml:brushProperty name="height" value="0.035" units="cm"/>
      <inkml:brushProperty name="color" value="#E71224"/>
    </inkml:brush>
  </inkml:definitions>
  <inkml:trace contextRef="#ctx0" brushRef="#br0">1 105 24575,'0'-5'0,"4"-1"0,7 0 0,10-3 0,11-6 0,5 1 0,0-2 0,-1 1 0,-3 4 0,-6 3-8191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33.316"/>
    </inkml:context>
    <inkml:brush xml:id="br0">
      <inkml:brushProperty name="width" value="0.035" units="cm"/>
      <inkml:brushProperty name="height" value="0.035" units="cm"/>
      <inkml:brushProperty name="color" value="#E71224"/>
    </inkml:brush>
  </inkml:definitions>
  <inkml:trace contextRef="#ctx0" brushRef="#br0">1 1 24575,'5'0'0,"0"0"0,0 0 0,0 1 0,0 0 0,0 0 0,1 0 0,-2 1 0,1 0 0,0 0 0,0 0 0,-1 0 0,9 6 0,-4-1 0,-1 1 0,0 0 0,0 0 0,12 17 0,-6-6 0,0-1 0,2 0 0,0-1 0,0-1 0,2-1 0,0 0 0,1-1 0,0-1 0,1-1 0,38 17 0,-9-10 0,1-3 0,1-1 0,0-3 0,1-3 0,76 6 0,272-11 0,-227-7 0,580 31 0,-343 7 0,127 5 0,299-34 0,-617 6 0,-49 0 0,258 10 0,-296-14 0,28 3 0,178 6 0,479-18 0,-804 1 0,1 0 0,0-2 0,0 0 0,-1 0 0,1-1 0,15-6 0,-21 6 0,-1 0 0,0 0 0,0-1 0,0 0 0,0-1 0,-1 0 0,0 1 0,0-2 0,0 1 0,0-1 0,-1 0 0,5-7 0,-5 6 0,8-12 0,27-30 0,-34 43 0,0 0 0,0 1 0,0 0 0,1 0 0,0 1 0,0 0 0,0 0 0,14-5 0,0 3 0,27-10 0,-46 16 0,0-1 0,0 0 0,0 0 0,0 1 0,0-2 0,-1 1 0,1 0 0,0 0 0,-1 0 0,1-1 0,-1 1 0,0-1 0,1 1 0,-1-1 0,0 0 0,0 1 0,0-1 0,1-2 0,-2 3 0,0 0 0,0 0 0,0-1 0,0 1 0,-1 0 0,1 0 0,0 0 0,-1 0 0,1 0 0,-1 0 0,1 0 0,-1 0 0,1 0 0,-1 0 0,0 0 0,1 0 0,-1 0 0,0 0 0,0 1 0,0-1 0,0 0 0,0 0 0,0 1 0,0-1 0,0 1 0,0-1 0,0 1 0,0-1 0,-2 1 0,-41-15 0,32 11 0,6 3 0,-6-4 0,-1 1 0,-21-12 0,31 15 0,1 0 0,0-1 0,-1 1 0,1-1 0,0 1 0,0-1 0,0 0 0,1 0 0,-1 1 0,0-1 0,1-1 0,-1 1 0,1 0 0,-1 0 0,1 0 0,0-1 0,0 1 0,0-1 0,1 1 0,-1-1 0,0-3 0,1 5 0,0-1 0,1 1 0,-1-1 0,0 1 0,1-1 0,0 1 0,-1 0 0,1-1 0,0 1 0,0 0 0,-1 0 0,1-1 0,0 1 0,0 0 0,0 0 0,0 0 0,1 0 0,-1 0 0,0 0 0,0 1 0,1-1 0,-1 0 0,0 1 0,1-1 0,-1 0 0,1 1 0,-1 0 0,1-1 0,-1 1 0,3 0 0,50-5 0,-49 5 0,6 0 0,1 1 0,0 0 0,0 1 0,-1 0 0,0 1 0,20 7 0,63 35 0,-70-33 0,-11-6 0,1 1 0,-2 0 0,1 1 0,-1 0 0,0 1 0,0 0 0,15 18 0,-26-26 0,0 1 0,0-1 0,-1 0 0,1 1 0,0-1 0,-1 1 0,1 0 0,-1-1 0,0 1 0,1-1 0,-1 1 0,0 0 0,0-1 0,0 1 0,0-1 0,0 1 0,-1 0 0,1-1 0,0 1 0,-1-1 0,1 1 0,-1-1 0,0 1 0,1-1 0,-1 1 0,0-1 0,0 1 0,0-1 0,0 0 0,0 0 0,0 0 0,0 1 0,-1-1 0,1 0 0,0 0 0,-3 1 0,-5 5 0,-1-1 0,0-1 0,0 0 0,-12 4 0,14-5 0,-28 13 0,1 1 0,1 2 0,1 2 0,-36 29 0,68-49 0,0-1 0,-1 0 0,0 1 0,1-1 0,-1 0 0,0 0 0,1 0 0,-1 0 0,0-1 0,0 1 0,0 0 0,0-1 0,1 1 0,-1-1 0,0 0 0,0 1 0,0-1 0,0 0 0,0 0 0,0 0 0,0-1 0,0 1 0,-2-1 0,2 0 0,-1 0 0,1-1 0,0 1 0,0-1 0,0 0 0,1 0 0,-1 1 0,0-1 0,1 0 0,-1 0 0,1-1 0,0 1 0,-1 0 0,1 0 0,-1-4 0,-3-8 0,1-1 0,1 0 0,0 1 0,-2-29 0,4-134 0,2 166-1365</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3.038"/>
    </inkml:context>
    <inkml:brush xml:id="br0">
      <inkml:brushProperty name="width" value="0.035" units="cm"/>
      <inkml:brushProperty name="height" value="0.035" units="cm"/>
      <inkml:brushProperty name="color" value="#E71224"/>
    </inkml:brush>
  </inkml:definitions>
  <inkml:trace contextRef="#ctx0" brushRef="#br0">2332 386 24575,'-1'-2'0,"0"-1"0,0 1 0,0 0 0,0 0 0,-1-1 0,1 1 0,-1 0 0,1 0 0,-1 0 0,0 1 0,0-1 0,0 0 0,-3-2 0,-3-2 0,-15-15 0,0 2 0,-1 1 0,-48-27 0,-87-34 0,150 75 0,-53-25 0,-2 2 0,-1 4 0,-1 2 0,-1 4 0,0 2 0,-2 3 0,-87-3 0,71 12 0,-102 10 0,146-2 0,0 1 0,0 2 0,1 2 0,-61 23 0,48-9 0,1 2 0,2 2 0,0 2 0,2 3 0,1 1 0,2 3 0,-43 45 0,30-21 0,2 2 0,3 3 0,3 3 0,-49 89 0,84-131 0,1 0 0,1 0 0,2 1 0,-15 57 0,23-72 0,0 0 0,2 0 0,-1 0 0,2 0 0,0 0 0,0 0 0,1 0 0,1 0 0,0 0 0,1-1 0,0 1 0,1 0 0,10 22 0,-1-13 0,0-2 0,2 0 0,0 0 0,1-2 0,1 0 0,0 0 0,2-2 0,0 0 0,1-1 0,29 16 0,0-3 0,2-2 0,1-2 0,74 23 0,-44-23-65,1-2-1,0-4 1,2-4 0,0-4-1,0-4 1,1-3-1,146-14 1,-168 4 52,-1-3 1,0-4-1,0-1 0,-2-4 1,0-2-1,-1-3 1,-2-2-1,0-3 1,-2-3-1,98-72 1,-123 79 12,-2-2 0,-1 0 0,0-2 0,-3-2 0,41-60 0,-51 66 0,-1 0 0,-1-1 0,-2-1 0,0 0 0,-2 0 0,-1-1 0,-1 0 0,5-49 0,-9 40 76,-2 0 1,-1 1 0,-1-1 0,-3 0-1,-1 1 1,-16-63 0,15 82-48,0 0 1,-1 1 0,0 1-1,-1-1 1,-1 1-1,-21-27 1,21 32-38,0 1 1,0 0-1,-1 0 1,0 1-1,0 0 1,-1 1-1,0 0 1,-1 0-1,1 2 1,-17-7-1,-64-14-1357,67 20-5461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3.669"/>
    </inkml:context>
    <inkml:brush xml:id="br0">
      <inkml:brushProperty name="width" value="0.035" units="cm"/>
      <inkml:brushProperty name="height" value="0.035" units="cm"/>
      <inkml:brushProperty name="color" value="#E71224"/>
    </inkml:brush>
  </inkml:definitions>
  <inkml:trace contextRef="#ctx0" brushRef="#br0">0 30 24575,'5'0'0,"24"-5"0,31-2 0,27 1 0,32 2 0,18 0 0,9 2 0,7 1 0,10 10 0,-4 8 0,-16 10 0,-19 5 0,-20 2 0,-19 0 0,-20-6 0,-16-8 0,-16-7-8191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4.461"/>
    </inkml:context>
    <inkml:brush xml:id="br0">
      <inkml:brushProperty name="width" value="0.035" units="cm"/>
      <inkml:brushProperty name="height" value="0.035" units="cm"/>
      <inkml:brushProperty name="color" value="#E71224"/>
    </inkml:brush>
  </inkml:definitions>
  <inkml:trace contextRef="#ctx0" brushRef="#br0">302 1 24575,'-15'0'0,"-1"0"0,1 1 0,-1 1 0,1 1 0,0 0 0,0 1 0,0 1 0,1 0 0,-28 15 0,33-15 0,1 1 0,-1 0 0,1 0 0,1 1 0,-1 0 0,1 0 0,1 1 0,-1 0 0,1 0 0,0 0 0,1 1 0,0 0 0,1 0 0,-1 0 0,2 1 0,-4 11 0,3-8 0,1 1 0,0 1 0,1-1 0,1 0 0,0 1 0,1-1 0,1 1 0,0-1 0,1 0 0,0 0 0,1 1 0,1-2 0,0 1 0,1 0 0,7 13 0,-7-17 0,1 0 0,1 0 0,-1 0 0,2-1 0,-1 0 0,1-1 0,1 1 0,0-2 0,0 1 0,0-1 0,1 0 0,0-1 0,0 0 0,1-1 0,-1 0 0,1-1 0,0 0 0,20 4 0,-19-5 17,0-1 0,1-1 1,-1 0-1,0-1 0,1 0 0,20-3 0,-26 2-123,-1 0 0,1-1 0,0 0 0,-1 0 0,1-1 0,-1 0-1,0 0 1,0 0 0,0-1 0,0 0 0,-1 0 0,1 0 0,5-7 0,1-3-6720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4.947"/>
    </inkml:context>
    <inkml:brush xml:id="br0">
      <inkml:brushProperty name="width" value="0.035" units="cm"/>
      <inkml:brushProperty name="height" value="0.035" units="cm"/>
      <inkml:brushProperty name="color" value="#E71224"/>
    </inkml:brush>
  </inkml:definitions>
  <inkml:trace contextRef="#ctx0" brushRef="#br0">313 32 24575,'3'3'0,"1"0"0,-1 1 0,0 0 0,0-1 0,0 1 0,0 1 0,-1-1 0,1 0 0,-1 1 0,0-1 0,0 1 0,-1-1 0,0 1 0,0 0 0,0 0 0,0 0 0,0 0 0,-1-1 0,0 1 0,0 0 0,-1 0 0,1 0 0,-1 0 0,0 0 0,0-1 0,-1 1 0,-2 6 0,0-3 0,0-1 0,0 0 0,0 0 0,-1-1 0,0 1 0,0-1 0,-1 0 0,0-1 0,0 1 0,0-1 0,-1 0 0,1-1 0,-1 1 0,0-1 0,-14 5 0,15-7 0,0 1 0,0-1 0,-1-1 0,1 1 0,-1-1 0,1 0 0,-1-1 0,1 1 0,-1-1 0,1 0 0,-1-1 0,1 0 0,-13-3 0,10 1 0,1-1 0,0 0 0,0 0 0,1-1 0,-1 0 0,1 0 0,0-1 0,0 1 0,-9-13 0,10 12 0,0 0 0,0-1 0,1 0 0,0 0 0,0 0 0,1 0 0,0-1 0,-4-9 0,7 14 0,1 1 0,-1-1 0,1 0 0,0 1 0,-1-1 0,1 0 0,0 1 0,1-1 0,-1 0 0,0 1 0,1-1 0,0 0 0,-1 1 0,1-1 0,0 1 0,0-1 0,1 1 0,-1-1 0,0 1 0,1 0 0,-1 0 0,1 0 0,0-1 0,0 2 0,0-1 0,0 0 0,0 0 0,0 1 0,5-3 0,6-4 14,0 0-1,1 2 0,0 0 0,0 0 1,1 1-1,-1 1 0,1 1 1,16-3-1,15 1-756,61 0 1,-66 5-6084</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5.688"/>
    </inkml:context>
    <inkml:brush xml:id="br0">
      <inkml:brushProperty name="width" value="0.035" units="cm"/>
      <inkml:brushProperty name="height" value="0.035" units="cm"/>
      <inkml:brushProperty name="color" value="#E71224"/>
    </inkml:brush>
  </inkml:definitions>
  <inkml:trace contextRef="#ctx0" brushRef="#br0">0 30 24575,'1'0'0,"0"1"0,0-1 0,0 1 0,0-1 0,0 1 0,0-1 0,-1 1 0,1 0 0,0-1 0,0 1 0,-1 0 0,1 0 0,-1-1 0,1 1 0,-1 0 0,1 0 0,-1 0 0,1 0 0,-1 0 0,0 0 0,1 1 0,8 28 0,-7-22 0,9 50 0,-9-44 0,0 0 0,1-1 0,5 17 0,-7-38 0,0 1 0,0-1 0,1 1 0,0-1 0,0 1 0,3-8 0,1 0 0,-1 1 0,2-1 0,0 1 0,0 1 0,2-1 0,16-21 0,-22 32 0,-1 0 0,1 0 0,0 1 0,0-1 0,0 1 0,0 0 0,0 0 0,0 0 0,0 0 0,1 0 0,-1 1 0,1-1 0,0 1 0,-1 0 0,1 0 0,0 1 0,-1-1 0,1 1 0,0-1 0,0 1 0,0 0 0,-1 1 0,1-1 0,0 1 0,0 0 0,-1-1 0,1 2 0,0-1 0,-1 0 0,1 1 0,-1-1 0,0 1 0,6 4 0,-4-3 0,0 1 0,-1-1 0,0 1 0,1 0 0,-2 0 0,1 0 0,0 1 0,-1-1 0,1 1 0,3 8 0,-2-1 0,0 1 0,6 25 0,7 19 0,-17-55-72,0 1 1,0-1-1,1 0 0,-1 0 0,1 0 0,-1 0 0,1 0 0,0 0 1,-1 0-1,1 0 0,0 0 0,0-1 0,0 1 0,1-1 0,-1 0 1,0 0-1,0 1 0,6 0 0,18 4-6754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6.283"/>
    </inkml:context>
    <inkml:brush xml:id="br0">
      <inkml:brushProperty name="width" value="0.035" units="cm"/>
      <inkml:brushProperty name="height" value="0.035" units="cm"/>
      <inkml:brushProperty name="color" value="#E71224"/>
    </inkml:brush>
  </inkml:definitions>
  <inkml:trace contextRef="#ctx0" brushRef="#br0">292 1 24575,'-11'0'0,"0"0"0,0 1 0,0 1 0,0 0 0,0 0 0,1 1 0,-1 1 0,1-1 0,-17 9 0,23-9 0,-1 0 0,0 0 0,1 0 0,0 1 0,0-1 0,0 1 0,0 0 0,0 0 0,1 0 0,0 1 0,0-1 0,0 1 0,0 0 0,1 0 0,0 0 0,0 0 0,0 0 0,1 0 0,-1 1 0,1-1 0,0 9 0,1-10 0,0 0 0,0 0 0,0 0 0,1 0 0,-1 0 0,1 1 0,0-1 0,1 0 0,-1-1 0,1 1 0,-1 0 0,1 0 0,0-1 0,3 5 0,4 2 0,0 1 0,0-1 0,11 9 0,-13-14 0,-1 0 0,0 1 0,0-1 0,-1 2 0,1-1 0,-1 0 0,-1 1 0,1 0 0,-1 0 0,5 15 0,-8-20 0,0 1 0,-1 0 0,0 0 0,1 0 0,-1 0 0,0 0 0,-1 0 0,1-1 0,0 1 0,-1 0 0,0 0 0,1 0 0,-1-1 0,0 1 0,-3 5 0,1-3 0,-1 0 0,1-1 0,-1 1 0,0 0 0,0-1 0,0 0 0,-7 5 0,-4 1 0,-1 0 0,0 0 0,-33 13 0,32-17 0,1 2 0,0 0 0,-19 13 0,28-15-49,9-4 154,11-2-1057,-11 0 483,15-3-6357</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6.953"/>
    </inkml:context>
    <inkml:brush xml:id="br0">
      <inkml:brushProperty name="width" value="0.035" units="cm"/>
      <inkml:brushProperty name="height" value="0.035" units="cm"/>
      <inkml:brushProperty name="color" value="#E71224"/>
    </inkml:brush>
  </inkml:definitions>
  <inkml:trace contextRef="#ctx0" brushRef="#br0">1 35 24575,'1'14'0,"0"0"0,2 0 0,0 0 0,1 0 0,0 0 0,1-1 0,0 0 0,1 0 0,11 18 0,-16-29 0,1 1 0,0-1 0,-1 1 0,1-1 0,0 0 0,0 0 0,0 0 0,1 0 0,-1 0 0,0-1 0,1 1 0,-1-1 0,1 1 0,0-1 0,-1 0 0,1 0 0,0 0 0,0 0 0,-1-1 0,1 1 0,0-1 0,0 1 0,0-1 0,0 0 0,0 0 0,0-1 0,0 1 0,0-1 0,-1 1 0,1-1 0,0 0 0,0 0 0,0 0 0,-1 0 0,1 0 0,-1-1 0,1 1 0,-1-1 0,5-4 0,2-1 0,0-1 0,0-1 0,-1 1 0,0-1 0,-1-1 0,0 0 0,-1 0 0,9-16 0,27-81 0,-42 107 0,0 1 0,0-1 0,0 1 0,0-1 0,0 1 0,0-1 0,0 1 0,0-1 0,0 0 0,1 1 0,-1-1 0,0 1 0,0-1 0,0 1 0,1-1 0,-1 0 0,0 1 0,1-1 0,-1 0 0,0 1 0,1-1 0,-1 0 0,1 0 0,-1 1 0,0-1 0,1 0 0,-1 0 0,1 1 0,-1-1 0,1 0 0,-1 0 0,0 0 0,1 0 0,-1 0 0,1 0 0,-1 0 0,1 0 0,-1 0 0,1 0 0,-1 0 0,1 0 0,-1 0 0,1 0 0,-1 0 0,0-1 0,1 1 0,-1 0 0,1 0 0,-1 0 0,1-1 0,-1 1 0,0 0 0,1-1 0,-1 1 0,0 0 0,1-1 0,-1 1 0,0 0 0,1-1 0,-1 1 0,0-1 0,0 1 0,0 0 0,1-1 0,-1 1 0,0-1 0,0 1 0,0-1 0,0 0 0,13 48 0,-11-35 0,4 8 0,0-1 0,1 1 0,1-1 0,1 0 0,13 20 0,-19-33 0,1-1 0,-1 1 0,1-1 0,1 1 0,-1-2 0,1 1 0,0 0 0,0-1 0,0 0 0,0 0 0,1 0 0,0-1 0,0 0 0,0 0 0,0 0 0,0-1 0,0 0 0,1 0 0,-1 0 0,8 0 0,-10-2-59,-1-1 0,1 1-1,-1-1 1,0 1-1,1-1 1,-1 0 0,0-1-1,0 1 1,0 0 0,0-1-1,0 0 1,0 0 0,0 1-1,-1-2 1,1 1-1,-1 0 1,1-1 0,-1 1-1,0-1 1,0 1 0,0-1-1,2-4 1,8-16-6767</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7.358"/>
    </inkml:context>
    <inkml:brush xml:id="br0">
      <inkml:brushProperty name="width" value="0.035" units="cm"/>
      <inkml:brushProperty name="height" value="0.035" units="cm"/>
      <inkml:brushProperty name="color" value="#E71224"/>
    </inkml:brush>
  </inkml:definitions>
  <inkml:trace contextRef="#ctx0" brushRef="#br0">1 0 24575,'0'5'0,"0"6"0,4 6 0,3 4 0,3 8 0,5 8 0,0 12 0,-2 7 0,-4 7 0,-3 2 0,-3-5 0,3-3 0,0-8 0,-1-7 0,-1-15 0,-1-21 0,-1-17 0,-2-6-8191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7.778"/>
    </inkml:context>
    <inkml:brush xml:id="br0">
      <inkml:brushProperty name="width" value="0.035" units="cm"/>
      <inkml:brushProperty name="height" value="0.035" units="cm"/>
      <inkml:brushProperty name="color" value="#E71224"/>
    </inkml:brush>
  </inkml:definitions>
  <inkml:trace contextRef="#ctx0" brushRef="#br0">514 52 24575,'-1'-2'0,"1"0"0,-1 0 0,0 0 0,0 1 0,0-1 0,0 0 0,0 0 0,0 1 0,0-1 0,0 1 0,-1-1 0,1 1 0,0 0 0,-1 0 0,1-1 0,-1 1 0,0 0 0,1 0 0,-1 0 0,0 1 0,0-1 0,-2-1 0,-42-13 0,36 14 0,0 0 0,0 0 0,0 1 0,0 0 0,0 1 0,0 0 0,0 0 0,-14 4 0,-78 30 0,53-16 0,16-8 0,-112 45 0,143-52-27,11-2 93,12-1-1470,4-2-5422</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8.867"/>
    </inkml:context>
    <inkml:brush xml:id="br0">
      <inkml:brushProperty name="width" value="0.035" units="cm"/>
      <inkml:brushProperty name="height" value="0.035" units="cm"/>
      <inkml:brushProperty name="color" value="#E71224"/>
    </inkml:brush>
  </inkml:definitions>
  <inkml:trace contextRef="#ctx0" brushRef="#br0">1 0 24575,'19'22'0,"-1"0"0,-1 2 0,23 39 0,-1-1 0,-18-29 0,-2 1 0,-1 1 0,18 49 0,26 116 0,-9-45-1365,-48-134-5461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1:59.572"/>
    </inkml:context>
    <inkml:brush xml:id="br0">
      <inkml:brushProperty name="width" value="0.035" units="cm"/>
      <inkml:brushProperty name="height" value="0.035" units="cm"/>
      <inkml:brushProperty name="color" value="#E71224"/>
    </inkml:brush>
  </inkml:definitions>
  <inkml:trace contextRef="#ctx0" brushRef="#br0">1 0 24575,'0'5'0,"0"15"0,4 13 0,2 15 0,0 18 0,3 15 0,1 0 0,-2-6 0,-3-10 0,-1-8 0,-2-8 0,-1-18 0,-1-27 0,0-15-8191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2:01.015"/>
    </inkml:context>
    <inkml:brush xml:id="br0">
      <inkml:brushProperty name="width" value="0.035" units="cm"/>
      <inkml:brushProperty name="height" value="0.035" units="cm"/>
      <inkml:brushProperty name="color" value="#E71224"/>
    </inkml:brush>
  </inkml:definitions>
  <inkml:trace contextRef="#ctx0" brushRef="#br0">178 27 24575,'-4'3'0,"-1"1"0,1-1 0,-1 0 0,0-1 0,0 1 0,-8 2 0,-16 9 0,5-1 0,-32 22 0,54-33 0,0-1 0,0 1 0,0 0 0,0-1 0,0 1 0,0 0 0,1 0 0,-1 0 0,1 0 0,-1 0 0,1 1 0,0-1 0,0 0 0,0 1 0,0-1 0,1 1 0,-1-1 0,0 0 0,1 1 0,0 3 0,0-3 0,1 0 0,0 1 0,0-1 0,1 0 0,-1 0 0,1 0 0,-1 0 0,1 0 0,0 0 0,0 0 0,0-1 0,3 3 0,34 32 0,-28-28 0,-9-7 0,25 23 0,55 38 0,-73-57 0,1-1 0,0 0 0,0 0 0,0 0 0,1-2 0,-1 1 0,1-1 0,0-1 0,0 0 0,16 1 0,-18-3 0,0 0 0,0 0 0,0-1 0,1 0 0,-1-1 0,-1 1 0,1-2 0,0 0 0,0 0 0,-1 0 0,0-1 0,0 0 0,0-1 0,0 0 0,-1 0 0,1 0 0,-1-1 0,-1 0 0,1-1 0,-1 0 0,8-10 0,3-6 0,0 0 0,22-43 0,-33 54 0,0 0 0,-1 0 0,0 0 0,-1 0 0,-1-1 0,0 0 0,-1 0 0,1-15 0,-2 26 0,-1 0 0,0 0 0,0 0 0,0 0 0,0 0 0,-1 0 0,1 0 0,0 0 0,-1 0 0,0 0 0,1 1 0,-1-1 0,0 0 0,0 0 0,0 0 0,0 1 0,0-1 0,0 1 0,-1-1 0,1 1 0,0-1 0,-1 1 0,1-1 0,-1 1 0,0 0 0,1 0 0,-1 0 0,0 0 0,0 0 0,1 1 0,-1-1 0,0 0 0,0 1 0,0-1 0,0 1 0,-4 0 0,2 0 0,1 0 0,-1 0 0,0 0 0,1 1 0,-1 0 0,0 0 0,1 0 0,-1 0 0,1 1 0,-1-1 0,1 1 0,0 0 0,0 0 0,0 0 0,0 0 0,0 1 0,0-1 0,0 1 0,-2 3 0,-2 4 0,1 1 0,0-1 0,0 1 0,1 0 0,1 0 0,0 1 0,1-1 0,0 1 0,0 0 0,1 0 0,1 0 0,0 15 0,0-21 0,1 0 0,1 0 0,-1 0 0,1 0 0,0 0 0,0 0 0,1 0 0,-1 0 0,2 0 0,-1-1 0,0 1 0,1-1 0,0 1 0,0-1 0,1 0 0,0 0 0,-1-1 0,2 1 0,-1-1 0,0 0 0,1 0 0,0 0 0,0 0 0,0-1 0,11 5 0,-1-2 0,0-1 0,0-1 0,0-1 0,1 0 0,0-1 0,-1 0 0,29-2 0,-34 0 0,0-1 0,0 0 0,-1-1 0,1 0 0,-1 0 0,1-1 0,-1 0 0,0-1 0,0 0 0,0 0 0,-1-1 0,1 0 0,13-11 0,-17 10 0,-1 1 0,0 0 0,-1-1 0,1 0 0,-1 0 0,0 0 0,0 0 0,-1 0 0,0-1 0,0 1 0,0-1 0,-1 1 0,0-1 0,0-9 0,0-9 0,-1 1 0,-5-36 0,6 138 0,2-55 0,5 39 0,-7-58 0,-1-1 0,1 1 0,0-1 0,1 1 0,-1-1 0,1 1 0,-1-1 0,1 1 0,0-1 0,0 0 0,1 0 0,3 4 0,-5-7 0,-1 1 0,1-1 0,0 0 0,0 0 0,0 1 0,-1-1 0,1 0 0,0 0 0,0 0 0,0 0 0,0 0 0,0 0 0,-1 0 0,1 0 0,0 0 0,0 0 0,0-1 0,0 1 0,-1 0 0,1 0 0,0-1 0,0 1 0,-1-1 0,1 1 0,0-1 0,0 1 0,-1-1 0,1 1 0,0-1 0,-1 1 0,1-1 0,-1 0 0,1 1 0,-1-1 0,1 0 0,-1 0 0,0 1 0,1-2 0,19-34 0,-19 32 0,8-15 0,-2 1 0,2 0 0,0 1 0,0-1 0,2 2 0,18-23 0,-27 36 0,1 1 0,0-1 0,-1 0 0,1 1 0,0 0 0,0-1 0,1 1 0,-1 1 0,0-1 0,1 0 0,-1 1 0,1 0 0,0-1 0,-1 1 0,1 1 0,0-1 0,0 1 0,-1-1 0,1 1 0,0 0 0,0 0 0,0 1 0,-1-1 0,1 1 0,0 0 0,0 0 0,-1 0 0,1 0 0,-1 1 0,1-1 0,-1 1 0,0 0 0,1 0 0,-1 1 0,3 2 0,11 8 0,-1 2 0,0 0 0,0 1 0,14 20 0,7 7 0,-36-42-45,0 1-1,0-1 1,0 1-1,0-1 1,1 0-1,-1 0 1,0 0-1,1 1 1,-1-1-1,1 0 1,-1-1-1,1 1 1,-1 0-1,1 0 1,0-1-1,0 1 1,-1-1-1,1 1 1,0-1-1,0 0 1,-1 0-1,1 0 1,0 0-1,0 0 1,0 0-1,-1 0 0,1 0 1,0-1-1,2 0 1,11-8-6781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2:01.715"/>
    </inkml:context>
    <inkml:brush xml:id="br0">
      <inkml:brushProperty name="width" value="0.035" units="cm"/>
      <inkml:brushProperty name="height" value="0.035" units="cm"/>
      <inkml:brushProperty name="color" value="#E71224"/>
    </inkml:brush>
  </inkml:definitions>
  <inkml:trace contextRef="#ctx0" brushRef="#br0">434 200 24575,'-3'-2'0,"0"-1"0,-1 1 0,1 0 0,-1 0 0,0 0 0,1 0 0,-1 1 0,0-1 0,0 1 0,0 0 0,-6-1 0,-50-2 0,44 4 0,-3-1 0,0 1 0,1 0 0,-1 2 0,1 0 0,-34 8 0,44-7 0,0 0 0,1 0 0,-1 1 0,1-1 0,0 2 0,0-1 0,0 1 0,1 0 0,-1 0 0,1 1 0,1 0 0,-1 0 0,1 1 0,0-1 0,-8 14 0,5-4 0,0 0 0,1 0 0,1 1 0,0 0 0,-3 19 0,7-27 0,0 0 0,1 1 0,0-1 0,1 0 0,0 0 0,0 1 0,1-1 0,0 0 0,1 0 0,0 1 0,5 12 0,-5-18 0,0 0 0,0 0 0,1 0 0,-1 0 0,1-1 0,0 1 0,1-1 0,-1 0 0,0 0 0,1 0 0,0-1 0,-1 1 0,1-1 0,0 0 0,0 0 0,1 0 0,-1 0 0,0-1 0,1 0 0,-1 1 0,1-2 0,-1 1 0,1 0 0,-1-1 0,6 0 0,-2 0 0,0-1 0,0 1 0,0-1 0,0-1 0,-1 1 0,1-1 0,0-1 0,-1 1 0,0-1 0,1-1 0,-1 1 0,0-1 0,10-9 0,-8 5 0,0-2 0,-1 1 0,0-1 0,-1 0 0,0-1 0,-1 0 0,0 0 0,-1 0 0,0 0 0,0-1 0,-2 0 0,1 0 0,1-14 0,2-15 0,-3 1 0,0-71 0,-4 93 0,-1-1 0,0 1 0,-2 0 0,0 0 0,-1 0 0,0 0 0,-11-25 0,6 29 0,9 14 0,0 0 0,0 0 0,0 0 0,0 0 0,-1 0 0,1 0 0,0 0 0,0 0 0,0 0 0,0 0 0,0 0 0,0 0 0,-1-1 0,1 2 0,0-1 0,0 0 0,0 0 0,0 0 0,0 0 0,0 0 0,-1 0 0,1 0 0,0 0 0,0 0 0,0 0 0,0 0 0,0 0 0,0 0 0,0 0 0,-1 0 0,1 0 0,0 0 0,0 1 0,0-1 0,0 0 0,0 0 0,0 0 0,0 0 0,0 0 0,0 0 0,0 0 0,0 1 0,0-1 0,0 0 0,0 0 0,0 0 0,0 0 0,0 0 0,0 1 0,-1 28 0,5 1 0,2 1 0,1-1 0,15 41 0,41 84 0,-37-95 0,-26-59 5,1 1 0,-1-1 0,1 0 0,-1 1 0,1-1-1,-1 1 1,1-1 0,0 0 0,-1 1 0,1-1 0,0 0 0,0 0 0,0 0-1,0 0 1,0 1 0,0-1 0,1-1 0,-1 1 0,0 0 0,0 0 0,1 0-1,-1-1 1,2 2 0,-1-3-87,0 0-1,-1 0 1,1 0 0,-1 0-1,0 0 1,1-1 0,-1 1-1,0 0 1,1-1 0,-1 1-1,0-1 1,0 1 0,0-1-1,-1 0 1,1 1 0,0-1-1,0-3 1,10-18-6744</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2:02.694"/>
    </inkml:context>
    <inkml:brush xml:id="br0">
      <inkml:brushProperty name="width" value="0.035" units="cm"/>
      <inkml:brushProperty name="height" value="0.035" units="cm"/>
      <inkml:brushProperty name="color" value="#E71224"/>
    </inkml:brush>
  </inkml:definitions>
  <inkml:trace contextRef="#ctx0" brushRef="#br0">1 244 24575,'2'1'0,"-1"-1"0,1 1 0,0 0 0,0-1 0,0 1 0,0 0 0,0 0 0,-1 0 0,1 0 0,0 1 0,-1-1 0,1 0 0,-1 1 0,2 1 0,18 24 0,-13-13 0,-1 1 0,-1-1 0,10 31 0,-1-2 0,-18-53 0,1-1 0,0 1 0,1 0 0,0-1 0,0-13 0,0-4 0,-2-13 0,0 14 0,1 0 0,1-1 0,2 1 0,5-43 0,-5 65 0,1 0 0,-1 1 0,1-1 0,0 0 0,0 1 0,0-1 0,1 1 0,-1 0 0,1 0 0,0 0 0,1 0 0,-1 0 0,0 1 0,1-1 0,0 1 0,0 0 0,0 0 0,0 0 0,1 1 0,-1 0 0,1 0 0,-1 0 0,9-2 0,-5 2 0,-1 0 0,1 1 0,-1 0 0,1 0 0,0 1 0,-1 0 0,1 1 0,-1-1 0,1 2 0,-1-1 0,1 1 0,-1 0 0,1 0 0,12 7 0,80 48 0,-75-40 0,1-1 0,1-2 0,0-1 0,1-1 0,0-1 0,40 10 0,-65-20 0,0-1 0,-1 1 0,1-1 0,0 0 0,0 0 0,0 0 0,0 0 0,0 0 0,0 0 0,0-1 0,0 0 0,0 1 0,0-1 0,0 0 0,0-1 0,-1 1 0,1 0 0,-1-1 0,1 1 0,-1-1 0,1 0 0,-1 0 0,0 0 0,0 0 0,0 0 0,0-1 0,0 1 0,0 0 0,-1-1 0,1 1 0,-1-1 0,0 0 0,1 0 0,-1 1 0,-1-1 0,1 0 0,0 0 0,-1 0 0,1 0 0,-1 0 0,0 0 0,0 0 0,0 0 0,0 0 0,-1 0 0,1 0 0,-1 0 0,0 0 0,0 0 0,0 1 0,0-1 0,0 0 0,-1 1 0,1-1 0,-1 0 0,-3-3 0,1 2 0,0 0 0,-1 0 0,0 0 0,0 1 0,0 0 0,0 0 0,0 0 0,-1 0 0,1 1 0,-1 0 0,0 0 0,0 1 0,1 0 0,-12-2 0,1 2 0,1 0 0,0 0 0,-1 2 0,-24 3 0,28-2 0,1 1 0,-1 1 0,1 0 0,0 1 0,0 0 0,0 1 0,1 0 0,0 0 0,0 1 0,0 0 0,1 1 0,0 0 0,1 1 0,0 0 0,0 0 0,-12 20 0,8-10 0,0 1 0,2 1 0,0 0 0,2 0 0,0 1 0,2 0 0,-8 44 0,13-61 0,0 1 0,0-1 0,1 1 0,0 0 0,0 0 0,1-1 0,-1 1 0,3 7 0,-2-11 0,0 0 0,-1 0 0,1 0 0,1 0 0,-1 0 0,0 0 0,0-1 0,1 1 0,-1 0 0,1-1 0,-1 1 0,1-1 0,0 1 0,0-1 0,-1 0 0,1 0 0,0 0 0,0 0 0,0 0 0,0 0 0,0-1 0,0 1 0,1-1 0,2 1 0,1 0 0,-1 0 0,1-1 0,-1 1 0,1-1 0,-1-1 0,1 1 0,-1-1 0,1 0 0,-1 0 0,0-1 0,1 1 0,-1-1 0,0 0 0,0-1 0,0 1 0,0-1 0,-1 0 0,1 0 0,-1-1 0,0 1 0,0-1 0,0 0 0,4-5 0,-2 1 0,1-2 0,-1 1 0,0-1 0,-1 0 0,0 0 0,-1-1 0,0 0 0,-1 1 0,0-1 0,2-16 0,-4 22 0,0-1 0,0 0 0,0 1 0,0-1 0,1 1 0,0 0 0,0 0 0,1 0 0,0 0 0,0 0 0,0 0 0,0 0 0,0 1 0,6-6 0,-5 8 0,0-1 0,0 0 0,0 1 0,1 0 0,-1 0 0,1 0 0,-1 1 0,1-1 0,0 1 0,-1 0 0,1 1 0,0-1 0,0 1 0,0 0 0,0 0 0,-1 0 0,7 2 0,67 13 0,-55-9 0,-1-2 0,26 3 0,117-5-154,-118-3-1057,-24 1-5615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2:05.136"/>
    </inkml:context>
    <inkml:brush xml:id="br0">
      <inkml:brushProperty name="width" value="0.035" units="cm"/>
      <inkml:brushProperty name="height" value="0.035" units="cm"/>
      <inkml:brushProperty name="color" value="#E71224"/>
    </inkml:brush>
  </inkml:definitions>
  <inkml:trace contextRef="#ctx0" brushRef="#br0">0 114 24575,'6'2'0,"-1"-1"0,0 1 0,1 0 0,-1 0 0,0 1 0,0-1 0,0 1 0,0 0 0,-1 1 0,1-1 0,6 8 0,3 0 0,28 24 0,-1 3 0,-2 1 0,-1 1 0,-3 3 0,34 51 0,132 248 0,-196-332 0,15 26 0,-2 1 0,23 70 0,-40-106 0,-1 1 0,0-1 0,1 1 0,-1 0 0,0-1 0,0 1 0,0-1 0,0 1 0,0 0 0,-1-1 0,1 1 0,0-1 0,-1 1 0,1-1 0,-1 1 0,1-1 0,-1 1 0,0-1 0,0 0 0,1 1 0,-1-1 0,0 0 0,0 0 0,0 1 0,-1-1 0,1 0 0,0 0 0,0 0 0,-1 0 0,1-1 0,0 1 0,-1 0 0,1 0 0,-1-1 0,1 1 0,-1-1 0,-1 1 0,-7 2 0,-1-1 0,1 0 0,0-1 0,-16 0 0,20-1 0,-154-4 0,110 0 0,1 3 0,-81 7 0,126-5 0,0-1 0,0 1 0,0-1 0,-1 0 0,1 0 0,0 0 0,0-1 0,0 1 0,-5-2 0,6 1 0,2 0 0,-1 0 0,0-1 0,0 1 0,0-1 0,0 1 0,1-1 0,-1 1 0,1-1 0,-1 0 0,1 1 0,0-1 0,-1 0 0,1 0 0,0 0 0,0 0 0,1-1 0,-1 1 0,0-3 0,-5-14 0,2-1 0,0 0 0,1 0 0,0-24 0,4-87 0,0 66 0,6-582-1365,-7 615-5461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2:54.132"/>
    </inkml:context>
    <inkml:brush xml:id="br0">
      <inkml:brushProperty name="width" value="0.035" units="cm"/>
      <inkml:brushProperty name="height" value="0.035" units="cm"/>
      <inkml:brushProperty name="color" value="#E71224"/>
    </inkml:brush>
  </inkml:definitions>
  <inkml:trace contextRef="#ctx0" brushRef="#br0">5277 325 24575,'-14'-1'0,"0"0"0,1-1 0,-1-1 0,1 0 0,0 0 0,-20-9 0,-75-40 0,61 28 0,4 3 0,0 1 0,-2 2 0,-81-20 0,-104-8 0,-2 10 0,-316-9 0,-331 50 0,765 2 0,-1 5 0,2 5 0,0 5 0,2 5 0,1 5 0,-208 90 0,159-46 0,-255 166 0,304-164 0,3 4 0,-180 178 0,202-167 0,3 3 0,-122 190 0,151-197 0,3 2 0,5 2 0,-60 181 0,60-116 0,7 2 0,8 2 0,6 1 0,-4 222 0,26-250 0,24 211 0,-12-275 0,3 0 0,4-1 0,2-1 0,48 113 0,-26-98 0,4-2 0,4-2 0,2-3 0,4-1 0,75 78 0,-28-47 0,5-6 0,185 138 0,-147-139 0,4-7 0,5-7 0,237 98 0,515 136 0,-745-271 0,2-6 0,309 38 0,-226-65 0,1-10 0,0-11 0,347-51 0,-267 1 0,-3-14 0,326-116 0,-403 100 0,301-147 0,-484 200 0,-2-2 0,78-58 0,-118 76 0,-1-1 0,-1-2 0,-1 0 0,0-1 0,-2-1 0,0 0 0,-1-1 0,-2-1 0,17-33 0,-8-1 0,-3 0 0,-2-1 0,-3-1 0,-2-1 0,8-93 0,-7-309 0,-14 423 0,0-121 0,-16-368 0,6 453 0,-4 1 0,-2 1 0,-44-118 0,13 74 0,-86-154 0,103 221 0,-3 1 0,-2 2 0,-1 1 0,-3 2 0,-2 2 0,-1 1 0,-2 3 0,-73-49 0,1 12 0,-3 5 0,-187-79 0,-554-169 0,792 295 0,-220-94 0,173 67 0,-181-63-1365,264 99-5461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2:55.229"/>
    </inkml:context>
    <inkml:brush xml:id="br0">
      <inkml:brushProperty name="width" value="0.035" units="cm"/>
      <inkml:brushProperty name="height" value="0.035" units="cm"/>
      <inkml:brushProperty name="color" value="#E71224"/>
    </inkml:brush>
  </inkml:definitions>
  <inkml:trace contextRef="#ctx0" brushRef="#br0">0 1295 24575,'13'-2'0,"-1"0"0,1 0 0,-1-1 0,0-1 0,0 0 0,0-1 0,0 0 0,20-13 0,-5 4 0,34-20 0,-1-2 0,-1-3 0,-2-2 0,64-61 0,-56 39 0,-2-2 0,99-137 0,-128 154 0,-3-2 0,38-78 0,-60 108 0,-1 0 0,0-1 0,-2 1 0,0-2 0,-2 1 0,0-1 0,-2 1 0,0-1 0,-1 0 0,-2-23 0,0 42 0,1-1 0,-1 0 0,1 0 0,-1 1 0,0-1 0,0 1 0,-1-1 0,1 1 0,-1-1 0,-2-3 0,3 6 0,0-1 0,-1 1 0,1 0 0,0 1 0,0-1 0,0 0 0,-1 0 0,1 1 0,0-1 0,-1 0 0,1 1 0,-1-1 0,1 1 0,-1 0 0,1-1 0,0 1 0,-1 0 0,1 0 0,-1 0 0,1 0 0,-1 0 0,1 0 0,-1 1 0,1-1 0,-1 0 0,1 1 0,-1-1 0,1 1 0,-2 0 0,-18 10 0,0 0 0,0 2 0,1 0 0,1 1 0,0 1 0,-22 22 0,-32 24 0,-13-1 0,75-53 0,-1-1 0,0 0 0,0-1 0,0 0 0,-22 6 0,32-11 0,0 0 0,0 1 0,0-1 0,1 0 0,-1 0 0,0 0 0,0-1 0,0 1 0,0 0 0,0-1 0,1 1 0,-1-1 0,0 1 0,0-1 0,1 0 0,-1 0 0,0 0 0,1 0 0,-1 0 0,1 0 0,-1 0 0,1-1 0,0 1 0,0 0 0,-1-1 0,1 1 0,0-1 0,0 0 0,0 1 0,0-1 0,1 0 0,-1 1 0,0-3 0,-1-2 0,0 1 0,1-1 0,0 1 0,0-1 0,1 0 0,-1 0 0,1 1 0,0-1 0,1 0 0,0-5 0,3-1 0,-1 0 0,2 1 0,-1-1 0,2 1 0,0 1 0,0-1 0,0 1 0,1 0 0,1 0 0,0 1 0,0 0 0,19-15 0,-6 7 0,1 0 0,1 2 0,0 1 0,44-20 0,-44 24 0,-12 3 0,1 2 0,0 0 0,0 0 0,0 1 0,1 1 0,0 0 0,0 0 0,20 0 0,-28 3 0,-1 1 0,0 1 0,1-1 0,-1 1 0,0-1 0,0 1 0,0 0 0,0 1 0,0-1 0,0 1 0,-1 0 0,1-1 0,-1 2 0,0-1 0,1 0 0,-2 1 0,1-1 0,0 1 0,3 6 0,4 7 0,-1 1 0,14 36 0,-13-22 35,-1 1 1,6 45-1,1 5-1506,-10-60-5355</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2:55.882"/>
    </inkml:context>
    <inkml:brush xml:id="br0">
      <inkml:brushProperty name="width" value="0.035" units="cm"/>
      <inkml:brushProperty name="height" value="0.035" units="cm"/>
      <inkml:brushProperty name="color" value="#E71224"/>
    </inkml:brush>
  </inkml:definitions>
  <inkml:trace contextRef="#ctx0" brushRef="#br0">0 142 24575,'4'124'0,"28"165"0,-31-283 0,1 8 0,0 0 0,1 0 0,0-1 0,8 17 0,-11-28 0,0 0 0,1-1 0,0 1 0,-1 0 0,1-1 0,0 1 0,0-1 0,0 1 0,0-1 0,0 1 0,1-1 0,-1 0 0,0 0 0,1 1 0,-1-1 0,0 0 0,1 0 0,-1 0 0,1-1 0,0 1 0,-1 0 0,1 0 0,0-1 0,-1 1 0,1-1 0,0 0 0,0 1 0,0-1 0,-1 0 0,1 0 0,0 0 0,0 0 0,0-1 0,-1 1 0,1 0 0,0-1 0,0 1 0,-1-1 0,1 1 0,0-1 0,-1 0 0,2-1 0,6-3 0,-1-1 0,0 0 0,0-1 0,-1 0 0,0 0 0,0 0 0,0-1 0,-1 0 0,8-13 0,3-9 0,19-47 0,-13 20 0,-4 0 0,-2-1 0,-2-1 0,-3 0 0,-3-1 0,3-72 0,-12 167 0,3-1 0,7 42 0,-1-19 0,46 269 0,-53-317 0,1 0 0,-1 0 0,2 0 0,5 11 0,-9-19 0,1 0 0,-1 0 0,1 0 0,-1 0 0,1 0 0,-1 0 0,1 0 0,0 0 0,-1 0 0,1-1 0,0 1 0,0 0 0,0 0 0,0-1 0,0 1 0,-1 0 0,1-1 0,0 1 0,1-1 0,-1 0 0,0 1 0,0-1 0,0 0 0,0 1 0,0-1 0,0 0 0,0 0 0,0 0 0,1 0 0,-1 0 0,0 0 0,0 0 0,0 0 0,0-1 0,0 1 0,0 0 0,0-1 0,0 1 0,0-1 0,0 1 0,0-1 0,0 1 0,0-1 0,0 0 0,0 0 0,0 1 0,1-3 0,5-6-123,1-1 0,-2 0-1,1 0 1,-1-1 0,-1 0-1,0 0 1,6-21 0,-8 24-256,23-67-6447</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2:56.381"/>
    </inkml:context>
    <inkml:brush xml:id="br0">
      <inkml:brushProperty name="width" value="0.035" units="cm"/>
      <inkml:brushProperty name="height" value="0.035" units="cm"/>
      <inkml:brushProperty name="color" value="#E71224"/>
    </inkml:brush>
  </inkml:definitions>
  <inkml:trace contextRef="#ctx0" brushRef="#br0">1 16 24575,'4'14'0,"-1"0"0,0 1 0,-1 0 0,1 23 0,-1-4 0,32 592 0,-29-509 0,6 27 0,-8-129 0,0-17 0,1-25 0,0-307 0,3-39 0,-2 330 0,13-63 0,-15 92 0,1-1 0,0 1 0,1 0 0,1 1 0,1-1 0,-1 1 0,18-23 0,-23 34 0,1-1 0,0 1 0,-1 0 0,1 0 0,0 0 0,0 0 0,1 1 0,-1-1 0,0 1 0,0-1 0,1 1 0,-1 0 0,1-1 0,-1 1 0,1 1 0,0-1 0,-1 0 0,1 1 0,0-1 0,-1 1 0,1 0 0,0 0 0,0 0 0,0 0 0,-1 0 0,1 1 0,0-1 0,-1 1 0,1-1 0,0 1 0,-1 0 0,1 0 0,-1 1 0,1-1 0,-1 0 0,0 1 0,1 0 0,-1-1 0,0 1 0,3 3 0,4 5 0,1-1 0,-2 2 0,1-1 0,-2 1 0,1 1 0,11 23 0,-10-15 0,-1 1 0,-1 0 0,5 24 0,-9-34 0,-1 0 0,-1 0 0,0 0 0,0 0 0,-1 0 0,-1 0 0,0 0 0,-3 14 0,3-21 5,-1 0 1,0 0-1,0 0 0,0 0 0,-1 0 0,1 0 1,-1-1-1,0 1 0,0-1 0,0 0 1,-1 1-1,1-2 0,-1 1 0,1 0 0,-1-1 1,0 1-1,0-1 0,0 0 0,-1-1 0,1 1 1,0-1-1,-6 2 0,-8 1-302,0-1 0,0 0 0,0-1 0,-21-1 0,16-1-6529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06.840"/>
    </inkml:context>
    <inkml:brush xml:id="br0">
      <inkml:brushProperty name="width" value="0.035" units="cm"/>
      <inkml:brushProperty name="height" value="0.035" units="cm"/>
      <inkml:brushProperty name="color" value="#E71224"/>
    </inkml:brush>
  </inkml:definitions>
  <inkml:trace contextRef="#ctx0" brushRef="#br0">330 634 24575,'0'-4'0,"0"0"0,-1 1 0,0-1 0,1 0 0,-1 1 0,0-1 0,-1 1 0,1-1 0,-1 1 0,1-1 0,-1 1 0,0 0 0,-5-6 0,2 3 0,-1 1 0,1-1 0,-1 1 0,0 0 0,-1 1 0,-9-6 0,3 3 0,0 1 0,-1 1 0,1 0 0,-1 0 0,0 1 0,-29-3 0,38 6 0,0 1 0,-1 0 0,1 0 0,-1 0 0,1 0 0,-1 1 0,1 0 0,0 0 0,-1 1 0,1-1 0,0 1 0,0 0 0,0 1 0,0-1 0,-5 5 0,6-4 0,0 1 0,1 0 0,-1-1 0,1 2 0,0-1 0,0 0 0,0 1 0,1-1 0,0 1 0,0 0 0,0 0 0,0-1 0,1 1 0,-1 1 0,2-1 0,-2 6 0,1-3 0,0 0 0,1 0 0,0 0 0,0 0 0,0-1 0,1 1 0,1 0 0,-1 0 0,1-1 0,0 1 0,1 0 0,5 9 0,-6-12 0,1-1 0,0 0 0,0 0 0,0 0 0,0-1 0,1 1 0,0-1 0,-1 0 0,1 0 0,0 0 0,1 0 0,-1 0 0,0-1 0,1 0 0,-1 0 0,1 0 0,0-1 0,0 0 0,-1 0 0,10 1 0,-8-1 0,1 0 0,-1 0 0,0-1 0,1 0 0,-1-1 0,1 1 0,-1-1 0,0 0 0,0-1 0,1 1 0,-1-1 0,0-1 0,0 1 0,-1-1 0,1 0 0,0 0 0,-1-1 0,0 1 0,0-1 0,0-1 0,0 1 0,-1-1 0,1 1 0,-1-1 0,0 0 0,-1-1 0,1 1 0,-1-1 0,0 0 0,-1 1 0,4-13 0,7-20 0,-3-1 0,-1-1 0,-2 1 0,3-70 0,-9 42 0,-2 0 0,-11-70 0,11 130 0,0-5 0,-1 0 0,0 0 0,0 0 0,-1 0 0,0 0 0,-1 0 0,-11-20 0,15 31 0,0 1 0,0-1 0,-1 1 0,1 0 0,0-1 0,0 1 0,-1-1 0,1 1 0,0 0 0,-1-1 0,1 1 0,0 0 0,-1-1 0,1 1 0,0 0 0,-1-1 0,1 1 0,-1 0 0,1 0 0,0 0 0,-1-1 0,1 1 0,-1 0 0,1 0 0,-1 0 0,1 0 0,-1 0 0,1 0 0,-1 0 0,1 0 0,-1 0 0,-7 13 0,4 24 0,9 3 0,2-1 0,1-1 0,22 63 0,-19-67 0,6 17 0,24 52 0,-31-81 0,2 0 0,0-1 0,1 0 0,25 29 0,-10-23-1365,-4-10-5461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07.791"/>
    </inkml:context>
    <inkml:brush xml:id="br0">
      <inkml:brushProperty name="width" value="0.035" units="cm"/>
      <inkml:brushProperty name="height" value="0.035" units="cm"/>
      <inkml:brushProperty name="color" value="#E71224"/>
    </inkml:brush>
  </inkml:definitions>
  <inkml:trace contextRef="#ctx0" brushRef="#br0">170 157 24575,'-6'0'0,"0"0"0,0 1 0,1 0 0,-1 0 0,0 0 0,1 0 0,-1 1 0,1 0 0,-1 0 0,1 0 0,0 1 0,0 0 0,0 0 0,0 0 0,-5 6 0,3-3 0,1 1 0,0 0 0,1 1 0,-1-1 0,1 1 0,1 0 0,-1 0 0,-5 16 0,5-5 0,-1 1 0,2-1 0,1 1 0,0-1 0,2 1 0,0 0 0,1 0 0,4 30 0,-4-48 0,0 0 0,0 0 0,0 0 0,1 0 0,-1-1 0,0 1 0,1 0 0,-1 0 0,1 0 0,0 0 0,0 0 0,0-1 0,0 1 0,0 0 0,0-1 0,0 1 0,0-1 0,1 1 0,-1-1 0,1 1 0,2 1 0,-2-3 0,0 1 0,-1-1 0,1 0 0,0 0 0,-1 0 0,1 0 0,0 0 0,-1 0 0,1 0 0,0-1 0,-1 1 0,1-1 0,0 1 0,-1-1 0,1 0 0,-1 1 0,1-1 0,-1 0 0,3-2 0,4-3 0,0-1 0,-1 1 0,0-2 0,0 1 0,0-1 0,-1 0 0,6-10 0,-5 4 0,-2 1 0,1-1 0,5-25 0,-8 26 0,1-1 0,1 1 0,9-20 0,-14 32 0,0 1 0,0 0 0,0-1 0,0 1 0,1 0 0,-1 0 0,0-1 0,0 1 0,0 0 0,0 0 0,0-1 0,1 1 0,-1 0 0,0 0 0,0-1 0,0 1 0,1 0 0,-1 0 0,0 0 0,0 0 0,1-1 0,-1 1 0,0 0 0,1 0 0,-1 0 0,0 0 0,0 0 0,1 0 0,-1 0 0,0 0 0,1 0 0,-1 0 0,0 0 0,0 0 0,1 0 0,-1 0 0,0 0 0,1 0 0,-1 0 0,0 0 0,0 0 0,1 0 0,-1 0 0,0 1 0,0-1 0,1 0 0,-1 0 0,0 0 0,0 0 0,1 1 0,-1-1 0,0 0 0,0 0 0,0 1 0,1-1 0,-1 0 0,0 0 0,0 1 0,0-1 0,0 0 0,0 0 0,0 1 0,0-1 0,1 1 0,7 23 0,-6-17 0,4 9 0,0 0 0,0 0 0,2-1 0,0 1 0,1-2 0,0 1 0,1-1 0,19 20 0,-28-32 0,0-1 0,1 0 0,-1 0 0,0 0 0,1 0 0,-1 0 0,1-1 0,-1 1 0,1 0 0,-1-1 0,1 1 0,-1-1 0,1 1 0,-1-1 0,1 0 0,0 0 0,-1 1 0,1-1 0,0-1 0,-1 1 0,1 0 0,0 0 0,2-1 0,-1-1 0,0 1 0,-1-1 0,1 1 0,-1-1 0,1 0 0,-1 0 0,0 0 0,0 0 0,0 0 0,0-1 0,0 1 0,2-4 0,3-6 0,-1 0 0,0 0 0,-1-1 0,6-21 0,4-32 0,-3-1 0,5-101 0,-16 159 0,-1 1 0,1 1 0,0 0 0,1 0 0,-1 0 0,2 0 0,2-8 0,-5 14 0,1 1 0,-1-1 0,0 1 0,0-1 0,1 1 0,-1-1 0,0 1 0,1-1 0,-1 1 0,0 0 0,1-1 0,-1 1 0,1-1 0,-1 1 0,1 0 0,-1-1 0,1 1 0,-1 0 0,1 0 0,-1-1 0,1 1 0,-1 0 0,1 0 0,0 0 0,-1 0 0,1 0 0,-1 0 0,1 0 0,-1 0 0,2 0 0,-1 1 0,1 0 0,0 0 0,-1 0 0,1 0 0,-1 1 0,0-1 0,1 0 0,-1 1 0,0-1 0,0 1 0,0 0 0,0-1 0,0 1 0,1 3 0,10 22 0,-2 1 0,13 49 0,1 7 0,-1-21 0,40 76 0,-62-137 3,0 0 0,0 1 0,1-1 1,-1 0-1,0 0 0,1 0 0,-1 0 0,1 0 0,0-1 0,0 1 0,0 0 0,0-1 0,0 1 0,0-1 0,0 0 0,0 1 0,0-1 1,1 0-1,-1 0 0,0-1 0,1 1 0,-1 0 0,1-1 0,-1 0 0,1 1 0,-1-1 0,1 0 0,-1 0 0,1-1 0,-1 1 0,0 0 0,1-1 1,-1 1-1,1-1 0,-1 0 0,0 0 0,1 0 0,2-2 0,6-3-215,-1 0 0,0-1 0,0-1-1,0 0 1,-1 0 0,12-13 0,6-10-6614</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08.071"/>
    </inkml:context>
    <inkml:brush xml:id="br0">
      <inkml:brushProperty name="width" value="0.035" units="cm"/>
      <inkml:brushProperty name="height" value="0.035" units="cm"/>
      <inkml:brushProperty name="color" value="#E71224"/>
    </inkml:brush>
  </inkml:definitions>
  <inkml:trace contextRef="#ctx0" brushRef="#br0">410 0 24575,'-9'5'0,"-8"5"0,-10 11 0,-15 7 0,-8 2 0,-1 2 0,-1-1 0,-1-6 0,9-2 0,7-5 0,10-5-8191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08.599"/>
    </inkml:context>
    <inkml:brush xml:id="br0">
      <inkml:brushProperty name="width" value="0.035" units="cm"/>
      <inkml:brushProperty name="height" value="0.035" units="cm"/>
      <inkml:brushProperty name="color" value="#E71224"/>
    </inkml:brush>
  </inkml:definitions>
  <inkml:trace contextRef="#ctx0" brushRef="#br0">0 245 24575,'22'0'0,"0"0"0,0-1 0,0-2 0,-1 0 0,23-6 0,-39 7 0,0 0 0,0 0 0,1 0 0,-1 0 0,-1-1 0,1 0 0,0 0 0,-1 0 0,1-1 0,-1 1 0,0-1 0,0 0 0,-1 0 0,1-1 0,-1 1 0,0-1 0,0 0 0,0 0 0,-1 0 0,0 0 0,0 0 0,0 0 0,0 0 0,1-11 0,-2 8 0,0 0 0,0 0 0,0 0 0,-1 0 0,-1 0 0,1 0 0,-4-16 0,3 22 0,0 0 0,1 0 0,-1-1 0,0 1 0,0 0 0,0 0 0,-1 0 0,1 0 0,0 0 0,-1 0 0,0 0 0,1 1 0,-1-1 0,0 0 0,0 1 0,0-1 0,0 1 0,0 0 0,0 0 0,0 0 0,0 0 0,0 0 0,-1 0 0,1 0 0,0 1 0,-1-1 0,1 1 0,0 0 0,-1 0 0,-3 0 0,2 0 0,0 1 0,-1 0 0,1 0 0,0 0 0,0 1 0,0-1 0,0 1 0,0 0 0,0 0 0,0 1 0,1-1 0,-1 1 0,1 0 0,-1-1 0,1 2 0,0-1 0,1 0 0,-1 1 0,0-1 0,1 1 0,-3 4 0,-2 5 0,0 0 0,1 1 0,0-1 0,-7 27 0,9-22 0,1 1 0,1 0 0,0 0 0,2-1 0,0 1 0,1 0 0,0 0 0,2 0 0,0-1 0,2 1 0,0-1 0,0 0 0,2-1 0,0 1 0,11 17 0,-15-31-85,0 1 0,0 0-1,1-1 1,-1 0 0,1 0-1,0 0 1,1 0 0,-1-1-1,1 1 1,-1-1 0,1 0-1,0-1 1,0 1 0,0-1-1,7 2 1,12 2-6741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09.599"/>
    </inkml:context>
    <inkml:brush xml:id="br0">
      <inkml:brushProperty name="width" value="0.035" units="cm"/>
      <inkml:brushProperty name="height" value="0.035" units="cm"/>
      <inkml:brushProperty name="color" value="#E71224"/>
    </inkml:brush>
  </inkml:definitions>
  <inkml:trace contextRef="#ctx0" brushRef="#br0">277 137 24575,'1'-3'0,"1"0"0,0 0 0,-1 0 0,1 1 0,0-1 0,0 1 0,0 0 0,1-1 0,-1 1 0,0 0 0,1 0 0,0 0 0,-1 1 0,4-2 0,4-4 0,-3 2 0,0-1 0,0 0 0,-1 0 0,0-1 0,6-7 0,-11 13 0,0 0 0,-1 0 0,1 0 0,-1-1 0,1 1 0,-1 0 0,1 0 0,-1 0 0,0 0 0,0 0 0,1 0 0,-1-1 0,0 1 0,0 0 0,0 0 0,0 0 0,0-1 0,0 1 0,-1-2 0,0 2 0,0 0 0,0-1 0,0 1 0,0 0 0,0 0 0,0-1 0,0 1 0,-1 0 0,1 0 0,0 1 0,-1-1 0,1 0 0,-1 0 0,1 1 0,-1-1 0,1 0 0,-1 1 0,-2-1 0,-7-1 0,0 0 0,0 1 0,0 0 0,0 1 0,1 0 0,-1 1 0,0 0 0,0 0 0,0 1 0,1 1 0,-1 0 0,1 0 0,0 1 0,0 1 0,0 0 0,0 0 0,1 0 0,0 1 0,0 1 0,0 0 0,1 0 0,-10 11 0,8-8 0,0 1 0,1-1 0,0 2 0,1 0 0,0 0 0,1 0 0,0 1 0,1 0 0,1 0 0,0 1 0,0-1 0,2 1 0,-1 0 0,2 0 0,0 1 0,0 23 0,2-36 0,0 1 0,0-1 0,0 1 0,1 0 0,-1-1 0,1 1 0,0-1 0,-1 0 0,1 1 0,0-1 0,1 0 0,-1 1 0,0-1 0,0 0 0,1 0 0,0 0 0,-1 0 0,1 0 0,0 0 0,0-1 0,3 3 0,-1-2 0,-1-1 0,1 1 0,-1-1 0,1 0 0,0 0 0,-1-1 0,1 1 0,0-1 0,-1 0 0,1 0 0,0 0 0,0 0 0,4-2 0,5 0 0,-1-1 0,0-1 0,0 0 0,0-1 0,0 0 0,0-1 0,16-11 0,-10 2 0,0-1 0,-1 0 0,-1-2 0,28-36 0,-43 52 0,0 0 0,0 0 0,0 1 0,1-1 0,-1 1 0,1-1 0,-1 1 0,1-1 0,-1 1 0,1 0 0,0 0 0,-1 0 0,1 0 0,0 0 0,0 0 0,0 0 0,0 0 0,0 1 0,0-1 0,0 1 0,0 0 0,0-1 0,3 1 0,-3 1 0,1 0 0,-1 0 0,1 0 0,-1 0 0,0 1 0,1-1 0,-1 1 0,0 0 0,0-1 0,0 1 0,0 0 0,0 0 0,-1 0 0,1 0 0,0 1 0,2 3 0,-2-2 0,5 7 0,0 0 0,1 0 0,0 0 0,11 9 0,-16-17 0,1 0 0,-1-1 0,1 1 0,0-1 0,0 0 0,0 0 0,0 0 0,0 0 0,1-1 0,-1 1 0,0-1 0,1 0 0,-1-1 0,1 1 0,8-1 0,30-5-1365,-4-4-5461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10.111"/>
    </inkml:context>
    <inkml:brush xml:id="br0">
      <inkml:brushProperty name="width" value="0.035" units="cm"/>
      <inkml:brushProperty name="height" value="0.035" units="cm"/>
      <inkml:brushProperty name="color" value="#E71224"/>
    </inkml:brush>
  </inkml:definitions>
  <inkml:trace contextRef="#ctx0" brushRef="#br0">261 1 24575,'-20'0'0,"2"0"0,-1 0 0,1 1 0,-1 0 0,1 2 0,-20 4 0,35-6 0,-1 0 0,1 0 0,-1 1 0,1-1 0,0 1 0,0 0 0,-1 0 0,1 0 0,0 0 0,1 0 0,-1 1 0,0-1 0,1 1 0,-1 0 0,1 0 0,0 0 0,0 0 0,0 0 0,0 0 0,1 0 0,-1 1 0,1-1 0,0 1 0,0-1 0,0 1 0,0-1 0,1 1 0,-1 0 0,1-1 0,0 1 0,1 6 0,-1-4 0,1-1 0,-1 0 0,2 0 0,-1 0 0,0 0 0,1 0 0,0 0 0,0 0 0,1-1 0,-1 1 0,1-1 0,0 1 0,4 4 0,3 1 0,1 1 0,0-2 0,16 11 0,-14-10 0,0 0 0,16 18 0,-27-27 0,0 1 0,0 1 0,-1-1 0,1 0 0,-1 0 0,0 1 0,1-1 0,-1 0 0,0 1 0,0-1 0,-1 1 0,1 0 0,0-1 0,-1 1 0,0 0 0,1 4 0,-2-5 0,1 0 0,0 0 0,-1 0 0,0-1 0,1 1 0,-1 0 0,0 0 0,0 0 0,0 0 0,0-1 0,-1 1 0,1 0 0,0-1 0,-1 1 0,1-1 0,-1 0 0,1 1 0,-1-1 0,0 0 0,1 0 0,-1 0 0,-2 1 0,-144 55-1365,117-40-5461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10.801"/>
    </inkml:context>
    <inkml:brush xml:id="br0">
      <inkml:brushProperty name="width" value="0.035" units="cm"/>
      <inkml:brushProperty name="height" value="0.035" units="cm"/>
      <inkml:brushProperty name="color" value="#E71224"/>
    </inkml:brush>
  </inkml:definitions>
  <inkml:trace contextRef="#ctx0" brushRef="#br0">17 94 24575,'-1'216'0,"3"220"0,-2-421 0,0-9 0,0 0 0,0 0 0,0 0 0,1 0 0,0 0 0,0 0 0,0 0 0,5 11 0,-3-17 0,0-10 0,4-39 0,-3 0 0,-3-80 0,-1 61 0,-1-60 0,6-151 0,-4 272 0,0-1 0,0 0 0,0 0 0,1 1 0,0-1 0,1 0 0,-1 1 0,2 0 0,3-8 0,-5 13 0,0-1 0,0 1 0,0 0 0,1-1 0,-1 1 0,1 0 0,-1 1 0,1-1 0,0 0 0,-1 1 0,1-1 0,0 1 0,0 0 0,0 0 0,0 0 0,0 0 0,0 1 0,0-1 0,1 1 0,-1 0 0,0 0 0,0 0 0,0 0 0,0 1 0,4 0 0,0 0 0,-1 1 0,0 0 0,0 0 0,1 0 0,-1 1 0,0 0 0,-1 0 0,1 1 0,-1-1 0,1 1 0,-1 0 0,0 1 0,0-1 0,-1 1 0,0 0 0,1 0 0,-2 1 0,5 6 0,-4-5 0,0-1 0,-1 1 0,0 0 0,0 0 0,-1 0 0,0 0 0,0 0 0,0 0 0,-1 1 0,0-1 0,-1 0 0,0 1 0,0-1 0,0 1 0,-1-1 0,-2 9 0,1-10 0,0-1 0,-1 1 0,0-1 0,0 0 0,0 0 0,0 0 0,-1-1 0,0 1 0,0-1 0,0 0 0,0 0 0,-1 0 0,0 0 0,0-1 0,-7 4 0,-6 3 0,0-1 0,-1-1 0,-21 6 0,-43 12-1365,49-18-5461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11.640"/>
    </inkml:context>
    <inkml:brush xml:id="br0">
      <inkml:brushProperty name="width" value="0.035" units="cm"/>
      <inkml:brushProperty name="height" value="0.035" units="cm"/>
      <inkml:brushProperty name="color" value="#E71224"/>
    </inkml:brush>
  </inkml:definitions>
  <inkml:trace contextRef="#ctx0" brushRef="#br0">0 214 24575,'3'1'0,"-1"-1"0,0 1 0,0-1 0,0 1 0,0 0 0,0 0 0,0 0 0,-1 0 0,1 0 0,0 0 0,0 0 0,-1 1 0,1-1 0,0 1 0,-1-1 0,0 1 0,1-1 0,-1 1 0,0 0 0,0 0 0,0 0 0,1 2 0,20 50 0,-19-46 0,33 122 0,-38-142 0,-11-172 0,13 178 0,0 0 0,0 0 0,1 0 0,-1 0 0,2 0 0,-1 0 0,0 1 0,1-1 0,0 0 0,1 1 0,3-7 0,-4 9 0,1 0 0,-1 0 0,1 0 0,0 0 0,0 1 0,0 0 0,0-1 0,0 1 0,0 0 0,1 0 0,-1 1 0,1-1 0,-1 1 0,1 0 0,0 0 0,-1 0 0,1 0 0,6 0 0,10 0 0,-1 1 0,0 1 0,0 0 0,0 2 0,0 0 0,0 1 0,0 1 0,27 12 0,-6-4 0,-34-11 0,1 0 0,-1-1 0,0 1 0,0-1 0,0 0 0,1-1 0,11 0 0,-16 0 0,1-1 0,-1 0 0,1 1 0,-1-1 0,1 0 0,-1-1 0,0 1 0,1 0 0,-1-1 0,0 1 0,0-1 0,0 1 0,0-1 0,0 0 0,0 0 0,-1 0 0,1 0 0,-1-1 0,1 1 0,-1 0 0,1-3 0,2-2 0,-1-1 0,0 1 0,0-1 0,-1 0 0,0 0 0,0 1 0,-1-1 0,0-1 0,0-15 0,-1 22 0,0 0 0,0-1 0,-1 1 0,1 0 0,0 0 0,-1 0 0,0-1 0,0 1 0,1 0 0,-1 0 0,0 0 0,-1 0 0,1 0 0,0 1 0,-1-1 0,1 0 0,-1 0 0,1 1 0,-1-1 0,0 1 0,1 0 0,-1-1 0,0 1 0,0 0 0,0 0 0,0 0 0,0 0 0,0 1 0,-1-1 0,1 0 0,0 1 0,0-1 0,0 1 0,-1 0 0,1 0 0,0 0 0,0 0 0,-1 0 0,-3 1 0,2 0 0,-1 0 0,1 0 0,0 0 0,-1 1 0,1-1 0,0 1 0,0 0 0,0 0 0,1 0 0,-1 1 0,0-1 0,1 1 0,0 0 0,-1 0 0,1 0 0,0 0 0,1 1 0,-1-1 0,0 1 0,1 0 0,0 0 0,0 0 0,0 0 0,1 0 0,-1 0 0,-1 8 0,-1 5 0,1-1 0,0 1 0,1 1 0,1-1 0,2 28 0,0-34 0,0-1 0,1 0 0,1 0 0,-1 1 0,2-2 0,-1 1 0,1 0 0,1-1 0,9 16 0,-12-22 0,0 0 0,0 0 0,0 0 0,1 0 0,-1 0 0,1 0 0,-1-1 0,1 1 0,0-1 0,0 1 0,0-1 0,1 0 0,-1-1 0,0 1 0,1 0 0,-1-1 0,1 0 0,-1 0 0,1 0 0,0 0 0,-1-1 0,1 1 0,0-1 0,0 0 0,-1 0 0,1 0 0,0-1 0,-1 1 0,7-2 0,0-2-341,-1 0 0,0-1-1,15-10 1,0-1-6485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12.077"/>
    </inkml:context>
    <inkml:brush xml:id="br0">
      <inkml:brushProperty name="width" value="0.035" units="cm"/>
      <inkml:brushProperty name="height" value="0.035" units="cm"/>
      <inkml:brushProperty name="color" value="#E71224"/>
    </inkml:brush>
  </inkml:definitions>
  <inkml:trace contextRef="#ctx0" brushRef="#br0">1 124 24575,'3'0'0,"1"1"0,-1-1 0,0 1 0,1 0 0,-1 0 0,0 1 0,0-1 0,0 1 0,0-1 0,0 1 0,0 0 0,0 0 0,-1 0 0,1 1 0,-1-1 0,1 0 0,-1 1 0,3 4 0,5 8 0,1 0 0,9 21 0,-9-15 0,-3-7 0,-2-4 0,0 1 0,1-1 0,13 16 0,-19-25 0,-1-1 0,0 0 0,1 1 0,-1-1 0,1 1 0,-1-1 0,1 0 0,-1 1 0,1-1 0,-1 0 0,1 1 0,-1-1 0,1 0 0,0 0 0,-1 0 0,1 1 0,-1-1 0,1 0 0,0 0 0,-1 0 0,1 0 0,-1 0 0,1 0 0,0 0 0,-1 0 0,1-1 0,-1 1 0,1 0 0,-1 0 0,1 0 0,0-1 0,14-18 0,4-35 0,-17 49 0,46-199-1365,-41 165-5461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12.359"/>
    </inkml:context>
    <inkml:brush xml:id="br0">
      <inkml:brushProperty name="width" value="0.035" units="cm"/>
      <inkml:brushProperty name="height" value="0.035" units="cm"/>
      <inkml:brushProperty name="color" value="#E71224"/>
    </inkml:brush>
  </inkml:definitions>
  <inkml:trace contextRef="#ctx0" brushRef="#br0">0 1 24575,'5'0'0,"6"0"0,1 9 0,-1 8 0,-3 5 0,2 4 0,-1 2 0,-1 1 0,-3-1 0,-2-8 0,-2-9-8191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12.513"/>
    </inkml:context>
    <inkml:brush xml:id="br0">
      <inkml:brushProperty name="width" value="0.035" units="cm"/>
      <inkml:brushProperty name="height" value="0.035" units="cm"/>
      <inkml:brushProperty name="color" value="#E71224"/>
    </inkml:brush>
  </inkml:definitions>
  <inkml:trace contextRef="#ctx0" brushRef="#br0">0 1 24575,'0'9'0,"5"17"0,1 4-8191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13.095"/>
    </inkml:context>
    <inkml:brush xml:id="br0">
      <inkml:brushProperty name="width" value="0.035" units="cm"/>
      <inkml:brushProperty name="height" value="0.035" units="cm"/>
      <inkml:brushProperty name="color" value="#E71224"/>
    </inkml:brush>
  </inkml:definitions>
  <inkml:trace contextRef="#ctx0" brushRef="#br0">142 0 24575,'2'1'0,"1"-1"0,0 1 0,0 0 0,-1 0 0,1 0 0,-1 0 0,1 0 0,-1 0 0,1 1 0,-1-1 0,1 1 0,-1 0 0,0 0 0,0 0 0,0 0 0,0 0 0,-1 0 0,4 5 0,2 3 0,-1 0 0,10 21 0,-13-24 0,0 0 0,-1-1 0,0 1 0,0 0 0,0 0 0,-1 0 0,0 0 0,0 0 0,-1 15 0,-1-19 0,1 0 0,-1 0 0,0 1 0,0-1 0,0 0 0,-1 0 0,1 0 0,-1 0 0,0 0 0,0 0 0,0 0 0,0-1 0,0 1 0,0-1 0,-1 1 0,1-1 0,-1 0 0,0 0 0,0 0 0,0 0 0,0-1 0,0 1 0,-4 1 0,0 0 0,0-1 0,-1 1 0,0-1 0,1 0 0,-1-1 0,0 0 0,0 0 0,1-1 0,-1 0 0,0 0 0,0-1 0,0 0 0,1 0 0,-9-3 0,13 3 0,-1-1 0,1 1 0,0-1 0,-1 1 0,1-1 0,0 0 0,0 0 0,0 0 0,1-1 0,-1 1 0,0-1 0,1 1 0,0-1 0,-1 0 0,1 0 0,0 0 0,1 0 0,-1 0 0,0-1 0,1 1 0,0 0 0,0-1 0,0 1 0,0-1 0,0 1 0,1-1 0,0 1 0,0-1 0,0 0 0,0 1 0,0-1 0,1-4 0,0 4-105,0 1 0,0-1 0,0 0 0,1 1 0,-1 0 0,1-1 0,0 1 0,0 0 0,0 0 0,0 0 0,1 0 0,2-3 0,14-12-6721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13.827"/>
    </inkml:context>
    <inkml:brush xml:id="br0">
      <inkml:brushProperty name="width" value="0.035" units="cm"/>
      <inkml:brushProperty name="height" value="0.035" units="cm"/>
      <inkml:brushProperty name="color" value="#E71224"/>
    </inkml:brush>
  </inkml:definitions>
  <inkml:trace contextRef="#ctx0" brushRef="#br0">1 131 24575,'1'0'0,"0"1"0,1-1 0,-1 1 0,0 0 0,1 0 0,-1 0 0,0 0 0,0 0 0,0 0 0,0 0 0,0 0 0,0 0 0,0 0 0,0 0 0,0 1 0,-1-1 0,1 0 0,0 1 0,-1-1 0,1 2 0,13 34 0,-13-33 0,-1-4 0,2 9 0,1 0 0,0 0 0,1 0 0,0 0 0,0-1 0,7 9 0,-9-15 0,-1-1 0,0 1 0,1-1 0,-1 0 0,1 1 0,-1-1 0,1 0 0,0 0 0,-1 0 0,1 0 0,0-1 0,0 1 0,-1 0 0,1-1 0,0 1 0,0-1 0,0 0 0,0 1 0,0-1 0,0 0 0,0 0 0,0-1 0,0 1 0,0 0 0,0 0 0,-1-1 0,1 1 0,0-1 0,0 0 0,0 0 0,0 0 0,-1 1 0,1-1 0,-1-1 0,1 1 0,2-2 0,4-3 0,0-1 0,0 0 0,0 0 0,-1-1 0,0 0 0,-1 0 0,0 0 0,0-1 0,-1 0 0,0 0 0,5-14 0,-3 6 0,-2 1 0,0 0 0,-1-1 0,-1 0 0,0 0 0,0-20 0,-4 36 0,1 0 0,0 1 0,0-1 0,0 0 0,0 0 0,0 0 0,0 0 0,0 0 0,0 0 0,0 0 0,0 0 0,1 0 0,-1 0 0,0 0 0,1 0 0,-1 1 0,0-1 0,1 0 0,-1 0 0,1 0 0,0 1 0,-1-1 0,1 0 0,-1 1 0,2-2 0,0 2 0,-1 0 0,0 1 0,0-1 0,0 1 0,0-1 0,-1 1 0,1 0 0,0-1 0,0 1 0,0 0 0,0-1 0,-1 1 0,1 0 0,0 0 0,-1 0 0,1 0 0,0 1 0,28 51 0,-24-40-273,0 1 0,-1 0 0,-1 0 0,3 17 0,-3-5-6553</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3:14.690"/>
    </inkml:context>
    <inkml:brush xml:id="br0">
      <inkml:brushProperty name="width" value="0.035" units="cm"/>
      <inkml:brushProperty name="height" value="0.035" units="cm"/>
      <inkml:brushProperty name="color" value="#E71224"/>
    </inkml:brush>
  </inkml:definitions>
  <inkml:trace contextRef="#ctx0" brushRef="#br0">83 1 24575,'-4'0'0,"0"0"0,1 0 0,-1 0 0,0 0 0,0 1 0,0 0 0,0 0 0,1 0 0,-1 0 0,1 1 0,-1-1 0,1 1 0,-1 0 0,-4 4 0,5-4 0,1 0 0,0 1 0,0 0 0,0-1 0,1 1 0,-1 0 0,1 0 0,-1 0 0,1 0 0,0 0 0,0 1 0,1-1 0,-1 0 0,0 0 0,1 1 0,0-1 0,0 5 0,0-5 0,0-1 0,0 1 0,1-1 0,-1 1 0,1-1 0,-1 1 0,1-1 0,0 0 0,0 1 0,0-1 0,0 0 0,0 0 0,0 0 0,1 0 0,-1 0 0,1 0 0,0 0 0,-1 0 0,1 0 0,0-1 0,0 1 0,2 1 0,6 2 0,-1 0 0,1-1 0,0 0 0,11 4 0,-12-6 0,0 1 0,-1 0 0,0 1 0,0 0 0,8 5 0,-12-5 0,0-1 0,0 1 0,0 0 0,-1 0 0,1 1 0,-1-1 0,0 1 0,-1-1 0,1 1 0,-1 0 0,0 0 0,0 0 0,0 0 0,-1 1 0,1 4 0,0 3 0,0 1 0,-2-1 0,0 1 0,-3 25 0,2-34-2,0 0 1,0 0-1,-1-1 0,0 1 0,0 0 1,0-1-1,-1 0 0,1 1 0,-1-1 1,-4 4-1,-5 11-1344,3-5-5480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21.61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33.787"/>
    </inkml:context>
    <inkml:brush xml:id="br0">
      <inkml:brushProperty name="width" value="0.035" units="cm"/>
      <inkml:brushProperty name="height" value="0.035" units="cm"/>
      <inkml:brushProperty name="color" value="#E71224"/>
    </inkml:brush>
  </inkml:definitions>
  <inkml:trace contextRef="#ctx0" brushRef="#br0">2221 194 24575,'-1410'0'0,"1395"1"0,0 0 0,0 1 0,1 0 0,-1 2 0,1-1 0,-1 2 0,1 0 0,-14 7 0,-15 11 0,-47 32 0,20-11 0,12-10 0,-29 16 0,-89 69 0,164-109 0,0 0 0,0 1 0,1 1 0,1 0 0,0 0 0,1 1 0,0 0 0,1 1 0,0 0 0,1 0 0,1 1 0,0 0 0,1 0 0,1 0 0,0 0 0,1 1 0,0 0 0,2-1 0,0 30 0,1-15 0,-1 17 0,11 81 0,-7-112 0,0 0 0,1 0 0,1 0 0,1-1 0,0 0 0,1 0 0,0 0 0,17 23 0,-2-9 0,1-1 0,1-1 0,2-1 0,0-2 0,55 40 0,-37-35 0,1-2 0,2-2 0,70 27 0,-2-14 0,1-4 0,212 32 0,27-19 0,374-1 0,367-41 0,-590-8 0,190-13 0,-401 8 0,-85 4 0,-184 2 0,-1 0 0,1-1 0,-1-2 0,0 0 0,0-2 0,-1-1 0,0 0 0,0-2 0,27-15 0,26-20 0,3 5 0,1 3 0,132-42 0,-168 67 0,57-24 0,-89 30 0,-1 0 0,1 0 0,-1-1 0,0-1 0,-1 0 0,0-1 0,0 0 0,18-21 0,-13 9 0,-1-1 0,-2-1 0,0 0 0,-1-1 0,-1-1 0,-2 1 0,12-46 0,-11 24 0,-2 0 0,-1-1 0,-1-72 0,-7 67 0,-3-1 0,-1 1 0,-18-69 0,20 106 0,-1 0 0,0 1 0,-1 0 0,-1 0 0,0 0 0,-1 1 0,-1 0 0,0 0 0,-1 1 0,0 0 0,0 1 0,-1 0 0,-1 0 0,0 1 0,-1 0 0,0 1 0,-20-12 0,-20-6 0,-103-36 0,-62-4 0,49 17 0,37 9 0,-248-45 0,274 77 0,-207 6 0,164 6 0,123-3 0,-558 23 0,62 53 0,-156 16 0,584-81 0,-114 6 0,116-17-1365,61-1-5461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36.218"/>
    </inkml:context>
    <inkml:brush xml:id="br0">
      <inkml:brushProperty name="width" value="0.035" units="cm"/>
      <inkml:brushProperty name="height" value="0.035" units="cm"/>
      <inkml:brushProperty name="color" value="#E71224"/>
    </inkml:brush>
  </inkml:definitions>
  <inkml:trace contextRef="#ctx0" brushRef="#br0">0 0 24143,'0'703'0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39.793"/>
    </inkml:context>
    <inkml:brush xml:id="br0">
      <inkml:brushProperty name="width" value="0.035" units="cm"/>
      <inkml:brushProperty name="height" value="0.035" units="cm"/>
      <inkml:brushProperty name="color" value="#E71224"/>
    </inkml:brush>
  </inkml:definitions>
  <inkml:trace contextRef="#ctx0" brushRef="#br0">2604 141 24575,'-6'-6'0,"-21"-3"0,-1 2 0,0 0 0,-54-5 0,24 4 0,-307-38 0,-598 1 0,933 45 0,-6 0 0,-43 5 0,68-4 0,1 1 0,-1 0 0,1 1 0,0 0 0,0 1 0,0 0 0,0 0 0,-13 9 0,-111 70 0,-51 36 0,164-103 0,-120 96 0,121-93 0,0 1 0,1 1 0,1 0 0,-21 34 0,-121 240 0,152-278 0,2 0 0,0 1 0,1 0 0,0 0 0,2 0 0,0 1 0,1-1 0,1 1 0,1-1 0,0 1 0,2 0 0,0-1 0,9 35 0,-2-22 0,1-1 0,2 0 0,1-1 0,1 0 0,1-1 0,2-1 0,24 31 0,-19-31 0,1 0 0,1-2 0,1-1 0,1 0 0,1-2 0,41 25 0,-25-22 0,1-2 0,1-2 0,90 29 0,-11-16 0,1-5 0,2-6 0,208 12 0,393-31 0,-416-8 0,-203 2 0,143-20 0,-199 13 0,0-2 0,-1-2 0,0-2 0,81-38 0,113-67 0,-237 115 0,0-1 0,0-1 0,-1 1 0,1-1 0,-1-1 0,-1 1 0,0-2 0,0 1 0,0-1 0,-1 1 0,0-2 0,-1 1 0,7-17 0,-1-1 0,-2 0 0,0-1 0,8-55 0,-10 30 0,-3-1 0,-2-1 0,-2 1 0,-2 0 0,-3 0 0,-3 0 0,-1 1 0,-3 0 0,-3 1 0,-1 0 0,-3 1 0,-2 1 0,-2 1 0,-2 1 0,-2 1 0,-39-50 0,53 82 0,0 0 0,-1 1 0,-1 1 0,0 0 0,-1 1 0,0 1 0,0 0 0,-2 2 0,1-1 0,-1 2 0,0 1 0,-1 0 0,-19-4 0,-27-4 0,1 3 0,-102-6 0,-394 7-113,385 12-1139,154-1-5574</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1.711"/>
    </inkml:context>
    <inkml:brush xml:id="br0">
      <inkml:brushProperty name="width" value="0.035" units="cm"/>
      <inkml:brushProperty name="height" value="0.035" units="cm"/>
      <inkml:brushProperty name="color" value="#E71224"/>
    </inkml:brush>
  </inkml:definitions>
  <inkml:trace contextRef="#ctx0" brushRef="#br0">1 654 24575,'7'-12'0,"1"0"0,0 0 0,1 1 0,11-10 0,-1-1 0,12-14 0,3 1 0,1 2 0,50-38 0,-58 52 0,1 1 0,1 1 0,0 1 0,2 2 0,51-18 0,126-17 0,15-4 0,-219 52 0,-1 0 0,0 0 0,1 0 0,-1-1 0,0 1 0,0-1 0,0 0 0,0 0 0,-1 0 0,1 0 0,0 0 0,-1-1 0,0 1 0,1-1 0,2-3 0,-5 4 0,1 0 0,0-1 0,-1 1 0,0 0 0,1 0 0,-1 0 0,0-1 0,0 1 0,0 0 0,0 0 0,-1-1 0,1 1 0,0 0 0,-1 0 0,0 0 0,1-1 0,-1 1 0,0 0 0,0 0 0,0 0 0,-1 1 0,1-1 0,0 0 0,-3-2 0,-6-7 0,0 0 0,0 1 0,-1 0 0,-1 1 0,0 0 0,-14-8 0,15 12 0,23 14 0,27 20 0,-14-14 0,34 15 0,-39-21 0,-1 1 0,1 1 0,34 25 0,-51-33 0,0 0 0,0 1 0,0-1 0,0 0 0,-1 1 0,0 0 0,0-1 0,0 1 0,0 0 0,0 0 0,-1 0 0,1 0 0,-1 0 0,0 1 0,-1-1 0,1 0 0,-1 0 0,0 1 0,0-1 0,0 0 0,0 1 0,-1-1 0,0 0 0,-1 6 0,0-4 0,0 0 0,0-1 0,0 1 0,-1-1 0,0 1 0,0-1 0,0 0 0,0 0 0,-1 0 0,0-1 0,0 1 0,-1-1 0,1 0 0,-1 0 0,0 0 0,-9 5 0,12-9 0,0 1 0,0 0 0,0-1 0,0 1 0,0-1 0,0 1 0,0-1 0,0 0 0,0 0 0,0 0 0,0 0 0,0 0 0,0-1 0,0 1 0,0-1 0,0 1 0,0-1 0,0 0 0,0 1 0,0-1 0,0 0 0,1 0 0,-1-1 0,0 1 0,1 0 0,-1-1 0,1 1 0,-1 0 0,1-1 0,-2-3 0,-5-5 0,0-1 0,1 0 0,-10-20 0,12 21 0,-1-5-195,-1 0 0,2 0 0,0 0 0,1 0 0,0-1 0,-2-26 0,4 15-6631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2.364"/>
    </inkml:context>
    <inkml:brush xml:id="br0">
      <inkml:brushProperty name="width" value="0.035" units="cm"/>
      <inkml:brushProperty name="height" value="0.035" units="cm"/>
      <inkml:brushProperty name="color" value="#E71224"/>
    </inkml:brush>
  </inkml:definitions>
  <inkml:trace contextRef="#ctx0" brushRef="#br0">1 7 24575,'0'-5'0,"0"4"0,9 19 0,8 26 0,6 24 0,-2 13 0,-4 3 0,-4 1 0,-6-10 0,-3-8 0,-2-11 0,-2-15-8191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4.082"/>
    </inkml:context>
    <inkml:brush xml:id="br0">
      <inkml:brushProperty name="width" value="0.035" units="cm"/>
      <inkml:brushProperty name="height" value="0.035" units="cm"/>
      <inkml:brushProperty name="color" value="#E71224"/>
    </inkml:brush>
  </inkml:definitions>
  <inkml:trace contextRef="#ctx0" brushRef="#br0">202 179 24575,'-1'6'0,"-1"0"0,0 0 0,0 0 0,0 0 0,-1 0 0,1-1 0,-8 11 0,-33 49 0,36-54 0,-7 7 0,-1 0 0,-1-1 0,-32 27 0,33-30 0,13-13 0,0 0 0,1 1 0,-1-1 0,1 1 0,0-1 0,-1 1 0,1 0 0,0-1 0,0 1 0,0 0 0,0 0 0,0 0 0,1 0 0,-1 0 0,0 0 0,1 0 0,0 0 0,-1 0 0,1 0 0,0 0 0,0 0 0,0 0 0,0 0 0,1 0 0,-1 1 0,0-1 0,1 0 0,0 0 0,-1 0 0,1-1 0,0 1 0,0 0 0,0 0 0,0 0 0,2 2 0,4 5 0,1 0 0,0-1 0,1 1 0,0-2 0,11 8 0,-11-8 0,2 1 0,0 0 0,1-2 0,-1 1 0,2-1 0,-1-1 0,1 0 0,0-1 0,0-1 0,0 0 0,0 0 0,0-1 0,1-1 0,-1 0 0,1-1 0,-1-1 0,1 0 0,-1 0 0,1-2 0,13-3 0,4-3 0,-1-1 0,0-1 0,-1-2 0,0-1 0,-1-1 0,52-37 0,-68 42 0,1 0 0,-1-1 0,-1 0 0,0-1 0,-1 0 0,13-19 0,-19 26 0,-1 0 0,0 0 0,0 0 0,-1 0 0,0-1 0,0 1 0,0-1 0,0 0 0,-1 1 0,0-1 0,0 0 0,0 0 0,-1 0 0,0 1 0,0-1 0,-1 0 0,0 0 0,0 0 0,0 0 0,-4-9 0,4 11 0,0 1 0,-1 0 0,0 0 0,0 0 0,0 1 0,0-1 0,0 0 0,0 1 0,-1-1 0,1 1 0,-1 0 0,1 0 0,-1 0 0,0 0 0,0 0 0,0 1 0,0-1 0,0 1 0,-1 0 0,1 0 0,0 0 0,-1 0 0,1 1 0,0-1 0,-1 1 0,1 0 0,-1 0 0,1 0 0,0 1 0,-6 0 0,4 0 0,0 0 0,1 1 0,-1 0 0,0-1 0,0 2 0,1-1 0,-1 0 0,1 1 0,0 0 0,0 0 0,0 0 0,0 1 0,1-1 0,-1 1 0,1 0 0,0 0 0,0 0 0,0 0 0,-4 10 0,3-6 0,1 1 0,0 0 0,1 0 0,-1 0 0,2 0 0,-1 0 0,2 0 0,-1 1 0,1-1 0,0 0 0,3 13 0,-2-17 0,0 0 0,0 0 0,1 0 0,0 0 0,0 0 0,0-1 0,1 1 0,-1-1 0,1 0 0,0 1 0,0-1 0,1 0 0,-1-1 0,1 1 0,0-1 0,0 0 0,0 0 0,0 0 0,1 0 0,-1-1 0,10 4 0,0 0 0,1-2 0,0 0 0,1-1 0,-1 0 0,0-1 0,1-1 0,-1-1 0,1 0 0,0-1 0,-1 0 0,19-5 0,-25 4 0,-1 0 0,0-1 0,0 0 0,0-1 0,0 1 0,0-2 0,-1 1 0,1-1 0,9-8 0,-13 9 0,0 0 0,0-1 0,0 0 0,0 0 0,-1 0 0,0 0 0,0 0 0,0 0 0,-1-1 0,1 0 0,-1 1 0,-1-1 0,1 0 0,1-10 0,-2 6 0,0 0 0,-1-1 0,0 1 0,0 0 0,-1 0 0,0 0 0,-1 0 0,0 0 0,-1 0 0,-6-15 0,7 20 0,0 1 0,-1-1 0,0 1 0,0 0 0,0 0 0,0 0 0,0 0 0,-1 1 0,0-1 0,0 1 0,0 0 0,0 0 0,0 1 0,0-1 0,-1 1 0,0 0 0,1 0 0,-1 0 0,0 1 0,0-1 0,0 1 0,0 0 0,-5 0 0,7 1 0,0-1 0,0 1 0,1 0 0,-1 0 0,0 0 0,0 0 0,0 1 0,0-1 0,1 1 0,-1 0 0,0 0 0,0 0 0,1 0 0,-1 0 0,1 0 0,-1 1 0,1-1 0,-1 1 0,1 0 0,-4 3 0,4-1 0,-1 0 0,0 0 0,1 1 0,0-1 0,0 0 0,0 1 0,1 0 0,0-1 0,0 1 0,0 0 0,-1 8 0,1 4 0,1-1 0,0 0 0,1 1 0,1-1 0,1 0 0,0 0 0,1 0 0,0-1 0,1 1 0,1-1 0,1 0 0,0 0 0,1-1 0,0 0 0,2 0 0,-1-1 0,1-1 0,1 1 0,0-1 0,1-1 0,1 0 0,-1-1 0,1-1 0,1 1 0,0-2 0,0 0 0,1-1 0,0 0 0,0-1 0,28 6 0,-20-8 0,1-1 0,0-1 0,0-1 0,-1-2 0,1 0 0,0-1 0,-1-2 0,1 0 0,-1-1 0,0-2 0,0 0 0,-1-2 0,0 0 0,23-14 0,-30 14 0,0 0 0,0-1 0,-2-1 0,1 0 0,-1-1 0,-1-1 0,0 0 0,18-26 0,-23 28 0,-1 0 0,0-1 0,0 0 0,-1 0 0,-1 0 0,0-1 0,0 0 0,-2 0 0,1 0 0,-2 0 0,0 0 0,-1-20 0,0 24 0,-1 1 0,0 0 0,-1 0 0,1 0 0,-2 0 0,1 0 0,-1 0 0,0 1 0,-1-1 0,0 1 0,0 0 0,0 0 0,-1 1 0,0-1 0,-1 1 0,1 0 0,-1 0 0,0 1 0,-8-7 0,13 12 0,1-1 0,-1 1 0,1 0 0,-1-1 0,1 1 0,-1-1 0,0 1 0,1 0 0,-1-1 0,0 1 0,1 0 0,-1 0 0,1 0 0,-1-1 0,0 1 0,1 0 0,-1 0 0,0 0 0,0 0 0,1 0 0,-1 0 0,-1 1 0,2-1 0,-1 1 0,1 0 0,0 0 0,-1-1 0,1 1 0,0 0 0,-1 0 0,1 0 0,0 0 0,0 0 0,0-1 0,0 1 0,0 0 0,0 0 0,0 0 0,0 0 0,0 0 0,0-1 0,1 1 0,-1 0 0,0 0 0,1 1 0,41 133 0,-11-46 0,3 23 0,-5 2 0,-5 1 0,-6 1 0,7 158 0,-26-259 0,-1-16 0,-5-25 0,5 19 0,-34-164 0,7-2 0,-12-323 0,40 470 0,1-74 0,0 91 0,1 0 0,0 0 0,1 0 0,0 1 0,0-1 0,1 0 0,0 1 0,6-10 0,-8 15 0,1 1 0,-1 0 0,1 0 0,0 0 0,-1 0 0,1 0 0,0 0 0,0 0 0,1 1 0,-1-1 0,0 1 0,0-1 0,1 1 0,-1 0 0,1 0 0,-1 0 0,1 0 0,0 1 0,-1-1 0,1 0 0,0 1 0,-1 0 0,1 0 0,0 0 0,-1 0 0,1 0 0,0 1 0,-1-1 0,1 1 0,0-1 0,-1 1 0,1 0 0,-1 0 0,1 0 0,2 2 0,5 2 0,-1 1 0,0-1 0,0 1 0,0 1 0,0 0 0,-1 0 0,9 12 0,-10-12 0,-2 0 0,1 0 0,-1 1 0,0-1 0,0 2 0,-1-1 0,0 0 0,4 16 0,-7-21 0,0 0 0,-1-1 0,0 1 0,0 0 0,0 0 0,0-1 0,0 1 0,0 0 0,-1-1 0,1 1 0,-1 0 0,0-1 0,1 1 0,-1-1 0,-1 1 0,1-1 0,0 1 0,-1-1 0,1 0 0,-1 0 0,1 0 0,-1 0 0,0 0 0,0 0 0,0 0 0,0 0 0,0-1 0,-1 1 0,1-1 0,0 1 0,-1-1 0,1 0 0,-5 1 0,-209 77 0,123-46-1365,51-21-5461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4.735"/>
    </inkml:context>
    <inkml:brush xml:id="br0">
      <inkml:brushProperty name="width" value="0.035" units="cm"/>
      <inkml:brushProperty name="height" value="0.035" units="cm"/>
      <inkml:brushProperty name="color" value="#E71224"/>
    </inkml:brush>
  </inkml:definitions>
  <inkml:trace contextRef="#ctx0" brushRef="#br0">1 1 24575,'4'0'0,"7"0"0,15 9 0,12 17 0,4 23 0,5 20 0,3 18 0,-3 12 0,1 4 0,-4-13 0,-9-11 0,-6-10 0,-8-17-8191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5.044"/>
    </inkml:context>
    <inkml:brush xml:id="br0">
      <inkml:brushProperty name="width" value="0.035" units="cm"/>
      <inkml:brushProperty name="height" value="0.035" units="cm"/>
      <inkml:brushProperty name="color" value="#E71224"/>
    </inkml:brush>
  </inkml:definitions>
  <inkml:trace contextRef="#ctx0" brushRef="#br0">1 488 24575,'9'-9'0,"17"-12"0,18-12 0,10-10 0,6-1 0,1 1 0,0 0 0,-10 1 0,-10 5 0,-7 3 0,-10 3 0,-3 6 0,-6 4 0,-5 0 0,-5-1 0,-2 4-8191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5.844"/>
    </inkml:context>
    <inkml:brush xml:id="br0">
      <inkml:brushProperty name="width" value="0.035" units="cm"/>
      <inkml:brushProperty name="height" value="0.035" units="cm"/>
      <inkml:brushProperty name="color" value="#E71224"/>
    </inkml:brush>
  </inkml:definitions>
  <inkml:trace contextRef="#ctx0" brushRef="#br0">0 1 24575,'3'40'0,"1"0"0,2 0 0,2 0 0,14 41 0,-12-40 0,13 47 0,85 288 0,-105-365 0,19 43 0,-21-51 0,1 0 0,-1-1 0,1 1 0,-1-1 0,1 1 0,0-1 0,0 0 0,0 0 0,0 1 0,0-2 0,1 1 0,-1 0 0,0 0 0,6 2 0,-7-4 0,0 0 0,0 0 0,0 1 0,0-1 0,0 0 0,0 0 0,-1 0 0,1 0 0,0-1 0,0 1 0,0 0 0,0 0 0,0-1 0,0 1 0,0 0 0,0-1 0,0 1 0,0-1 0,-1 1 0,1-1 0,0 1 0,0-1 0,-1 0 0,1 1 0,0-1 0,-1 0 0,1 0 0,0 1 0,-1-1 0,1 0 0,0-1 0,12-31 0,-9 13 0,0 0 0,1-24 0,-4 28 0,1-1 0,1 1 0,0 0 0,11-30 0,-13 43 0,0 0 0,1 0 0,-1 0 0,1 1 0,0-1 0,0 0 0,0 1 0,0 0 0,0-1 0,1 1 0,-1 0 0,1 0 0,-1 1 0,1-1 0,0 0 0,0 1 0,0 0 0,0-1 0,0 1 0,0 0 0,0 1 0,0-1 0,0 1 0,6-1 0,4 1 0,1 0 0,-1 1 0,0 1 0,22 5 0,-4-1 0,-8-2 0,-6-1 0,1 0 0,-1-1 0,1-1 0,25-2 0,-37 1 0,-1-1 0,0 0 0,1-1 0,-1 1 0,0-1 0,0 0 0,0-1 0,0 1 0,0-1 0,0 0 0,-1 0 0,1 0 0,-1-1 0,0 1 0,0-1 0,0 0 0,-1-1 0,6-6 0,-2-2 0,0 1 0,0-1 0,-2-1 0,1 1 0,-2-1 0,0 0 0,0 0 0,-1 0 0,-1 0 0,-1-1 0,0 1 0,0-1 0,-2 1 0,-1-16 0,1 27 0,1 0 0,-1 0 0,1 1 0,-1-1 0,0 0 0,0 1 0,0-1 0,-1 1 0,1-1 0,0 1 0,-1 0 0,0 0 0,1-1 0,-1 1 0,0 0 0,0 0 0,0 1 0,-1-1 0,1 0 0,0 1 0,-1-1 0,1 1 0,-1 0 0,1 0 0,-4-1 0,3 1 0,0 1 0,0 0 0,-1 0 0,1 0 0,0 0 0,0 1 0,0-1 0,0 1 0,0 0 0,0 0 0,0 0 0,0 0 0,0 0 0,1 1 0,-1-1 0,0 1 0,1 0 0,-1-1 0,1 1 0,-1 0 0,1 1 0,-3 3 0,-1 2 0,0 0 0,1 1 0,0-1 0,1 1 0,0 0 0,0 1 0,1-1 0,0 1 0,0-1 0,-1 19 0,0 2 0,2 0 0,1 39 0,2-55 0,0 0 0,0 0 0,1 0 0,1 0 0,8 25 0,-9-35 0,-1 1 0,1-1 0,1 0 0,-1 0 0,1 0 0,-1-1 0,1 1 0,0 0 0,0-1 0,1 0 0,-1 0 0,1 0 0,-1 0 0,1 0 0,0-1 0,0 0 0,0 0 0,1 0 0,-1 0 0,0 0 0,7 0 0,-3 0 8,-1-2 0,1 1 0,0-1 0,0 0 0,-1-1 0,1 0 0,-1 0 0,1-1 0,0 0 0,-1 0 0,0 0 0,0-1 0,0-1 0,8-4 0,-4 2-173,-1 0 0,0-1 0,0 0 0,-1-1 0,0 0 0,-1-1 0,1 0 0,9-14 0,-3-1-6661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6.494"/>
    </inkml:context>
    <inkml:brush xml:id="br0">
      <inkml:brushProperty name="width" value="0.035" units="cm"/>
      <inkml:brushProperty name="height" value="0.035" units="cm"/>
      <inkml:brushProperty name="color" value="#E71224"/>
    </inkml:brush>
  </inkml:definitions>
  <inkml:trace contextRef="#ctx0" brushRef="#br0">1 0 24575,'0'14'0,"4"14"0,7 6 0,6 12 0,4 11 0,4 1 0,-3 4 0,-1 1 0,1 4 0,-3-6 0,-5-8 0,0-13 0,-3-9 0,-2-9-8191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7.037"/>
    </inkml:context>
    <inkml:brush xml:id="br0">
      <inkml:brushProperty name="width" value="0.035" units="cm"/>
      <inkml:brushProperty name="height" value="0.035" units="cm"/>
      <inkml:brushProperty name="color" value="#E71224"/>
    </inkml:brush>
  </inkml:definitions>
  <inkml:trace contextRef="#ctx0" brushRef="#br0">280 106 24575,'1'9'0,"0"0"0,0-1 0,1 1 0,5 13 0,3 19 0,-9-33 0,0 1 0,1 1 0,-1-1 0,-1 0 0,-1 16 0,1-23 0,-1 0 0,1 0 0,-1 1 0,1-1 0,-1 0 0,0 0 0,0 0 0,0 0 0,0 0 0,0 0 0,0 0 0,0 0 0,-1-1 0,1 1 0,-1 0 0,1-1 0,-1 1 0,0-1 0,0 1 0,0-1 0,1 0 0,-1 0 0,0 0 0,-5 2 0,-4-1 0,-1 1 0,0-1 0,0-1 0,0 0 0,0-1 0,-1 0 0,1-1 0,0-1 0,0 1 0,0-2 0,1 0 0,-1 0 0,1-1 0,-1 0 0,1-1 0,0-1 0,-13-8 0,20 11 0,0-1 0,0 0 0,1 0 0,-1-1 0,1 1 0,0-1 0,0 1 0,0-1 0,1 0 0,-1 0 0,1 0 0,1-1 0,-1 1 0,1 0 0,0-1 0,0 1 0,0-1 0,1 1 0,0-1 0,0 1 0,0-1 0,1 1 0,1-9 0,0 3 0,0 0 0,1-1 0,0 1 0,1 0 0,0 0 0,1 1 0,0-1 0,1 1 0,0 0 0,10-11 0,0 6-1365,-1 5-5461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8.029"/>
    </inkml:context>
    <inkml:brush xml:id="br0">
      <inkml:brushProperty name="width" value="0.035" units="cm"/>
      <inkml:brushProperty name="height" value="0.035" units="cm"/>
      <inkml:brushProperty name="color" value="#E71224"/>
    </inkml:brush>
  </inkml:definitions>
  <inkml:trace contextRef="#ctx0" brushRef="#br0">303 21 24575,'0'-1'0,"0"0"0,-1 0 0,1-1 0,0 1 0,-1 0 0,1 0 0,-1 0 0,0 0 0,1 1 0,-1-1 0,0 0 0,0 0 0,1 0 0,-1 0 0,0 1 0,0-1 0,0 0 0,0 1 0,0-1 0,0 1 0,0-1 0,0 1 0,0-1 0,0 1 0,0 0 0,-1 0 0,1 0 0,0-1 0,0 1 0,0 0 0,-2 0 0,-38 1 0,30 1 0,1 0 0,-1 1 0,1 0 0,0 1 0,0 0 0,0 1 0,1 0 0,-1 0 0,1 1 0,1 0 0,-1 1 0,1 0 0,0 0 0,0 0 0,1 1 0,0 1 0,1-1 0,-1 1 0,-6 13 0,4-5 0,2 0 0,-1 1 0,2 0 0,0 0 0,1 0 0,1 1 0,1-1 0,1 1 0,0 0 0,2 22 0,0-37 0,0-1 0,0 1 0,1 0 0,-1-1 0,1 1 0,0 0 0,0-1 0,0 1 0,1-1 0,-1 1 0,1-1 0,0 0 0,0 0 0,0 0 0,0 0 0,1 0 0,-1 0 0,5 4 0,-4-6 0,0 1 0,-1-1 0,1 1 0,0-1 0,0 0 0,-1 0 0,1 0 0,0-1 0,0 1 0,0 0 0,0-1 0,0 0 0,0 0 0,0 0 0,0 0 0,0 0 0,0-1 0,0 0 0,0 1 0,0-1 0,0 0 0,0 0 0,3-2 0,1-1 0,0 0 0,0-1 0,0 1 0,-1-2 0,0 1 0,0 0 0,0-1 0,-1 0 0,0-1 0,0 1 0,0-1 0,-1 0 0,0 0 0,0 0 0,-1-1 0,0 1 0,2-11 0,4-13 0,-2-1 0,6-60 0,-13 87 0,0 4 0,0 0 0,0-1 0,0 1 0,0 0 0,0 0 0,1 0 0,-1 0 0,0 0 0,0 0 0,1 0 0,-1 0 0,1 0 0,-1 0 0,1 0 0,-1 0 0,1 0 0,0 0 0,-1 0 0,1 0 0,2-1 0,-3 2 0,1 0 0,0 0 0,0 0 0,-1 0 0,1 0 0,0 0 0,0 0 0,-1 1 0,1-1 0,0 0 0,-1 0 0,1 1 0,0-1 0,-1 0 0,1 1 0,0-1 0,-1 1 0,1-1 0,-1 1 0,1-1 0,-1 1 0,2 0 0,5 8 0,0 0 0,-1 0 0,6 11 0,-10-16 0,17 29 0,-1 0 0,-2 1 0,-1 1 0,-2 1 0,-2-1 0,-1 2 0,-1 0 0,-3 0 0,-1 0 0,-1 1 0,-2 41 0,-2-72 0,-1-1 0,0 1 0,0-1 0,0 0 0,-1 1 0,0-1 0,0 0 0,0 0 0,-1 0 0,0 0 0,0-1 0,0 1 0,-1-1 0,-7 9 0,4-7 0,-1-1 0,0 0 0,0 0 0,0-1 0,-1 0 0,1 0 0,-1-1 0,-18 6 0,-7 3 0,17-6 0,0 0 0,0-1 0,-1-1 0,0-1 0,-33 4 0,50-8 2,0 0 0,0 0 0,0 0 0,0 0 0,-1 0 0,1 0 0,0 0 0,0-1 0,0 1 1,0 0-1,0 0 0,0-1 0,0 1 0,0-1 0,0 1 0,1-1 0,-1 1 0,0-1 0,0 1 0,0-1 0,0 0 0,1 0 0,-1 1 0,0-1 0,1 0 0,-1 0 0,1 0 0,-1 0 0,1 0 0,-1 0 0,1 0 0,-1 0 0,1 0 0,0 0 0,0 0 0,-1-1 0,1-2-162,0 0 0,1 0 0,-1 0 0,1 0 0,0 0 0,0 0 0,0 0 0,2-4 0,15-31-6666</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48.654"/>
    </inkml:context>
    <inkml:brush xml:id="br0">
      <inkml:brushProperty name="width" value="0.035" units="cm"/>
      <inkml:brushProperty name="height" value="0.035" units="cm"/>
      <inkml:brushProperty name="color" value="#E71224"/>
    </inkml:brush>
  </inkml:definitions>
  <inkml:trace contextRef="#ctx0" brushRef="#br0">1 83 24575,'1'-3'0,"0"0"0,1 0 0,0 1 0,-1-1 0,1 0 0,0 1 0,1 0 0,-1-1 0,0 1 0,1 0 0,-1 0 0,1 0 0,-1 1 0,1-1 0,3-1 0,5-4 0,-4 2 0,0 0 0,1 1 0,-1 0 0,1 1 0,0-1 0,0 2 0,0-1 0,1 1 0,-1 0 0,0 1 0,1 0 0,9 0 0,-13 0 0,0 1 0,0 0 0,0 1 0,0 0 0,0-1 0,0 1 0,-1 1 0,1-1 0,0 1 0,0 0 0,-1 0 0,1 0 0,-1 1 0,0-1 0,1 1 0,-1 0 0,-1 1 0,1-1 0,0 1 0,-1-1 0,5 7 0,-2 0 0,-1 0 0,0 0 0,-1 1 0,0 0 0,-1 0 0,0 0 0,0 0 0,-1 0 0,-1 0 0,0 1 0,0-1 0,-1 1 0,-1-1 0,-3 22 0,3-31 0,0 1 0,1-1 0,-2 0 0,1 1 0,0-1 0,0 0 0,-1 0 0,1 0 0,-1 0 0,0 0 0,1 0 0,-1 0 0,0-1 0,0 1 0,0 0 0,0-1 0,-1 0 0,-2 2 0,1-2 0,0 1 0,0-1 0,-1 0 0,1 0 0,-1-1 0,1 1 0,-1-1 0,0 0 0,-7-1 0,3 0 0,-1 0 0,1-1 0,-1-1 0,1 0 0,0 0 0,0-1 0,0 0 0,-16-10 0,20 10-68,-1-1 0,1 0-1,0 0 1,0 0 0,1-1 0,0 0-1,0 1 1,0-2 0,0 1 0,1 0-1,0-1 1,1 1 0,-1-1 0,1 0-1,0 0 1,1 0 0,0 0 0,0 0-1,0-9 1,1-9-6758</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55.671"/>
    </inkml:context>
    <inkml:brush xml:id="br0">
      <inkml:brushProperty name="width" value="0.035" units="cm"/>
      <inkml:brushProperty name="height" value="0.035" units="cm"/>
      <inkml:brushProperty name="color" value="#E71224"/>
    </inkml:brush>
  </inkml:definitions>
  <inkml:trace contextRef="#ctx0" brushRef="#br0">0 27 24575,'0'-5'0,"5"-1"0,5 0 0,7 1 0,4 2 0,4 1 0,2 6 0,-4 6 0,-1 2 0,0-2 0,-3 3 0,-1-1 0,-3 1 0,-4 5 0,-4 2 0,-3-1-8191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58.260"/>
    </inkml:context>
    <inkml:brush xml:id="br0">
      <inkml:brushProperty name="width" value="0.035" units="cm"/>
      <inkml:brushProperty name="height" value="0.035" units="cm"/>
      <inkml:brushProperty name="color" value="#E71224"/>
    </inkml:brush>
  </inkml:definitions>
  <inkml:trace contextRef="#ctx0" brushRef="#br0">1 1 24575,'4'0'0,"7"0"0,5 0 0,5 5 0,4 1 0,-3 4 0,0 1 0,-4 3 0,-5 3 0,-5 4 0,-4-2-8191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4:59.486"/>
    </inkml:context>
    <inkml:brush xml:id="br0">
      <inkml:brushProperty name="width" value="0.035" units="cm"/>
      <inkml:brushProperty name="height" value="0.035" units="cm"/>
      <inkml:brushProperty name="color" value="#E71224"/>
    </inkml:brush>
  </inkml:definitions>
  <inkml:trace contextRef="#ctx0" brushRef="#br0">120 1 24575,'0'4'0,"0"7"0,0 6 0,-4 4 0,-3 4 0,2 1 0,-5-3 0,1-1 0,-4-4 0,1-1 0,-2-3 0,1 1 0,3 2 0,-2-2 0,2-3-8191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0.262"/>
    </inkml:context>
    <inkml:brush xml:id="br0">
      <inkml:brushProperty name="width" value="0.035" units="cm"/>
      <inkml:brushProperty name="height" value="0.035" units="cm"/>
      <inkml:brushProperty name="color" value="#E71224"/>
    </inkml:brush>
  </inkml:definitions>
  <inkml:trace contextRef="#ctx0" brushRef="#br0">1 225 24575,'9'-1'0,"0"2"0,0-1 0,0 1 0,0 0 0,0 1 0,0 0 0,0 0 0,-1 1 0,1 0 0,-1 0 0,0 1 0,0 0 0,0 1 0,0 0 0,-1 0 0,0 1 0,0-1 0,0 1 0,7 9 0,-13-13 0,1 0 0,-1-1 0,1 1 0,0 0 0,0-1 0,0 1 0,0-1 0,0 0 0,0 0 0,0 0 0,0 0 0,0 0 0,0 0 0,1-1 0,-1 1 0,0-1 0,4 1 0,-5-1 0,1-1 0,-1 1 0,0-1 0,1 1 0,-1-1 0,1 0 0,-1 0 0,0 0 0,0 1 0,1-1 0,-1 0 0,0-1 0,0 1 0,0 0 0,0 0 0,0 0 0,0-1 0,0 1 0,-1 0 0,1-1 0,0 1 0,-1-1 0,1 1 0,-1-1 0,1 1 0,-1-1 0,0-1 0,4-18 0,0-1 0,-2 0 0,-1 0 0,0-1 0,-4-26 0,1 2 0,2 36 0,-1 0 0,0 1 0,0-1 0,-1 1 0,-5-16 0,12 39-1365,3 6-5461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0.585"/>
    </inkml:context>
    <inkml:brush xml:id="br0">
      <inkml:brushProperty name="width" value="0.035" units="cm"/>
      <inkml:brushProperty name="height" value="0.035" units="cm"/>
      <inkml:brushProperty name="color" value="#E71224"/>
    </inkml:brush>
  </inkml:definitions>
  <inkml:trace contextRef="#ctx0" brushRef="#br0">1 0 24575,'4'0'0,"7"0"0,6 0 0,0 5 0,1 5 0,3 2 0,-3 8 0,1 5 0,-4 7 0,2-1 0,-4-2 0,-2-6-8191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0.833"/>
    </inkml:context>
    <inkml:brush xml:id="br0">
      <inkml:brushProperty name="width" value="0.035" units="cm"/>
      <inkml:brushProperty name="height" value="0.035" units="cm"/>
      <inkml:brushProperty name="color" value="#E71224"/>
    </inkml:brush>
  </inkml:definitions>
  <inkml:trace contextRef="#ctx0" brushRef="#br0">1 5 24575,'0'-4'0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1.270"/>
    </inkml:context>
    <inkml:brush xml:id="br0">
      <inkml:brushProperty name="width" value="0.035" units="cm"/>
      <inkml:brushProperty name="height" value="0.035" units="cm"/>
      <inkml:brushProperty name="color" value="#E71224"/>
    </inkml:brush>
  </inkml:definitions>
  <inkml:trace contextRef="#ctx0" brushRef="#br0">0 0 24575,'5'5'0,"10"14"0,8 10 0,4 13 0,2 13 0,-3 11 0,-3 0 0,1-4 0,-5-2 0,-5-7 0,-10-12 0,-14-23 0,-6-14-8191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2.015"/>
    </inkml:context>
    <inkml:brush xml:id="br0">
      <inkml:brushProperty name="width" value="0.035" units="cm"/>
      <inkml:brushProperty name="height" value="0.035" units="cm"/>
      <inkml:brushProperty name="color" value="#E71224"/>
    </inkml:brush>
  </inkml:definitions>
  <inkml:trace contextRef="#ctx0" brushRef="#br0">0 399 24575,'14'0'0,"0"-1"0,0 0 0,0 0 0,0-2 0,0 0 0,-1 0 0,0-1 0,1-1 0,23-12 0,-28 11 0,1 0 0,-1-1 0,-1 0 0,1 0 0,-1-1 0,0 0 0,-1-1 0,0 0 0,0 0 0,-1 0 0,0-1 0,8-18 0,-7 11 0,0-2 0,-1 1 0,-1-1 0,3-27 0,-6 37 0,-1-1 0,-1 1 0,1-1 0,-1 1 0,-1-1 0,0 1 0,0-1 0,-1 1 0,0-1 0,-6-13 0,60 136 0,-43-94 0,-2-5 0,0 0 0,0 0 0,1-1 0,1 0 0,0-1 0,20 21 0,-29-33 0,1 1 0,0-1 0,0 1 0,0-1 0,0 0 0,0 1 0,0-1 0,0 0 0,0 0 0,0 1 0,0-1 0,0 0 0,0 0 0,0 0 0,0 0 0,0 0 0,0 0 0,0-1 0,-1 1 0,1 0 0,0 0 0,0-1 0,0 1 0,0-1 0,0 1 0,0-1 0,0 1 0,-1-1 0,1 1 0,0-1 0,0 0 0,-1 1 0,1-1 0,0 0 0,-1 0 0,1 0 0,-1 1 0,1-1 0,-1 0 0,1 0 0,0-1 0,21-46 0,-19 39 0,7-17 0,-6 13 0,0 2 0,1-1 0,1 0 0,0 1 0,11-15 0,-15 23 0,0 0 0,1 1 0,-1 0 0,1 0 0,-1-1 0,1 1 0,0 1 0,0-1 0,0 0 0,0 1 0,0-1 0,0 1 0,0 0 0,0 0 0,1 1 0,-1-1 0,0 0 0,0 1 0,1 0 0,-1 0 0,1 0 0,-1 0 0,0 1 0,1-1 0,5 2 0,7 3 0,0 1 0,-1 1 0,0 0 0,0 1 0,21 14 0,-24-13 0,0-1 0,1-1 0,0 0 0,0-1 0,1 0 0,0-1 0,26 6 0,-38-11 4,0 1-1,-1-1 1,1 0-1,0 0 1,0 0-1,0 0 1,0 0-1,-1 0 1,1-1-1,0 1 1,0-1 0,0 1-1,-1-1 1,1 0-1,0 0 1,-1 1-1,1-1 1,-1 0-1,1 0 1,-1-1-1,1 1 1,-1 0-1,0 0 1,1-1-1,-1 1 1,0-1-1,0 1 1,0-1-1,0 0 1,0 1-1,-1-1 1,1 0-1,1-3 1,0-4-252,0 0 1,-1 0-1,0 0 1,-1-1-1,0-11 1,-1-4-6579</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2.434"/>
    </inkml:context>
    <inkml:brush xml:id="br0">
      <inkml:brushProperty name="width" value="0.035" units="cm"/>
      <inkml:brushProperty name="height" value="0.035" units="cm"/>
      <inkml:brushProperty name="color" value="#E71224"/>
    </inkml:brush>
  </inkml:definitions>
  <inkml:trace contextRef="#ctx0" brushRef="#br0">0 0 24575,'9'9'0,"13"17"0,11 14 0,0 8 0,4 10 0,0 9 0,-2-2 0,-1-3 0,-8-3 0,-3-11 0,-5-10 0,-6-6 0,-5-4 0,-13-7 0,-5-7-8191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3.452"/>
    </inkml:context>
    <inkml:brush xml:id="br0">
      <inkml:brushProperty name="width" value="0.035" units="cm"/>
      <inkml:brushProperty name="height" value="0.035" units="cm"/>
      <inkml:brushProperty name="color" value="#E71224"/>
    </inkml:brush>
  </inkml:definitions>
  <inkml:trace contextRef="#ctx0" brushRef="#br0">0 439 24575,'1'-1'0,"0"0"0,0 0 0,0 0 0,0 0 0,-1 0 0,1 0 0,1 0 0,-1 0 0,0 0 0,0 1 0,0-1 0,0 0 0,0 1 0,1-1 0,-1 1 0,0-1 0,1 1 0,-1-1 0,0 1 0,1 0 0,-1 0 0,3 0 0,-1-1 0,17-3 0,0-1 0,0-1 0,-1 0 0,0-2 0,0 0 0,0-1 0,-1-1 0,-1-1 0,0 0 0,0-1 0,-1-1 0,-1-1 0,0 0 0,-1-1 0,0 0 0,-1-1 0,-1-1 0,17-30 0,-23 35 0,0-1 0,0 0 0,-1 0 0,-1 0 0,0 0 0,-1-1 0,0 0 0,-1 1 0,-1-1 0,0 0 0,-1-14 0,-3 20 0,0 10 0,-2 14 0,1 8 0,1 0 0,2 0 0,0 0 0,2 0 0,0 0 0,6 27 0,38 145 0,-35-157 0,-3-5 0,-5-25 0,-1 0 0,1 0 0,0 0 0,1 0 0,0 0 0,1 0 0,-1-1 0,2 0 0,-1 0 0,12 15 0,-16-22 0,1 0 0,0-1 0,1 1 0,-1 0 0,0 0 0,0-1 0,0 1 0,0-1 0,0 1 0,1-1 0,-1 1 0,0-1 0,1 0 0,-1 0 0,0 1 0,0-1 0,1 0 0,-1 0 0,0 0 0,1-1 0,1 1 0,0-1 0,0 0 0,0-1 0,0 1 0,0 0 0,0-1 0,-1 0 0,1 0 0,4-4 0,4-5 0,-1 0 0,0 0 0,8-15 0,-12 18 0,90-112 0,-53 69 0,65-101 0,-102 141 0,-1-1 0,0 1 0,0-1 0,4-18 0,-8 24 0,1 1 0,-1-1 0,-1 1 0,1-1 0,-1 0 0,0 1 0,0-1 0,-1 0 0,1 1 0,-1-1 0,-3-9 0,4 14 0,0 1 0,-1 0 0,1 0 0,0-1 0,0 1 0,0 0 0,0 0 0,0-1 0,0 1 0,0 0 0,-1 0 0,1-1 0,0 1 0,0 0 0,0 0 0,-1 0 0,1-1 0,0 1 0,0 0 0,-1 0 0,1 0 0,0 0 0,0-1 0,-1 1 0,1 0 0,0 0 0,0 0 0,-1 0 0,1 0 0,0 0 0,-1 0 0,1 0 0,0 0 0,0 0 0,-1 0 0,-8 8 0,-4 16 0,6 0 0,2 0 0,0 0 0,1 0 0,1 0 0,1 1 0,2-1 0,0 1 0,6 35 0,-6-53 0,2 1 0,-1 0 0,1-1 0,0 1 0,1-1 0,-1 1 0,2-1 0,-1 0 0,1 0 0,8 12 0,-9-17 0,-1 0 0,0 1 0,1-1 0,0 0 0,-1-1 0,1 1 0,0 0 0,0-1 0,0 0 0,0 1 0,0-1 0,0 0 0,0-1 0,0 1 0,0 0 0,0-1 0,1 0 0,-1 0 0,0 0 0,0 0 0,1 0 0,-1-1 0,0 1 0,0-1 0,0 0 0,0 0 0,0 0 0,5-3 0,0 0-85,0 0 0,-1 0-1,1-1 1,-1 0 0,0 0-1,0-1 1,-1 0 0,0 0-1,0-1 1,0 1 0,-1-1-1,0-1 1,0 1 0,-1-1-1,7-14 1,-1-6-6741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4.183"/>
    </inkml:context>
    <inkml:brush xml:id="br0">
      <inkml:brushProperty name="width" value="0.035" units="cm"/>
      <inkml:brushProperty name="height" value="0.035" units="cm"/>
      <inkml:brushProperty name="color" value="#E71224"/>
    </inkml:brush>
  </inkml:definitions>
  <inkml:trace contextRef="#ctx0" brushRef="#br0">0 0 24575,'5'0'0,"10"10"0,13 16 0,5 17 0,2 7 0,0 8 0,-2 8 0,-6 2 0,-4-5 0,-5-10 0,-5-9 0,-6-7 0,-8-10 0,-14-10 0,-21-8 0,-6-5-8191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4.465"/>
    </inkml:context>
    <inkml:brush xml:id="br0">
      <inkml:brushProperty name="width" value="0.035" units="cm"/>
      <inkml:brushProperty name="height" value="0.035" units="cm"/>
      <inkml:brushProperty name="color" value="#E71224"/>
    </inkml:brush>
  </inkml:definitions>
  <inkml:trace contextRef="#ctx0" brushRef="#br0">1 244 24575,'0'-5'0,"5"-5"0,10-3 0,7-6 0,10-11 0,8-4 0,6-5 0,1 3 0,-4 4 0,-9 7-8191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5.719"/>
    </inkml:context>
    <inkml:brush xml:id="br0">
      <inkml:brushProperty name="width" value="0.035" units="cm"/>
      <inkml:brushProperty name="height" value="0.035" units="cm"/>
      <inkml:brushProperty name="color" value="#E71224"/>
    </inkml:brush>
  </inkml:definitions>
  <inkml:trace contextRef="#ctx0" brushRef="#br0">30 292 24575,'-1'0'0,"0"1"0,-1-1 0,1 1 0,0-1 0,0 1 0,0 0 0,0-1 0,0 1 0,0 0 0,0 0 0,0 0 0,0 0 0,0 0 0,1 0 0,-1 0 0,0 0 0,0 0 0,1 0 0,-1 0 0,1 0 0,-1 1 0,1-1 0,0 0 0,-1 0 0,1 1 0,0-1 0,0 2 0,-5 41 0,5-39 0,-1 9 0,-1 0 0,2 1 0,1 26 0,-1-39 0,0 1 0,0-1 0,1 0 0,-1 0 0,0 0 0,1 0 0,0 0 0,-1 1 0,1-1 0,0 0 0,0 0 0,0-1 0,0 1 0,1 0 0,-1 0 0,0-1 0,1 1 0,-1 0 0,1-1 0,0 1 0,-1-1 0,1 0 0,0 0 0,0 0 0,0 0 0,2 1 0,-2-1 0,0-1 0,0 0 0,0 0 0,1 0 0,-1 0 0,0-1 0,0 1 0,0-1 0,0 1 0,0-1 0,-1 1 0,1-1 0,0 0 0,0 0 0,0 0 0,0 0 0,-1 0 0,1-1 0,-1 1 0,1 0 0,-1-1 0,1 1 0,-1-1 0,0 0 0,0 1 0,0-1 0,1 0 0,-2 0 0,2-2 0,3-5 0,-2 0 0,1 1 0,-1-1 0,4-18 0,-5 11 0,-1 7 0,0 1 0,1 0 0,0 0 0,4-11 0,-6 18 0,1-1 0,-1 1 0,1-1 0,0 1 0,0 0 0,-1-1 0,1 1 0,0 0 0,0 0 0,0 0 0,1 0 0,-1 0 0,0 0 0,0 0 0,0 0 0,1 0 0,-1 1 0,0-1 0,1 0 0,-1 1 0,1-1 0,-1 1 0,1 0 0,-1-1 0,1 1 0,-1 0 0,1 0 0,-1 0 0,4 0 0,5 3 0,0 0 0,0 0 0,0 1 0,0 1 0,0-1 0,-1 2 0,0-1 0,14 12 0,-9-7 0,0-1 0,21 10 0,-32-18 0,-1 0 0,1 0 0,0 0 0,0-1 0,0 1 0,-1-1 0,1 1 0,0-1 0,0 0 0,0 0 0,0-1 0,0 1 0,0 0 0,0-1 0,0 0 0,-1 0 0,1 1 0,4-4 0,-2 1 0,0 0 0,0 0 0,0-1 0,0 0 0,-1 0 0,0 0 0,0 0 0,6-9 0,1-3 0,-1-1 0,-1 1 0,-1-2 0,10-28 0,-9 22 0,-2 0 0,-1-1 0,-1 0 0,-1 0 0,2-47 0,-6 69 0,0 1 0,0-1 0,-1 1 0,1 0 0,0-1 0,-1 1 0,1 0 0,-1-1 0,0 1 0,0 0 0,0 0 0,0 0 0,0-1 0,0 1 0,-1 0 0,1 1 0,-1-1 0,1 0 0,-1 0 0,0 1 0,1-1 0,-5-2 0,4 3 0,0 1 0,1 0 0,-1-1 0,0 1 0,0 0 0,1 0 0,-1 0 0,0 0 0,0 0 0,1 1 0,-1-1 0,0 0 0,0 1 0,1-1 0,-1 1 0,0 0 0,1-1 0,-1 1 0,1 0 0,-1 0 0,1 0 0,-1 0 0,1 1 0,0-1 0,0 0 0,-1 0 0,1 1 0,0-1 0,0 1 0,0-1 0,-1 3 0,-2 3 0,0 0 0,0 0 0,1 0 0,0 1 0,0 0 0,-2 8 0,4-14 0,0 0 0,1 0 0,-1 1 0,1-1 0,-1 0 0,1 0 0,0 1 0,0-1 0,0 0 0,0 0 0,0 1 0,1-1 0,-1 0 0,1 0 0,-1 1 0,1-1 0,0 0 0,0 0 0,0 0 0,0 0 0,0 0 0,0 0 0,1 0 0,-1 0 0,4 2 0,-4-3 0,-1-1 0,1 1 0,0-1 0,0 1 0,0-1 0,0 0 0,0 0 0,0 1 0,0-1 0,0 0 0,0 0 0,0 0 0,0 0 0,0 0 0,0 0 0,0 0 0,0-1 0,-1 1 0,1 0 0,0 0 0,0-1 0,0 1 0,0-1 0,0 1 0,0-1 0,-1 1 0,1-1 0,0 1 0,0-1 0,-1 0 0,1 1 0,0-1 0,-1 0 0,1 0 0,0 1 0,-1-1 0,0 0 0,1-1 0,21-43 0,-13 23 0,-8 20 0,-1 1 0,1 0 0,0 0 0,0-1 0,0 1 0,0 0 0,0 0 0,1 0 0,-1 0 0,0 0 0,0 0 0,1 0 0,-1 1 0,0-1 0,1 0 0,-1 1 0,1-1 0,-1 1 0,1-1 0,-1 1 0,1 0 0,-1 0 0,1 0 0,0 0 0,-1 0 0,1 0 0,-1 0 0,1 0 0,-1 0 0,1 1 0,-1-1 0,1 1 0,-1-1 0,1 1 0,-1 0 0,2 1 0,3 1 0,0 1 0,0 0 0,-1 1 0,1-1 0,-1 1 0,0 0 0,6 9 0,15 25 0,-2 0 0,-1 2 0,-2 1 0,-2 1 0,-2 1 0,12 49 0,3 39 0,-30-120 0,0 1 0,-1-1 0,-1 1 0,0 0 0,-1-1 0,0 1 0,0 0 0,-7 21 0,6-29 0,-1-1 0,1 1 0,-1 0 0,0-1 0,-1 1 0,1-1 0,-1 0 0,1 0 0,-1-1 0,-1 1 0,1-1 0,0 0 0,-1 0 0,1 0 0,-1 0 0,0-1 0,0 0 0,0 0 0,-10 2 0,4-1 0,0 0 0,-1-1 0,1-1 0,0 0 0,0 0 0,-1-1 0,1-1 0,-19-2 0,27 2-59,0 0 0,0 0-1,0 0 1,0-1-1,0 1 1,0-1 0,0 1-1,1-1 1,-1 0 0,0 0-1,1-1 1,0 1 0,0 0-1,-1-1 1,1 1-1,1-1 1,-1 0 0,0 1-1,1-1 1,-1 0 0,1 0-1,-1-3 1,-5-17-6767</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6.259"/>
    </inkml:context>
    <inkml:brush xml:id="br0">
      <inkml:brushProperty name="width" value="0.035" units="cm"/>
      <inkml:brushProperty name="height" value="0.035" units="cm"/>
      <inkml:brushProperty name="color" value="#E71224"/>
    </inkml:brush>
  </inkml:definitions>
  <inkml:trace contextRef="#ctx0" brushRef="#br0">0 0 24575,'5'0'0,"6"0"0,10 9 0,6 13 0,8 20 0,3 8 0,3 9 0,1 4 0,-4 0 0,-7-5 0,-10-9 0,-8-8 0,-6-10-8191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6.572"/>
    </inkml:context>
    <inkml:brush xml:id="br0">
      <inkml:brushProperty name="width" value="0.035" units="cm"/>
      <inkml:brushProperty name="height" value="0.035" units="cm"/>
      <inkml:brushProperty name="color" value="#E71224"/>
    </inkml:brush>
  </inkml:definitions>
  <inkml:trace contextRef="#ctx0" brushRef="#br0">1 1 24575,'4'0'0,"7"5"0,1 5 0,-2 7 0,3 0 0,-11-8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15:07.892"/>
    </inkml:context>
    <inkml:brush xml:id="br0">
      <inkml:brushProperty name="width" value="0.035" units="cm"/>
      <inkml:brushProperty name="height" value="0.035" units="cm"/>
      <inkml:brushProperty name="color" value="#E71224"/>
    </inkml:brush>
  </inkml:definitions>
  <inkml:trace contextRef="#ctx0" brushRef="#br0">1 265 24575,'5'0'0,"1"1"0,-1-1 0,1 1 0,-1 0 0,0 0 0,1 1 0,-1 0 0,0-1 0,0 2 0,0-1 0,0 1 0,-1-1 0,1 1 0,-1 1 0,1-1 0,-1 0 0,7 9 0,0 2 0,0 1 0,-1 0 0,16 33 0,-6-11 0,-20-36 0,0-1 0,0 0 0,1 1 0,-1-1 0,0 1 0,0-1 0,0 0 0,0 1 0,0-1 0,1 0 0,-1 0 0,0 1 0,0-1 0,0 0 0,1 1 0,-1-1 0,0 0 0,1 0 0,-1 0 0,0 1 0,0-1 0,1 0 0,-1 0 0,0 0 0,1 0 0,-1 1 0,0-1 0,1 0 0,-1 0 0,1 0 0,-1 0 0,0 0 0,1 0 0,-1 0 0,0 0 0,1 0 0,4-14 0,-2-26 0,-3 38 0,-2-46 0,1 34 0,0-1 0,1 1 0,0-1 0,1 1 0,1 0 0,3-16 0,-4 28 0,-1 1 0,1-1 0,0 0 0,-1 0 0,1 1 0,0-1 0,0 1 0,0-1 0,0 1 0,0-1 0,0 1 0,0 0 0,1-1 0,-1 1 0,0 0 0,1 0 0,-1 0 0,1 0 0,-1 0 0,1 0 0,0 0 0,-1 1 0,3-1 0,-1 0 0,0 1 0,0 0 0,0 0 0,0 0 0,0 0 0,0 1 0,0-1 0,0 1 0,0 0 0,0 0 0,0 0 0,4 3 0,7 4 0,0 0 0,-1 2 0,24 20 0,-36-29 0,16 15 0,-11-10 0,-1-1 0,1 1 0,0-1 0,0 0 0,0 0 0,1-1 0,0 0 0,0 0 0,0-1 0,0 1 0,14 3 0,-20-7 0,1 0 0,0-1 0,-1 1 0,1 0 0,0 0 0,-1-1 0,1 1 0,-1-1 0,1 1 0,-1-1 0,1 0 0,-1 0 0,1 0 0,-1 1 0,1-1 0,-1 0 0,0-1 0,0 1 0,0 0 0,1 0 0,-1-1 0,0 1 0,-1 0 0,1-1 0,1-1 0,16-42 0,-16 36 0,6-14 0,-1-1 0,-2-1 0,-1 1 0,0-1 0,-2 0 0,-1-39 0,-1 62 0,0 0 0,0 0 0,-1 0 0,1 1 0,0-1 0,-1 0 0,1 0 0,-1 0 0,0 1 0,1-1 0,-1 0 0,0 1 0,0-1 0,0 0 0,0 1 0,0-1 0,-1 1 0,1 0 0,0-1 0,-1 1 0,1 0 0,-1 0 0,-1-1 0,2 2 0,1-1 0,-1 1 0,1 0 0,-1 0 0,0 0 0,1 0 0,-1 0 0,1 0 0,-1 0 0,0 0 0,1 0 0,-1 1 0,1-1 0,-1 0 0,0 0 0,1 0 0,-1 1 0,1-1 0,-1 0 0,1 1 0,-1-1 0,1 0 0,-1 1 0,0 0 0,0 1 0,0 0 0,0-1 0,0 1 0,0 0 0,0 0 0,0 0 0,0 0 0,1 0 0,-1 0 0,1 0 0,-1 2 0,0 4 0,1 1 0,0-1 0,0 0 0,1 0 0,0 1 0,1-1 0,0 0 0,0 0 0,0 0 0,1-1 0,0 1 0,1-1 0,0 1 0,0-1 0,0 0 0,1 0 0,0-1 0,9 9 0,-7-7 0,0-1 0,0 0 0,1-1 0,-1 0 0,2 0 0,-1-1 0,1 0 0,0 0 0,0-1 0,0 0 0,0-1 0,1 0 0,-1 0 0,1-1 0,11 1 0,-16-3 0,1 0 0,-1-1 0,1 1 0,-1-1 0,0-1 0,1 1 0,-1-1 0,0 0 0,0 0 0,0 0 0,0-1 0,0 0 0,-1 0 0,1 0 0,-1 0 0,0-1 0,5-5 0,7-8 0,-1-1 0,23-36 0,-20 28 0,9-23 74,-21 38-362,-1 1 1,1-1-1,1 1 0,8-11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7:05.991"/>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40:29.595"/>
    </inkml:context>
    <inkml:brush xml:id="br0">
      <inkml:brushProperty name="width" value="0.035" units="cm"/>
      <inkml:brushProperty name="height" value="0.035" units="cm"/>
      <inkml:brushProperty name="color" value="#E71224"/>
    </inkml:brush>
  </inkml:definitions>
  <inkml:trace contextRef="#ctx0" brushRef="#br0">1487 299 24575,'-16'-1'0,"-1"0"0,0-2 0,-20-5 0,-6 0 0,-226-32 0,-2 12 0,-333 9 0,599 19 0,0 0 0,0 0 0,0 1 0,0-1 0,0 1 0,0 0 0,0 1 0,0-1 0,0 1 0,-6 3 0,8-2 0,0-1 0,1 0 0,-1 1 0,0-1 0,1 1 0,0 0 0,0 0 0,0 0 0,0 0 0,0 0 0,0 0 0,1 1 0,-1-1 0,1 1 0,-1 4 0,-31 148 0,-41 156 0,70-298 0,1 1 0,1 1 0,1-1 0,0 0 0,1 0 0,3 23 0,-2-31 0,1-1 0,-1 0 0,1 0 0,1 1 0,-1-2 0,1 1 0,0 0 0,0 0 0,1-1 0,-1 0 0,1 1 0,1-2 0,-1 1 0,1 0 0,-1-1 0,1 0 0,10 7 0,34 17 0,0-1 0,2-3 0,1-2 0,72 20 0,224 42 0,-300-74 0,195 22 0,-22-4 0,-100-4 0,-36-6 0,0-3 0,101 4 0,-37-9 0,153 32 0,99 8 0,159-43 0,-6 0 0,879 12 0,-939-22 0,927 3 0,-991 15 0,-14-1 0,-101-16 0,233 4 0,-345 10 0,41 1 0,952-10 0,-616-5 0,-441 3 0,158-3 0,-253-1 0,0-2 0,81-20 0,79-39 0,-186 58 0,-1-1 0,1-1 0,-2 0 0,1-2 0,-1 0 0,-1 0 0,1-2 0,-2 0 0,0 0 0,19-23 0,-29 29 0,0-1 0,0 0 0,0 0 0,-1 0 0,0-1 0,0 1 0,-1-1 0,0 1 0,1-10 0,0-13 0,1-33 0,-2 11 0,7-56 0,-7-161 0,-3 257 0,-1 0 0,0 0 0,-1 0 0,0 1 0,-1-1 0,-1 1 0,0 0 0,0 1 0,-1-1 0,0 1 0,-14-17 0,9 13 0,-2 0 0,0 1 0,0 1 0,-1 0 0,-1 1 0,0 1 0,-19-11 0,7 8 0,-1 0 0,-1 2 0,-58-14 0,-95-9 0,143 28 0,-442-59 0,-859-5 0,409 99 0,13-1 0,-2261-27 0,1402-3 0,1523-4 0,186 1 0,-116-24 0,-16-17 0,-562-103 0,646 139 0,-235 12 0,320 2 0,-1 1 0,1 2 0,1 1 0,-57 23 0,31-10 0,51-20 10,0 1 0,0 0 0,0 0 0,0 1 0,0-1 0,1 1 0,-1 0 0,1 1 0,0-1 0,0 1 0,-7 7 0,9-8-93,0 0 1,1 1-1,-1-1 1,1 0-1,-1 1 1,1 0-1,0-1 1,0 1-1,1-1 1,-1 1-1,1 0 1,0-1-1,0 1 1,0 0-1,0 0 1,1-1-1,1 8 1,4 11-6744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40:31.369"/>
    </inkml:context>
    <inkml:brush xml:id="br0">
      <inkml:brushProperty name="width" value="0.035" units="cm"/>
      <inkml:brushProperty name="height" value="0.035" units="cm"/>
      <inkml:brushProperty name="color" value="#E71224"/>
    </inkml:brush>
  </inkml:definitions>
  <inkml:trace contextRef="#ctx0" brushRef="#br0">2706 498 24575,'1'0'0,"-1"0"0,0 0 0,0 0 0,1 0 0,-1-1 0,0 1 0,1 0 0,-1 0 0,0 0 0,0 0 0,1 0 0,-1-1 0,0 1 0,0 0 0,0 0 0,1 0 0,-1-1 0,0 1 0,0 0 0,0 0 0,1 0 0,-1-1 0,0 1 0,0 0 0,0 0 0,0-1 0,0 1 0,0 0 0,0-1 0,0 1 0,0 0 0,0 0 0,0-1 0,0 1 0,0 0 0,0-1 0,0 1 0,0 0 0,0 0 0,0-1 0,0 1 0,0 0 0,0-1 0,0 1 0,0 0 0,-1 0 0,1-1 0,0 1 0,0 0 0,0 0 0,0 0 0,-1-1 0,1 1 0,0 0 0,0 0 0,-1 0 0,1-1 0,0 1 0,-6-8 0,0-1 0,0 1 0,0 0 0,-1 1 0,0-1 0,-11-8 0,-55-37 0,52 39 0,-56-38 0,-3 4 0,-2 3 0,-125-49 0,141 69 0,-1 3 0,-1 3 0,0 4 0,-2 2 0,-82-5 0,97 15 0,-71 6 0,105-1 0,1 1 0,0 0 0,0 2 0,1 0 0,-1 1 0,-32 16 0,-77 51 0,-149 114 0,226-150 0,2 2 0,2 3 0,-84 93 0,111-110 0,2 1 0,0 1 0,2 1 0,1 0 0,1 1 0,2 1 0,1 0 0,1 1 0,-11 52 0,2 70 0,3-11 0,16-136 0,-9 30 0,10-35 0,-1 0 0,1-1 0,0 1 0,-1 0 0,1-1 0,0 1 0,-1 0 0,1-1 0,-1 1 0,0-1 0,1 1 0,-1-1 0,1 1 0,-1-1 0,0 1 0,1-1 0,-1 0 0,0 1 0,1-1 0,-1 0 0,0 0 0,0 1 0,1-1 0,-1 0 0,0 0 0,0 0 0,1 0 0,-1 0 0,0 0 0,0 0 0,1 0 0,-1 0 0,0 0 0,0-1 0,1 1 0,-1 0 0,0 0 0,0-1 0,1 1 0,-1 0 0,0-2 0,-8-4 0,0-1 0,1 0 0,1-1 0,-1 0 0,1 0 0,0-1 0,1 1 0,0-1 0,-5-12 0,-6-7 0,-131-217 0,138 231 0,0 1 0,-18-20 0,28 33 0,1 1 0,-1-1 0,0 0 0,0 0 0,0 0 0,0 0 0,0 0 0,0 0 0,0 0 0,0 0 0,-1 0 0,1 0 0,0 1 0,0-1 0,0 0 0,0 0 0,0 0 0,0 0 0,0 0 0,0 0 0,0 0 0,0 0 0,0 0 0,0 0 0,0 0 0,0 0 0,0 0 0,0 0 0,0 1 0,0-1 0,-1 0 0,1 0 0,0 0 0,0 0 0,0 0 0,0 0 0,0 0 0,0 0 0,8 18 0,14 25 0,-1-4 0,108 214 0,-125-244 0,17 33 0,-20-41 0,-1 1 0,1-1 0,0 0 0,0 0 0,0 0 0,0 0 0,0 0 0,0 0 0,0 0 0,0 0 0,0 0 0,0-1 0,0 1 0,1 0 0,-1-1 0,0 1 0,0-1 0,1 1 0,-1-1 0,0 0 0,1 1 0,-1-1 0,1 0 0,-1 0 0,0 0 0,1 0 0,1 0 0,6-5 0,-1 1 0,0-1 0,0-1 0,0 0 0,-1 0 0,0 0 0,0-1 0,11-13 0,4-3 0,108-119 0,-76 80 0,-38 42 0,-1-1 0,-1 0 0,-1-1 0,16-34 0,-28 54 0,0 0 0,-1 1 0,1-1 0,0 1 0,-1-1 0,1 0 0,-1 1 0,1-1 0,-1 0 0,0 0 0,0 0 0,0 1 0,0-1 0,0 0 0,0 0 0,0 1 0,0-1 0,-1 0 0,1 0 0,-1 1 0,1-1 0,-2-2 0,0 2 0,0 0 0,1 1 0,-1-1 0,0 1 0,0-1 0,0 1 0,0 0 0,0 0 0,0 0 0,0 0 0,0 0 0,0 0 0,-1 0 0,-3 0 0,-10-1 0,0 0 0,1 2 0,-1 0 0,-17 2 0,29-2 0,-264 37 131,32-3-1627,212-32-5330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40:49.903"/>
    </inkml:context>
    <inkml:brush xml:id="br0">
      <inkml:brushProperty name="width" value="0.035" units="cm"/>
      <inkml:brushProperty name="height" value="0.035" units="cm"/>
      <inkml:brushProperty name="color" value="#E71224"/>
    </inkml:brush>
  </inkml:definitions>
  <inkml:trace contextRef="#ctx0" brushRef="#br0">1 1436 24575,'65'-90'0,"102"-109"0,-158 188 0,56-61 0,4 2 0,2 3 0,3 3 0,3 4 0,2 3 0,153-83 0,56 5 0,-285 134 0,0-1 0,0 1 0,0-1 0,0 0 0,0 0 0,0 0 0,-1 0 0,1-1 0,0 1 0,-1-1 0,0 0 0,0 1 0,0-1 0,0 0 0,0 0 0,0 0 0,-1-1 0,2-3 0,-2 2 0,0-1 0,0 1 0,0-1 0,-1 0 0,0 1 0,0-1 0,0 0 0,-1 1 0,0-1 0,-2-7 0,-4-9 0,-1-1 0,-2 1 0,0 1 0,-15-25 0,23 43 0,-2-4 0,-2-3 0,0 0 0,1-1 0,0 1 0,0-1 0,-2-12 0,7 22 0,0 0 0,-1 0 0,1 0 0,0-1 0,0 1 0,0 0 0,0 0 0,0 0 0,0 0 0,0-1 0,1 1 0,-1 0 0,0 0 0,1 0 0,-1 0 0,1 0 0,-1 0 0,1 0 0,-1 0 0,1 0 0,0 0 0,1-2 0,0 2 0,0 0 0,0 0 0,0 0 0,0 1 0,0-1 0,1 1 0,-1-1 0,0 1 0,0 0 0,0-1 0,1 1 0,-1 1 0,0-1 0,0 0 0,1 0 0,3 2 0,16 3 0,-1 1 0,0 0 0,-1 2 0,24 12 0,78 47 0,-101-54 0,-17-11 0,-1 0 0,1 0 0,-1 0 0,1 1 0,-1-1 0,0 1 0,0 0 0,-1 0 0,1 1 0,0-1 0,-1 0 0,0 1 0,0-1 0,0 1 0,0 0 0,-1 0 0,1 0 0,0 4 0,-1 0 0,0 1 0,-1-1 0,0 0 0,-1 0 0,1 0 0,-2 0 0,1 0 0,-4 10 0,-10 28 0,-3 0 0,-1-1 0,-40 65 0,21-39 0,26-47 0,-4 8 0,-1 0 0,-42 56 0,58-87 0,1 0 0,-1-1 0,1 1 0,-1 0 0,0 0 0,1-1 0,-1 1 0,0-1 0,0 1 0,1-1 0,-1 1 0,0-1 0,0 1 0,0-1 0,0 1 0,0-1 0,0 0 0,0 0 0,0 1 0,0-2 0,0 1 0,1 0 0,-1 0 0,1 0 0,-1-1 0,1 1 0,-1 0 0,1-1 0,-1 1 0,1 0 0,-1-1 0,1 1 0,0-1 0,-1 1 0,1-1 0,-1 1 0,1-1 0,0 1 0,0-1 0,-1 1 0,1-1 0,0 0 0,-8-41 0,2-368 0,10 253 0,-3-59-1365,-1 174-5461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47:38.306"/>
    </inkml:context>
    <inkml:brush xml:id="br0">
      <inkml:brushProperty name="width" value="0.035" units="cm"/>
      <inkml:brushProperty name="height" value="0.035" units="cm"/>
      <inkml:brushProperty name="color" value="#E71224"/>
    </inkml:brush>
  </inkml:definitions>
  <inkml:trace contextRef="#ctx0" brushRef="#br0">497 337 24575,'-10'-1'0,"1"0"0,-1 0 0,0 0 0,1-2 0,-1 1 0,1-1 0,0 0 0,-15-8 0,-4-5 0,-34-24 0,13 7 0,4 12 0,36 17 0,-1 0 0,1-1 0,0 1 0,-9-8 0,-10-12-341,2-1 0,1-1-1,-41-56 1,53 67-6485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40:41.397"/>
    </inkml:context>
    <inkml:brush xml:id="br0">
      <inkml:brushProperty name="width" value="0.035" units="cm"/>
      <inkml:brushProperty name="height" value="0.035" units="cm"/>
      <inkml:brushProperty name="color" value="#E71224"/>
    </inkml:brush>
  </inkml:definitions>
  <inkml:trace contextRef="#ctx0" brushRef="#br0">0 0 24575,'18'5'0,"21"10"0,20 13 0,20 14 0,19 19 0,7 13 0,-5-1 0,-7-5 0,-4-4 0,-9-4 0,-13-7 0,-22-18 0,-29-19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40:41.904"/>
    </inkml:context>
    <inkml:brush xml:id="br0">
      <inkml:brushProperty name="width" value="0.035" units="cm"/>
      <inkml:brushProperty name="height" value="0.035" units="cm"/>
      <inkml:brushProperty name="color" value="#E71224"/>
    </inkml:brush>
  </inkml:definitions>
  <inkml:trace contextRef="#ctx0" brushRef="#br0">737 0 24575,'-14'14'0,"-28"27"0,-10 12 0,-12 5 0,-7 7 0,-2 2 0,3-2 0,4-2 0,4-8 0,3-3 0,8-7 0,11-6 0,9-9 0,10-6 0,7-2 0,8-5-8191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47:33.754"/>
    </inkml:context>
    <inkml:brush xml:id="br0">
      <inkml:brushProperty name="width" value="0.035" units="cm"/>
      <inkml:brushProperty name="height" value="0.035" units="cm"/>
      <inkml:brushProperty name="color" value="#E71224"/>
    </inkml:brush>
  </inkml:definitions>
  <inkml:trace contextRef="#ctx0" brushRef="#br0">0 1 24575,'19'4'0,"14"7"0,17 10 0,17 24 0,20 19 0,15 12 0,12 17 0,14 9 0,4 12 0,-2-5 0,-9-7 0,-12-12 0,-15-16 0,-19-21 0,-18-15 0,-18-14-8191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47:34.347"/>
    </inkml:context>
    <inkml:brush xml:id="br0">
      <inkml:brushProperty name="width" value="0.035" units="cm"/>
      <inkml:brushProperty name="height" value="0.035" units="cm"/>
      <inkml:brushProperty name="color" value="#E71224"/>
    </inkml:brush>
  </inkml:definitions>
  <inkml:trace contextRef="#ctx0" brushRef="#br0">0 1 24575,'28'14'0,"31"27"0,35 26 0,27 23 0,36 30 0,27 21 0,15 10-1253,1-2 1253,-6-9 0,-9-14 0,-21-19 0,-30-23 306,-33-26-306,-34-28 0,-28-23 0,-16-26 0,-12-11-7244</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47:35.055"/>
    </inkml:context>
    <inkml:brush xml:id="br0">
      <inkml:brushProperty name="width" value="0.035" units="cm"/>
      <inkml:brushProperty name="height" value="0.035" units="cm"/>
      <inkml:brushProperty name="color" value="#E71224"/>
    </inkml:brush>
  </inkml:definitions>
  <inkml:trace contextRef="#ctx0" brushRef="#br0">0 1 24575,'18'4'0,"34"16"0,31 27 0,20 24 0,15 23 0,6 14 0,-5 2 0,-8 1 0,-14-5 0,-14-11 0,-12-12 0,-9-17 0,-16-13 0,-14-17-8191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2.404"/>
    </inkml:context>
    <inkml:brush xml:id="br0">
      <inkml:brushProperty name="width" value="0.035" units="cm"/>
      <inkml:brushProperty name="height" value="0.035" units="cm"/>
      <inkml:brushProperty name="color" value="#E71224"/>
    </inkml:brush>
  </inkml:definitions>
  <inkml:trace contextRef="#ctx0" brushRef="#br0">0 1 24575,'3071'0'0,"-2066"28"0,-90-1 0,550-1 0,203 48 0,-748-34-205,0-41-120,-421-3 255,1714 4 670,-2208 0-600,0 0 0,0 0 0,0 0 0,0 1 0,0 0 0,0 0 0,0 0 0,-1 1 0,1 0 0,0 0 0,-1 0 0,9 5 0,-8-2 0,0-1 0,-1 1 0,0-1 0,0 1 0,0 0 0,0 1 0,-1-1 0,0 1 0,0-1 0,3 9 0,11 31 0,-2 1 0,17 91 0,2 104 0,-27-182 0,63 673 0,-1-3 0,2 77 0,-15-316 0,31-5 0,-21-125 0,13 242 0,-77-589 0,-1 0 0,0 0 0,-3 24 0,2-33 0,-1 0 0,0 0 0,0 0 0,-1 0 0,1 0 0,-1 0 0,0 0 0,0 0 0,0-1 0,-1 1 0,1-1 0,-1 1 0,0-1 0,1 0 0,-8 5 0,-8 6 0,-1-2 0,-1 0 0,1-2 0,-35 14 0,-95 26 0,109-38 0,-144 40-67,-368 54 1,-147-22-655,-6-37 773,-242-47-52,2-29 0,587 16 0,-777-4 5,86 4-65,-69-64 849,268 0-789,-7 41 0,347 17 0,-1071 0 59,1105 21-50,120 16-9,251-9 0,32 0 0,48-5 0,1 0 0,-30-1 0,52-3 0,0 0 0,0-1 0,0 1 0,-1 0 0,1-1 0,0 1 0,0-1 0,0 1 0,0-1 0,0 0 0,0 0 0,0 0 0,0 0 0,0-1 0,1 1 0,-1 0 0,0-1 0,1 1 0,-1-1 0,1 1 0,0-1 0,-1 0 0,1 0 0,0 0 0,0 0 0,0 1 0,0-1 0,0-1 0,1 1 0,-2-3 0,0-6 0,1 0 0,0 0 0,0 0 0,2-22 0,0 19 0,74-821 0,2 210 0,-41-8 0,-41-507 0,-1 949 0,-9 1 0,-67-318 0,71 466 0,-2 0 0,-1 0 0,-3 2 0,-1 0 0,-2 1 0,-28-42 0,0 0 0,4-2 0,-35-90 0,50 112 0,19 43 0,2 0 0,0-1 0,-7-24 0,-7-29-8,14 49-263,1 1-1,1-1 1,1 0-1,-2-27 1,6 26-6555</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3.839"/>
    </inkml:context>
    <inkml:brush xml:id="br0">
      <inkml:brushProperty name="width" value="0.035" units="cm"/>
      <inkml:brushProperty name="height" value="0.035" units="cm"/>
      <inkml:brushProperty name="color" value="#E71224"/>
    </inkml:brush>
  </inkml:definitions>
  <inkml:trace contextRef="#ctx0" brushRef="#br0">356 1 24575,'-2'468'0,"4"504"0,-1-937 0,0 58 0,26 184 0,-26-273 0,-1 0 0,1 1 0,0-1 0,-1 1 0,0-1 0,0 0 0,0 1 0,-1-1 0,0 1 0,-1 6 0,1-9 0,0-1 0,0 1 0,0-1 0,0 0 0,0 1 0,0-1 0,0 0 0,0 0 0,0 0 0,-1 0 0,1 0 0,0 0 0,-1 0 0,1 0 0,-1-1 0,1 1 0,-1 0 0,1-1 0,-1 1 0,0-1 0,1 0 0,-1 1 0,0-1 0,1 0 0,-1 0 0,1 0 0,-1 0 0,0-1 0,1 1 0,-1 0 0,-2-1 0,-9-3 0,0 0 0,1 0 0,-1-1 0,1-1 0,1 0 0,-1-1 0,1 0 0,-12-9 0,-21-13 0,43 28 0,0 0 0,0 0 0,0 0 0,-1 0 0,1 1 0,0-1 0,0 1 0,-1-1 0,1 0 0,0 1 0,0 0 0,-1-1 0,1 1 0,0 0 0,-1 0 0,1 0 0,-1 0 0,1 0 0,0 0 0,-1 0 0,1 0 0,0 1 0,-3 0 0,4 0 0,-1 0 0,0 0 0,1 0 0,-1 0 0,1 0 0,-1 0 0,1 0 0,-1 1 0,1-1 0,0 0 0,0 0 0,0 0 0,0 1 0,-1-1 0,2 0 0,-1 0 0,0 1 0,0-1 0,0 0 0,1 2 0,3 12 0,0 0 0,12 28 0,-16-43 0,104 214 0,-79-171 0,2-1 0,59 70 0,-77-102 0,0 0 0,1 0 0,0-2 0,17 12 0,-25-18 0,0 0 0,0-1 0,1 0 0,-1 1 0,0-1 0,1 0 0,-1 0 0,1 0 0,-1-1 0,1 1 0,0-1 0,-1 1 0,1-1 0,0 0 0,-1 0 0,1 0 0,0 0 0,-1 0 0,1-1 0,-1 1 0,1-1 0,0 0 0,-1 0 0,0 0 0,1 0 0,-1 0 0,1 0 0,-1-1 0,3-2 0,9-11 0,-2 0 0,1-2 0,-2 1 0,0-1 0,-1-1 0,9-23 0,-7 18 0,8-17 0,-1-1 0,-2-1 0,-2 0 0,-1-2 0,7-45 0,-20 83 0,0-1 0,-1 0 0,1 1 0,-2-1 0,1 0 0,-1 1 0,1-1 0,-2 0 0,1 1 0,-1-1 0,-4-10 0,3 13 0,1-1 0,-1 1 0,0 0 0,0 1 0,0-1 0,-1 0 0,1 1 0,-1 0 0,0-1 0,0 1 0,0 1 0,0-1 0,0 1 0,-1 0 0,1 0 0,-9-3 0,-15-3 0,0 1 0,0 1 0,-55-3 0,-88 7 0,103 3 0,6-1-682,-114-15-1,148 10-6143</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4.825"/>
    </inkml:context>
    <inkml:brush xml:id="br0">
      <inkml:brushProperty name="width" value="0.035" units="cm"/>
      <inkml:brushProperty name="height" value="0.035" units="cm"/>
      <inkml:brushProperty name="color" value="#E71224"/>
    </inkml:brush>
  </inkml:definitions>
  <inkml:trace contextRef="#ctx0" brushRef="#br0">327 58 24575,'0'-2'0,"0"0"0,0 0 0,-1 0 0,1 0 0,0 0 0,-1 0 0,1 0 0,-1 0 0,0 0 0,0 0 0,0 1 0,0-1 0,0 0 0,0 0 0,0 1 0,0-1 0,-1 1 0,1-1 0,0 1 0,-1 0 0,0-1 0,-1 0 0,-2-1 0,0 1 0,1 0 0,-1 0 0,0 1 0,0-1 0,0 1 0,0 0 0,-9 0 0,-3 0 0,-1 1 0,1 1 0,0 1 0,-24 4 0,28-3 0,0 1 0,0 0 0,1 0 0,0 1 0,-1 1 0,-12 8 0,22-13 0,0 1 0,0 0 0,1 0 0,-1 0 0,1 0 0,-1 1 0,1-1 0,0 0 0,0 1 0,0 0 0,0-1 0,0 1 0,1 0 0,-1 0 0,1 0 0,0 0 0,0 0 0,0 0 0,0 1 0,1-1 0,-1 0 0,1 0 0,-1 1 0,1-1 0,1 0 0,-1 1 0,0-1 0,1 0 0,-1 0 0,3 5 0,1 3 0,1 0 0,1 0 0,0 0 0,0-1 0,1 0 0,1-1 0,0 1 0,16 14 0,80 61 0,-98-81 0,79 56 0,44 33 0,-109-76 0,-1 0 0,-1 1 0,0 0 0,15 23 0,-29-36 0,-1-1 0,0 1 0,0 0 0,0 1 0,-1-1 0,0 0 0,0 1 0,0-1 0,0 1 0,-1 0 0,0-1 0,0 1 0,-1 0 0,1 7 0,-2-8 0,0-1 0,0 1 0,0 0 0,-1 0 0,0-1 0,0 1 0,0-1 0,0 0 0,-1 1 0,1-1 0,-1 0 0,0 0 0,0-1 0,-1 1 0,1-1 0,-1 0 0,-5 4 0,-4 3 0,-1-1 0,-1 0 0,0-1 0,0-1 0,0-1 0,-1 0 0,0 0 0,0-2 0,-31 5 0,14-5 0,1-2 0,-1-1 0,0-1 0,-37-6 0,46 1-1365,6-2-5461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5.461"/>
    </inkml:context>
    <inkml:brush xml:id="br0">
      <inkml:brushProperty name="width" value="0.035" units="cm"/>
      <inkml:brushProperty name="height" value="0.035" units="cm"/>
      <inkml:brushProperty name="color" value="#E71224"/>
    </inkml:brush>
  </inkml:definitions>
  <inkml:trace contextRef="#ctx0" brushRef="#br0">0 552 24575,'0'-1'0,"1"0"0,-1 0 0,0 0 0,1 0 0,-1 0 0,1 0 0,0 0 0,-1 0 0,1 0 0,0 0 0,-1 0 0,1 0 0,0 1 0,0-1 0,0 0 0,-1 1 0,1-1 0,0 0 0,2 0 0,25-13 0,-18 10 0,31-17 0,75-52 0,-94 57 0,-2-1 0,1-1 0,-2 0 0,30-38 0,-43 47 0,0-1 0,-1 1 0,0-1 0,0 0 0,-1 0 0,-1 0 0,1 0 0,-2-1 0,1 0 0,-1 1 0,-1-1 0,0 0 0,-1 0 0,0 0 0,0 0 0,-1 0 0,-1 1 0,0-1 0,-5-15 0,4 21 0,0 0 0,0 0 0,0 0 0,-1 1 0,0-1 0,0 1 0,0 0 0,-1 1 0,1-1 0,-1 1 0,0-1 0,0 1 0,0 1 0,0-1 0,0 1 0,-1 0 0,1 0 0,-1 1 0,0-1 0,1 1 0,-9 0 0,9 0 0,-1 0 0,1 0 0,-1 1 0,1 0 0,0 0 0,-1 1 0,1-1 0,-1 1 0,1 0 0,0 1 0,0-1 0,0 1 0,0 0 0,0 0 0,0 1 0,0-1 0,0 1 0,1 0 0,0 0 0,-1 1 0,1-1 0,1 1 0,-6 5 0,3 2 0,1 1 0,-1-1 0,2 1 0,0 0 0,0 0 0,1 0 0,1 1 0,0-1 0,0 1 0,1 0 0,1-1 0,0 1 0,4 24 0,1-9 0,0 0 0,2-1 0,1 0 0,2-1 0,14 32 0,50 79 0,-61-117 0,0-2 0,1 1 0,0-2 0,32 29 0,-44-44 6,1 1-1,0-1 1,0 0-1,0 0 0,1 0 1,-1 0-1,0-1 1,1 1-1,-1-1 1,1 0-1,-1 0 1,1 0-1,0 0 0,-1-1 1,1 1-1,0-1 1,-1 0-1,1 0 1,0-1-1,0 1 1,4-2-1,-2 0-129,0-1 0,0 1 1,0-1-1,0 0 0,-1-1 0,0 1 1,1-1-1,-1 0 0,-1-1 0,1 1 1,5-7-1,13-18-6702</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5.987"/>
    </inkml:context>
    <inkml:brush xml:id="br0">
      <inkml:brushProperty name="width" value="0.035" units="cm"/>
      <inkml:brushProperty name="height" value="0.035" units="cm"/>
      <inkml:brushProperty name="color" value="#E71224"/>
    </inkml:brush>
  </inkml:definitions>
  <inkml:trace contextRef="#ctx0" brushRef="#br0">167 277 24575,'6'-9'0,"0"0"0,-1-1 0,0 0 0,0 0 0,-1 0 0,-1-1 0,1 1 0,1-16 0,-1 13 0,-1-1 0,-1 0 0,0 0 0,-1 0 0,-1-16 0,0 27 0,0 0 0,0 0 0,-1 0 0,1 0 0,-1 0 0,0 0 0,0 0 0,0 0 0,0 1 0,0-1 0,0 0 0,-1 1 0,0-1 0,1 1 0,-1-1 0,0 1 0,0 0 0,0 0 0,0 0 0,-1 0 0,1 0 0,-1 1 0,1-1 0,-1 1 0,1-1 0,-1 1 0,0 0 0,0 0 0,1 0 0,-7-1 0,4 1 0,-1 0 0,1 0 0,0 1 0,-1 0 0,1 0 0,-1 0 0,1 0 0,-1 1 0,1 0 0,0 0 0,-1 1 0,1-1 0,0 1 0,0 0 0,0 1 0,0-1 0,0 1 0,1 0 0,-1 0 0,-5 5 0,5-2 0,0 0 0,1 0 0,-1 0 0,1 1 0,0-1 0,1 1 0,0 0 0,0 0 0,0 0 0,1 0 0,0 1 0,0-1 0,1 1 0,-1 8 0,1 4 0,0 1 0,2 0 0,0-1 0,1 1 0,2-1 0,0 0 0,0 1 0,13 29 0,-5-21 0,1-1 0,1 0 0,1-1 0,2-1 0,21 26 0,-33-45 0,1 0 0,0 0 0,0-1 0,0 0 0,1 0 0,0 0 0,1-1 0,-1 0 0,1-1 0,0 1 0,0-2 0,0 1 0,0-1 0,1 0 0,-1-1 0,1 0 0,0 0 0,0-1 0,0 0 0,0-1 0,-1 0 0,1 0 0,0-1 0,0 0 0,0 0 0,0-1 0,-1 0 0,15-6 0,30-16-1365,-30 14-5461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6.635"/>
    </inkml:context>
    <inkml:brush xml:id="br0">
      <inkml:brushProperty name="width" value="0.035" units="cm"/>
      <inkml:brushProperty name="height" value="0.035" units="cm"/>
      <inkml:brushProperty name="color" value="#E71224"/>
    </inkml:brush>
  </inkml:definitions>
  <inkml:trace contextRef="#ctx0" brushRef="#br0">2 1 24575,'-2'102'0,"6"146"0,-2-213 0,3-1 0,0 1 0,2-1 0,22 62 0,-18-77 0,-11-19 0,0 0 0,0 1 0,0-1 0,0 0 0,1 0 0,-1 0 0,0 0 0,0 1 0,0-1 0,0 0 0,1 0 0,-1 0 0,0 0 0,0 0 0,1 0 0,-1 0 0,0 0 0,0 1 0,0-1 0,1 0 0,-1 0 0,0 0 0,0 0 0,1 0 0,-1 0 0,0 0 0,0 0 0,0-1 0,1 1 0,-1 0 0,0 0 0,0 0 0,0 0 0,1 0 0,-1 0 0,0 0 0,0 0 0,1-1 0,0-1 0,0 0 0,0-1 0,1 1 0,-2-1 0,1 1 0,0-1 0,0 0 0,-1 1 0,0-1 0,1-4 0,3-109 0,-4 71 0,10-69 0,-8 100 0,1 1 0,0 0 0,1 0 0,0 0 0,1 0 0,1 1 0,0 0 0,1 0 0,12-17 0,-15 24 0,1 0 0,-1 0 0,1 1 0,0-1 0,1 1 0,-1 0 0,1 0 0,0 1 0,0 0 0,0 0 0,0 0 0,13-3 0,-14 5 0,0 0 0,0 0 0,0 0 0,0 1 0,0 0 0,0 0 0,0 0 0,0 1 0,0 0 0,0 0 0,-1 0 0,1 0 0,0 1 0,0-1 0,-1 1 0,1 1 0,8 4 0,3 6 0,0 1 0,-1 0 0,0 2 0,-1-1 0,-1 2 0,19 29 0,-9-7 0,37 83 0,-52-98-151,0 0-1,-2 0 0,0 0 0,-2 1 1,0 0-1,-2-1 0,-1 1 1,-4 45-1,2-45-6674</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7.209"/>
    </inkml:context>
    <inkml:brush xml:id="br0">
      <inkml:brushProperty name="width" value="0.035" units="cm"/>
      <inkml:brushProperty name="height" value="0.035" units="cm"/>
      <inkml:brushProperty name="color" value="#E71224"/>
    </inkml:brush>
  </inkml:definitions>
  <inkml:trace contextRef="#ctx0" brushRef="#br0">55 464 24575,'64'-59'0,"-42"41"0,-2-1 0,0 0 0,-1-1 0,-1-1 0,20-31 0,-34 45 0,-1 0 0,0-1 0,-1 1 0,1-1 0,-2 0 0,1 1 0,-1-1 0,0 0 0,0 0 0,-1 0 0,0 0 0,-1 0 0,0 0 0,0 1 0,0-1 0,-1 0 0,0 1 0,-1-1 0,0 1 0,-5-12 0,5 14 0,0-1 0,0 1 0,-1 0 0,0 0 0,1 0 0,-2 0 0,1 0 0,0 1 0,-1 0 0,0 0 0,0 0 0,0 1 0,-1-1 0,1 1 0,-1 1 0,1-1 0,-1 1 0,0 0 0,0 0 0,0 0 0,0 1 0,-1 0 0,1 0 0,0 1 0,0 0 0,-8 0 0,9 1 0,1 0 0,0 1 0,-1-1 0,1 1 0,0 0 0,0 0 0,0 0 0,0 0 0,1 1 0,-1-1 0,1 1 0,-1 0 0,1 0 0,0 1 0,0-1 0,0 1 0,0-1 0,1 1 0,0 0 0,0 0 0,0 0 0,0 0 0,-2 8 0,-3 8 0,2 0 0,0 1 0,-3 34 0,5-33 0,2 0 0,0 0 0,1 0 0,2 0 0,0 1 0,1-1 0,1-1 0,2 1 0,0-1 0,1 0 0,1 0 0,0 0 0,24 37 0,-11-25 0,1-1 0,41 46 0,-51-64 0,1-2 0,0 0 0,1 0 0,0-1 0,1-1 0,0 0 0,31 14 0,-42-22 0,1 0 0,0-1 0,-1 1 0,1-1 0,0 0 0,0 0 0,0 0 0,0-1 0,0 0 0,0 0 0,5-1 0,-7 1 0,0-1 0,0 0 0,-1 0 0,1 0 0,0-1 0,-1 1 0,1-1 0,-1 1 0,0-1 0,0 0 0,1 0 0,-1 0 0,0 0 0,0 0 0,-1-1 0,1 1 0,0 0 0,-1-1 0,3-5 0,8-20-682,11-32-1,-15 33-6143</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7.640"/>
    </inkml:context>
    <inkml:brush xml:id="br0">
      <inkml:brushProperty name="width" value="0.035" units="cm"/>
      <inkml:brushProperty name="height" value="0.035" units="cm"/>
      <inkml:brushProperty name="color" value="#E71224"/>
    </inkml:brush>
  </inkml:definitions>
  <inkml:trace contextRef="#ctx0" brushRef="#br0">637 0 24575,'-9'1'0,"1"0"0,-1 0 0,1 1 0,-1 0 0,1 1 0,-1 0 0,1 0 0,0 1 0,1 0 0,-10 6 0,-11 8 0,-32 28 0,54-41 0,-59 53 0,3 2 0,3 3 0,2 2 0,4 3 0,-48 79 0,64-82-1365,28-52-5461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7.918"/>
    </inkml:context>
    <inkml:brush xml:id="br0">
      <inkml:brushProperty name="width" value="0.035" units="cm"/>
      <inkml:brushProperty name="height" value="0.035" units="cm"/>
      <inkml:brushProperty name="color" value="#E71224"/>
    </inkml:brush>
  </inkml:definitions>
  <inkml:trace contextRef="#ctx0" brushRef="#br0">0 1 24575,'5'9'0,"6"16"0,5 19 0,10 10 0,5 11 0,6 2 0,2 0 0,-2-3 0,-2-7 0,-7-9 0,-4-13 0,-6-12-8191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8.384"/>
    </inkml:context>
    <inkml:brush xml:id="br0">
      <inkml:brushProperty name="width" value="0.035" units="cm"/>
      <inkml:brushProperty name="height" value="0.035" units="cm"/>
      <inkml:brushProperty name="color" value="#E71224"/>
    </inkml:brush>
  </inkml:definitions>
  <inkml:trace contextRef="#ctx0" brushRef="#br0">130 0 24575,'-9'370'0,"-79"521"0,82-853 0,-5 29 0,3 0 0,1 91 0,12-113 0,-5-44 0,0 0 0,0 0 0,1-1 0,-1 1 0,0 0 0,0-1 0,1 1 0,-1 0 0,0-1 0,1 1 0,-1 0 0,1-1 0,-1 1 0,1-1 0,-1 1 0,1-1 0,-1 1 0,1-1 0,1 2 0,-1-3 0,-1 1 0,1 0 0,0 0 0,0 0 0,-1-1 0,1 1 0,0 0 0,0-1 0,-1 1 0,1-1 0,-1 1 0,1 0 0,0-1 0,-1 0 0,1 1 0,-1-1 0,1 1 0,-1-1 0,1 0 0,-1 1 0,1-1 0,-1 0 0,0 1 0,1-2 0,18-37-1365,1-10-5461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08.815"/>
    </inkml:context>
    <inkml:brush xml:id="br0">
      <inkml:brushProperty name="width" value="0.035" units="cm"/>
      <inkml:brushProperty name="height" value="0.035" units="cm"/>
      <inkml:brushProperty name="color" value="#E71224"/>
    </inkml:brush>
  </inkml:definitions>
  <inkml:trace contextRef="#ctx0" brushRef="#br0">1 424 24575,'0'-5'0,"0"-6"0,4-6 0,12-9 0,20-4 0,24-7 0,28-6 0,18-5 0,4-4 0,-11 3 0,-14 9 0,-16 12 0,-21 6 0,-18 7-8191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10.026"/>
    </inkml:context>
    <inkml:brush xml:id="br0">
      <inkml:brushProperty name="width" value="0.035" units="cm"/>
      <inkml:brushProperty name="height" value="0.035" units="cm"/>
      <inkml:brushProperty name="color" value="#E71224"/>
    </inkml:brush>
  </inkml:definitions>
  <inkml:trace contextRef="#ctx0" brushRef="#br0">276 68 24575,'0'1106'0,"0"-1076"0,1-17 0,0 0 0,-2 0 0,0 0 0,0 0 0,-4 17 0,5-29 0,0-1 0,-1 0 0,1 1 0,0-1 0,0 1 0,0-1 0,0 0 0,0 1 0,0-1 0,-1 1 0,1-1 0,0 0 0,0 1 0,-1-1 0,1 0 0,0 1 0,0-1 0,-1 0 0,1 1 0,0-1 0,-1 0 0,1 0 0,-1 1 0,1-1 0,0 0 0,-1 0 0,1 0 0,-1 0 0,1 1 0,0-1 0,-1 0 0,1 0 0,-1 0 0,1 0 0,-1 0 0,1 0 0,0 0 0,-1 0 0,1 0 0,-1 0 0,1-1 0,0 1 0,-1 0 0,1 0 0,-1 0 0,1 0 0,0-1 0,-1 1 0,1 0 0,-1 0 0,1-1 0,0 1 0,0 0 0,-1-1 0,1 1 0,0 0 0,-1-1 0,1 1 0,0 0 0,0-1 0,-1 0 0,-16-28 0,-8-29 0,-30-105 0,-2-71 0,22 72 0,-24-306 0,58 455 0,0 0 0,2 0 0,-1 0 0,2 1 0,-1-1 0,2 0 0,5-19 0,-6 28 0,0 0 0,0 0 0,0 1 0,0-1 0,0 0 0,1 1 0,0 0 0,0-1 0,0 1 0,0 0 0,0 0 0,0 1 0,1-1 0,-1 1 0,1 0 0,0 0 0,0 0 0,0 0 0,0 0 0,0 1 0,0 0 0,0 0 0,0 0 0,1 0 0,6 1 0,-2-1 0,0 1 0,0 0 0,0 1 0,1 0 0,-1 0 0,0 1 0,-1 0 0,1 1 0,0 0 0,-1 0 0,1 1 0,-1 0 0,12 8 0,-3 0 0,-1 2 0,0 0 0,-1 1 0,23 29 0,-32-37 0,-1 0 0,0 1 0,-1 0 0,0 0 0,0 0 0,0 0 0,-1 0 0,-1 1 0,1 0 0,-2 0 0,1-1 0,-1 1 0,0 0 0,-1 0 0,0 0 0,0 0 0,-1 0 0,-3 15 0,2-17 0,0 0 0,0 0 0,0 0 0,-1-1 0,0 1 0,0-1 0,-1 1 0,1-1 0,-2 0 0,1-1 0,0 1 0,-1-1 0,0 0 0,-1 0 0,1 0 0,-1-1 0,0 0 0,0 0 0,0 0 0,0-1 0,-1 0 0,1 0 0,-11 3 0,-14 0-1365,3-2-5461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11.731"/>
    </inkml:context>
    <inkml:brush xml:id="br0">
      <inkml:brushProperty name="width" value="0.035" units="cm"/>
      <inkml:brushProperty name="height" value="0.035" units="cm"/>
      <inkml:brushProperty name="color" value="#E71224"/>
    </inkml:brush>
  </inkml:definitions>
  <inkml:trace contextRef="#ctx0" brushRef="#br0">305 273 24575,'-69'-1'0,"-77"3"0,143-2 0,-1 0 0,0 0 0,1 1 0,-1 0 0,1-1 0,-1 1 0,1 1 0,0-1 0,-1 0 0,1 1 0,0 0 0,0-1 0,0 1 0,0 1 0,0-1 0,1 0 0,-1 1 0,0-1 0,1 1 0,0 0 0,-3 3 0,2 1 0,0 0 0,1 0 0,-1 0 0,1 0 0,0 1 0,1-1 0,0 0 0,0 1 0,1 9 0,-1 26 0,5 57 0,-3-98 0,-1 1 0,0-1 0,0 0 0,1 1 0,-1-1 0,1 0 0,0 0 0,0 0 0,0 1 0,0-1 0,0 0 0,0 0 0,0 0 0,1-1 0,-1 1 0,1 0 0,2 2 0,-2-3 0,0 0 0,-1 0 0,1 0 0,0-1 0,0 1 0,0-1 0,-1 1 0,1-1 0,0 0 0,0 0 0,0 0 0,0 0 0,0 0 0,0 0 0,-1 0 0,1 0 0,2-1 0,4-2 0,0 0 0,0 0 0,-1-1 0,1 0 0,-1 0 0,0-1 0,-1 1 0,10-10 0,5-7 0,-1-1 0,33-46 0,-13 15 0,-38 50 0,0 0 0,0 1 0,0-1 0,0 1 0,1 0 0,0-1 0,-1 1 0,1 0 0,0 1 0,0-1 0,4-1 0,-5 2 0,0 1 0,0-1 0,1 1 0,-1 0 0,0 0 0,0 0 0,1 0 0,-1 1 0,0-1 0,0 1 0,0-1 0,0 1 0,1 0 0,-1 0 0,0-1 0,0 2 0,0-1 0,1 1 0,77 55 0,-52-36 0,39 24 0,-57-40 0,0 0 0,1 0 0,-1-1 0,1 0 0,0-1 0,0 0 0,0-1 0,14 2 0,-16-5 0,0 1 0,0-1 0,0 0 0,-1-1 0,1 0 0,0-1 0,-1 1 0,1-2 0,-1 1 0,0-1 0,0 0 0,0-1 0,-1 0 0,1 0 0,-1-1 0,0 0 0,6-7 0,0 0 0,0-1 0,-1 0 0,-1-1 0,0-1 0,-1 0 0,-1 0 0,8-21 0,-10 21 0,-1-1 0,-1 0 0,0-1 0,3-34 0,-7 46 0,-1 0 0,0 1 0,0-1 0,-1 0 0,0 0 0,0 1 0,0-1 0,-3-8 0,2 11 0,1 0 0,0 1 0,-1-1 0,1 1 0,-1 0 0,0-1 0,0 1 0,0 0 0,0 0 0,0 0 0,0 0 0,-1 0 0,1 1 0,-1-1 0,1 1 0,-1-1 0,-5-1 0,-1 1 0,0-1 0,0 1 0,-1 0 0,1 1 0,-1 0 0,1 1 0,-1 0 0,0 0 0,1 1 0,-1 0 0,1 1 0,0 0 0,-1 0 0,1 1 0,-11 5 0,14-5 0,-1 0 0,1 1 0,-1 0 0,1 0 0,0 1 0,1-1 0,-1 1 0,1 1 0,0-1 0,0 1 0,0-1 0,1 1 0,0 1 0,0-1 0,1 1 0,0-1 0,0 1 0,0 0 0,1 0 0,-2 10 0,2-9 0,1 0 0,0 0 0,0 1 0,1-1 0,0 0 0,1 1 0,-1-1 0,4 13 0,-3-17 0,1 0 0,-1 0 0,1-1 0,0 1 0,0-1 0,0 1 0,0-1 0,0 0 0,1 1 0,0-1 0,-1-1 0,1 1 0,0 0 0,0-1 0,1 1 0,-1-1 0,0 0 0,1 0 0,7 2 0,-3-1 0,1 0 0,-1-1 0,1 0 0,0 0 0,-1-1 0,1-1 0,0 1 0,0-1 0,0-1 0,0 0 0,0 0 0,-1 0 0,14-5 0,-15 4 0,-1-1 0,0 1 0,1-1 0,-1 0 0,0-1 0,-1 0 0,1 1 0,-1-2 0,0 1 0,0-1 0,0 0 0,0 0 0,-1 0 0,0 0 0,0-1 0,0 0 0,-1 0 0,5-9 0,-5 4 0,7-16 0,-3 23 0,2 14 0,2 17 0,-1 0 0,-1 1 0,5 30 0,0-6 0,25 120 0,23 217 0,-61-376 0,4 42 0,-5-53 0,0 0 0,0 0 0,0-1 0,0 1 0,0 0 0,0 0 0,-1 0 0,1 0 0,-1-1 0,1 1 0,-1 0 0,0 0 0,0-1 0,0 1 0,0-1 0,0 1 0,0-1 0,0 1 0,0-1 0,-1 1 0,1-1 0,-3 2 0,4-3 0,-1 0 0,0 1 0,0-1 0,0 0 0,0 0 0,0 0 0,0 0 0,0 0 0,0 0 0,0 0 0,0 0 0,1 0 0,-1 0 0,0-1 0,0 1 0,0 0 0,0 0 0,0-1 0,0 1 0,1-1 0,-1 1 0,0-1 0,0 1 0,0-1 0,1 1 0,-1-1 0,0 0 0,1 1 0,-1-2 0,-17-27 0,9 8 0,2 0 0,0-1 0,1 0 0,1 0 0,2 0 0,0 0 0,1-1 0,1 1 0,1-1 0,1 0 0,1 1 0,2-1 0,0 1 0,10-32 0,-7 36 0,1 0 0,1 0 0,1 1 0,0 0 0,2 1 0,0 0 0,17-18 0,13-7 0,52-40 0,-58 53 0,-1-2 0,-2-2 0,30-37 0,-57 61 0,-1-1 0,0 0 0,0 0 0,-1-1 0,-1 0 0,0 1 0,0-1 0,-1 0 0,0 0 0,0 0 0,-1-1 0,-1 1 0,0 0 0,0 0 0,-1-1 0,0 1 0,-4-14 0,4 20 0,0-1 0,-1 1 0,0 0 0,0-1 0,0 1 0,0 0 0,0 0 0,-1 0 0,0 1 0,0-1 0,0 1 0,0-1 0,0 1 0,-1 0 0,1 0 0,-1 1 0,0-1 0,0 1 0,0 0 0,-5-2 0,7 2 0,-1 1 0,1 0 0,-1 1 0,1-1 0,-1 0 0,0 1 0,1-1 0,-1 1 0,0 0 0,1 0 0,-1 0 0,0 0 0,1 1 0,-1-1 0,0 0 0,1 1 0,-1 0 0,1 0 0,-1 0 0,1 0 0,-1 0 0,1 0 0,0 1 0,0-1 0,-1 1 0,1 0 0,0-1 0,0 1 0,1 0 0,-1 0 0,0 0 0,1 1 0,-1-1 0,-2 5 0,0 4 0,-1 0 0,2 1 0,-1 0 0,2-1 0,-1 1 0,2 0 0,0 0 0,0 0 0,1 1 0,2 16 0,0-5 0,2 0 0,1 0 0,1-1 0,10 30 0,-10-39 0,-1 0 0,2 0 0,0-1 0,0 0 0,2 0 0,15 19 0,-20-28 0,-1-1 0,0 1 0,1-1 0,0 0 0,-1 0 0,1-1 0,0 1 0,1-1 0,-1 0 0,0 0 0,1 0 0,-1-1 0,1 1 0,-1-1 0,1 0 0,0 0 0,-1-1 0,1 0 0,0 1 0,0-1 0,0-1 0,-1 1 0,1-1 0,0 0 0,4-1 0,8-5 0,-1 0 0,-1-1 0,1 0 0,-1-2 0,-1 0 0,0 0 0,0-1 0,-1-1 0,21-23 0,-32 32-76,1 0 1,-1 1-1,1-1 0,0 1 0,0 0 0,0 0 0,0 0 0,0 0 1,0 0-1,1 0 0,-1 1 0,0 0 0,1 0 0,0 0 1,-1 0-1,1 0 0,4 0 0,11 3-6750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52:12.892"/>
    </inkml:context>
    <inkml:brush xml:id="br0">
      <inkml:brushProperty name="width" value="0.035" units="cm"/>
      <inkml:brushProperty name="height" value="0.035" units="cm"/>
      <inkml:brushProperty name="color" value="#E71224"/>
    </inkml:brush>
  </inkml:definitions>
  <inkml:trace contextRef="#ctx0" brushRef="#br0">474 0 24575,'1'214'0,"-19"490"0,17-690 0,1-2 0,-2 1 0,1-1 0,-1 0 0,-8 23 0,9-32 0,0 0 0,-1-1 0,1 1 0,0-1 0,-1 0 0,1 1 0,-1-1 0,0 0 0,0 0 0,0 0 0,0 0 0,0 0 0,0-1 0,-1 1 0,1-1 0,-1 1 0,1-1 0,-1 0 0,1 0 0,-1 0 0,0 0 0,1 0 0,-1-1 0,0 1 0,0-1 0,1 0 0,-5 0 0,-3 0 0,0-2 0,-1 1 0,1-1 0,0-1 0,0 0 0,1 0 0,-1-1 0,0 0 0,1-1 0,0 0 0,0-1 0,-10-8 0,-12-10 0,-48-50 0,75 70 0,-26-26 0,15 17 0,0-2 0,1 0 0,1 0 0,-21-33 0,33 48 0,1-1 0,-1 0 0,1 0 0,-1 0 0,1 0 0,-1 0 0,1 1 0,0-1 0,-1 0 0,1 0 0,0 0 0,0 0 0,0 0 0,0 0 0,0 0 0,0 0 0,0-2 0,1 3 0,-1 0 0,1 0 0,0 0 0,0 0 0,-1 0 0,1 0 0,0 0 0,0 0 0,-1 0 0,1 0 0,0 0 0,0 0 0,-1 0 0,1 1 0,0-1 0,0 0 0,-1 1 0,1-1 0,0 0 0,-1 1 0,1-1 0,-1 1 0,1-1 0,0 2 0,31 21 0,-2 2 0,0 1 0,-2 1 0,26 33 0,6 4 0,148 157 0,-207-220 0,1 1 0,-1 0 0,1 0 0,0 0 0,0-1 0,0 1 0,0-1 0,0 0 0,0 1 0,0-1 0,1 0 0,-1 0 0,0 0 0,1-1 0,-1 1 0,1 0 0,-1-1 0,0 0 0,1 1 0,-1-1 0,1 0 0,-1-1 0,1 1 0,-1 0 0,1-1 0,-1 1 0,1-1 0,-1 1 0,0-1 0,1 0 0,-1 0 0,0-1 0,0 1 0,0 0 0,0-1 0,0 1 0,2-3 0,7-6 0,-1-1 0,0-1 0,0 0 0,-1 0 0,8-15 0,-16 25 0,67-119-455,-4-4 0,92-260 0,-134 319-6371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7:05.991"/>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15:57.663"/>
    </inkml:context>
    <inkml:brush xml:id="br0">
      <inkml:brushProperty name="width" value="0.035" units="cm"/>
      <inkml:brushProperty name="height" value="0.035" units="cm"/>
      <inkml:brushProperty name="color" value="#E71224"/>
    </inkml:brush>
  </inkml:definitions>
  <inkml:trace contextRef="#ctx0" brushRef="#br0">1 1 24575,'12'1'0,"-1"0"0,1 1 0,0 1 0,-1 0 0,0 0 0,0 1 0,12 6 0,4 1 0,323 145 15,-8 26-204,-130-67-450,690 342 477,-350-204 162,19-52 0,-557-196 118,-4-2 79,-1 0 1,0-1 0,15 2 0,-23-4-248,1 0 0,0 1 0,-1-1 0,1 0 0,0-1 0,-1 1 0,1 0 0,0 0 0,-1-1 0,1 1 0,-1-1 0,1 1 0,-1-1 0,1 0 0,-1 0 1,1 1-1,-1-1 0,1 0 0,-1 0 0,0 0 0,0-1 0,0 1 0,1 0 0,-1 0 0,1-3 0,4-11-6776</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15:58.335"/>
    </inkml:context>
    <inkml:brush xml:id="br0">
      <inkml:brushProperty name="width" value="0.035" units="cm"/>
      <inkml:brushProperty name="height" value="0.035" units="cm"/>
      <inkml:brushProperty name="color" value="#E71224"/>
    </inkml:brush>
  </inkml:definitions>
  <inkml:trace contextRef="#ctx0" brushRef="#br0">1 12 24575,'0'-1'0,"0"0"0,1 1 0,-1-1 0,1 0 0,-1 0 0,1 1 0,0-1 0,-1 1 0,1-1 0,0 0 0,-1 1 0,1-1 0,0 1 0,-1 0 0,1-1 0,0 1 0,0 0 0,0-1 0,-1 1 0,1 0 0,0 0 0,0 0 0,0-1 0,0 1 0,0 0 0,-1 0 0,1 1 0,0-1 0,1 0 0,30 1 0,-1 3 0,1 2 0,-2 1 0,53 20 0,90 46 0,-160-67 0,209 102 0,-5 10 0,225 161 0,-419-263 0,100 69 0,176 93 0,-275-168 0,1-1 0,41 10 0,-7-3 0,99 38-1365,-129-43-5461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16:03.976"/>
    </inkml:context>
    <inkml:brush xml:id="br0">
      <inkml:brushProperty name="width" value="0.035" units="cm"/>
      <inkml:brushProperty name="height" value="0.035" units="cm"/>
      <inkml:brushProperty name="color" value="#E71224"/>
    </inkml:brush>
  </inkml:definitions>
  <inkml:trace contextRef="#ctx0" brushRef="#br0">0 977 24575,'6'-8'0,"-1"1"0,1 0 0,0 0 0,0 0 0,1 1 0,0-1 0,0 2 0,0-1 0,1 1 0,15-8 0,-2 0 0,27-15 0,2 1 0,94-36 0,118-23 0,-232 77 0,2213-610-1219,-2061 576 57,-129 32-4648</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15:59.052"/>
    </inkml:context>
    <inkml:brush xml:id="br0">
      <inkml:brushProperty name="width" value="0.035" units="cm"/>
      <inkml:brushProperty name="height" value="0.035" units="cm"/>
      <inkml:brushProperty name="color" value="#E71224"/>
    </inkml:brush>
  </inkml:definitions>
  <inkml:trace contextRef="#ctx0" brushRef="#br0">1 1 24575,'132'146'0,"-21"-23"0,108 99-283,9-9 1,10-11-1,310 202 0,-79-132 275,-375-227 79,3-4 0,1-5 1,118 27-1,-168-51-14,1-3 0,68 4 0,-101-12 0,-1-1 0,1 0 0,0-2 0,0 1-1,0-2 1,-1 0 0,1-1 0,-1 0 0,0-1 0,0-1 0,19-11 0,-7-3-1422,-4-1-5461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15:59.735"/>
    </inkml:context>
    <inkml:brush xml:id="br0">
      <inkml:brushProperty name="width" value="0.035" units="cm"/>
      <inkml:brushProperty name="height" value="0.035" units="cm"/>
      <inkml:brushProperty name="color" value="#E71224"/>
    </inkml:brush>
  </inkml:definitions>
  <inkml:trace contextRef="#ctx0" brushRef="#br0">1 1 24575,'9'5'0,"44"24"0,41 30 0,46 28 0,45 32 0,23 18 0,8 5-1437,-4-4 1437,-12-7 0,-11-12 0,-25-17 0,-26-16 350,-32-19-350,-29-16 0,-24-16 0,-16-15 0,-14-10-7104</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16:04.834"/>
    </inkml:context>
    <inkml:brush xml:id="br0">
      <inkml:brushProperty name="width" value="0.035" units="cm"/>
      <inkml:brushProperty name="height" value="0.035" units="cm"/>
      <inkml:brushProperty name="color" value="#E71224"/>
    </inkml:brush>
  </inkml:definitions>
  <inkml:trace contextRef="#ctx0" brushRef="#br0">1 861 24575,'55'-17'0,"66"-12"0,-60 16 0,980-201-980,-735 154 1008,-3 1-28,584-127 0,-645 115-14,-199 56 57,-1-3 1,0-2-1,54-35 0,-44 16 854,-41 29-1191,1 0 0,0 2 0,1-1 1,19-9-1,-7 9-6532</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16:00.672"/>
    </inkml:context>
    <inkml:brush xml:id="br0">
      <inkml:brushProperty name="width" value="0.035" units="cm"/>
      <inkml:brushProperty name="height" value="0.035" units="cm"/>
      <inkml:brushProperty name="color" value="#E71224"/>
    </inkml:brush>
  </inkml:definitions>
  <inkml:trace contextRef="#ctx0" brushRef="#br0">1 1 24575,'15'1'0,"1"0"0,0 2 0,-1 0 0,1 0 0,-1 1 0,0 1 0,21 10 0,98 58 0,-30-5 0,96 81 0,87 96 0,-189-159 0,5 6 0,-32-26 0,111 78 0,-170-137-105,0-1 0,0 0 0,1-1 0,0 0 0,0-1 0,1 0 0,-1-1 0,1-1 0,-1 0 0,1 0 0,0-2 0,20-1 0,-1 1-6721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16:01.315"/>
    </inkml:context>
    <inkml:brush xml:id="br0">
      <inkml:brushProperty name="width" value="0.035" units="cm"/>
      <inkml:brushProperty name="height" value="0.035" units="cm"/>
      <inkml:brushProperty name="color" value="#E71224"/>
    </inkml:brush>
  </inkml:definitions>
  <inkml:trace contextRef="#ctx0" brushRef="#br0">0 1 24575,'8'1'0,"0"0"0,0 1 0,-1 0 0,1 0 0,-1 1 0,1 0 0,-1 0 0,0 1 0,9 6 0,-3-2 0,36 21 0,81 65 0,37 50 0,-149-128 0,133 120 0,184 156 0,-301-262-1365,-23-17-5461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7:16:05.891"/>
    </inkml:context>
    <inkml:brush xml:id="br0">
      <inkml:brushProperty name="width" value="0.035" units="cm"/>
      <inkml:brushProperty name="height" value="0.035" units="cm"/>
      <inkml:brushProperty name="color" value="#E71224"/>
    </inkml:brush>
  </inkml:definitions>
  <inkml:trace contextRef="#ctx0" brushRef="#br0">0 827 24575,'37'-14'0,"40"-18"0,52-18 0,65-19 0,44-15 0,38-3-1842,26-1 1842,9 1 0,-8 11 0,-24 13 0,-35 14 0,-41 10 0,-47 7 445,-39 9-445,-41 3 0,-32 6-6794</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7:05.991"/>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8:48.990"/>
    </inkml:context>
    <inkml:brush xml:id="br0">
      <inkml:brushProperty name="width" value="0.035" units="cm"/>
      <inkml:brushProperty name="height" value="0.035" units="cm"/>
      <inkml:brushProperty name="color" value="#E71224"/>
    </inkml:brush>
  </inkml:definitions>
  <inkml:trace contextRef="#ctx0" brushRef="#br0">2494 788 24575,'-3'-1'0,"-1"-1"0,1 1 0,-1-1 0,1 1 0,0-1 0,0 0 0,0 0 0,0 0 0,0 0 0,1-1 0,-5-4 0,-4-3 0,-45-28 0,-1 4 0,-1 1 0,-73-29 0,84 41 0,-13-5 0,0 4 0,-2 1 0,0 4 0,-1 2 0,-1 3 0,0 3 0,-119-2 0,126 11 0,-1 3 0,1 3 0,0 2 0,0 3 0,1 2 0,1 3 0,0 2 0,1 2 0,-53 29 0,73-30 0,0 2 0,1 1 0,1 2 0,1 1 0,-29 32 0,23-17 0,2 1 0,1 2 0,-31 53 0,8 7 0,4 1 0,-71 203 0,71-152 0,6 3 0,7 1 0,7 2 0,8 1 0,-10 281 0,36-375 0,3 1 0,3-1 0,3-1 0,3 1 0,30 93 0,-16-86 0,3-1 0,3-2 0,3-2 0,65 95 0,40 36 0,190 208 0,-227-298-178,6-6 1,3-4-1,5-6 0,242 150 0,-202-156 191,4-7 0,4-7-1,302 93 1,-201-99-280,2-11 0,469 38-1,555-47-1699,-977-44 1313,1082 43 399,139 2-687,-427-67-382,1-43-299,1112-19 1326,-4 75-11,-1991 4 201,3073 3 1159,-1554-104-1052,-275-140 0,-876 136 0,324-21 0,-564 83 0,166-13 0,151-20 0,-517 51 95,0-7-1,-2-7 1,-2-6-1,244-109 1,-347 130 801,0-3 1,-1-2-1,-2-2 1,68-59-1,-87 65-550,-2 0-1,0-2 1,-2-1-1,-1-1 1,-1-1 0,-2-1-1,-1 0 1,15-37-1,-7 2-345,-3-1 0,-3-1 0,-3-1 0,-3 0 0,-3-1 0,-3 0 0,-3-1 0,-3 1 0,-3-1 0,-4 0 0,-14-79 0,-3 35 0,-5 0 0,-75-201 0,66 232 0,-3 1 0,-3 3 0,-4 1 0,-70-89 0,52 87 0,-3 4 0,-3 2 0,-4 4 0,-3 3 0,-3 3 0,-2 4 0,-130-73 0,79 65 16,-3 6 0,-158-50 0,-301-55-898,-364-10-1185,-11 84 1742,-7 59 193,-4 33-1354,-2312 10-2181,1118 91 3579,1141-22 40,-3-59 1267,832-26-1219,0-9 0,2-9 0,-283-73 0,-74-70 3450,300 86-1914,-411-90-28,-8 39-1379,-387-24-34,-7 98 27,519 74-195,-651 102 1,38 11 72,73 15 733,261-35-733,180-95 0,419-14 0,76 2-1365,99 0-5461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8:50.555"/>
    </inkml:context>
    <inkml:brush xml:id="br0">
      <inkml:brushProperty name="width" value="0.035" units="cm"/>
      <inkml:brushProperty name="height" value="0.035" units="cm"/>
      <inkml:brushProperty name="color" value="#E71224"/>
    </inkml:brush>
  </inkml:definitions>
  <inkml:trace contextRef="#ctx0" brushRef="#br0">192 1163 24575,'-11'-30'0,"-2"1"0,-18-29 0,-11-26 0,19 29 0,-24-95 0,39 118 0,2-1 0,1 0 0,2 0 0,1-51 0,2 76 0,1 0 0,1 0 0,0 0 0,0 0 0,0 1 0,1-1 0,0 1 0,0-1 0,1 1 0,0 0 0,1 0 0,-1 1 0,1-1 0,0 1 0,1 0 0,0 1 0,0-1 0,0 1 0,14-9 0,4 0 0,0 0 0,1 2 0,1 1 0,40-12 0,15 0 0,1 4 0,1 3 0,1 4 0,-1 4 0,2 3 0,126 9 0,-10 26 0,-200-29 0,0-1 0,0 1 0,0-1 0,0 0 0,0 1 0,0-1 0,0 0 0,0 0 0,0 0 0,0 0 0,0 0 0,0 0 0,0 0 0,0 0 0,0 0 0,0 0 0,0-1 0,0 1 0,0 0 0,0-1 0,0 1 0,0-1 0,0 1 0,-1-1 0,1 1 0,0-1 0,0 0 0,0 1 0,-1-1 0,1 0 0,0 0 0,-1 1 0,2-3 0,-2 1 0,0 0 0,0-1 0,0 1 0,-1 0 0,1-1 0,0 1 0,-1 0 0,0-1 0,1 1 0,-1 0 0,0 0 0,0 0 0,-1-1 0,1 1 0,-2-2 0,-12-17 0,-1 0 0,0 2 0,-2-1 0,0 2 0,-2 0 0,0 2 0,0 0 0,-40-22 0,35 18 0,23 14 0,19 9 0,49 20 0,-1 4 0,-1 3 0,83 51 0,-143-78 0,1 0 0,-1 0 0,0 0 0,0 0 0,0 0 0,-1 1 0,1 0 0,-1 0 0,4 4 0,-6-6 0,0 0 0,0 1 0,-1-1 0,1 0 0,0 0 0,-1 1 0,1-1 0,-1 0 0,0 1 0,0-1 0,0 1 0,0-1 0,0 0 0,0 1 0,-1-1 0,1 0 0,-1 1 0,0-1 0,0 0 0,-2 5 0,-8 12 0,-2 0 0,-1 0 0,0-1 0,-1-1 0,-1 0 0,0-1 0,-28 20 0,41-33 0,0-1 0,0 1 0,0-1 0,-1 0 0,1-1 0,0 1 0,-1 0 0,1-1 0,-1 0 0,0 0 0,1 0 0,-1 0 0,0 0 0,0-1 0,1 0 0,-7 0 0,7 0 0,0-1 0,-1 0 0,1 0 0,0-1 0,0 1 0,0 0 0,0-1 0,0 0 0,0 0 0,0 0 0,0 0 0,1 0 0,-1-1 0,1 1 0,0-1 0,-1 1 0,-2-7 0,-4-6 12,0 0-1,2-1 0,0 0 1,0 0-1,2 0 0,0-1 1,1 0-1,0 0 0,0-20 1,0-22-652,4-77 0,0 126 441,1-17-6627</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8:52.476"/>
    </inkml:context>
    <inkml:brush xml:id="br0">
      <inkml:brushProperty name="width" value="0.035" units="cm"/>
      <inkml:brushProperty name="height" value="0.035" units="cm"/>
      <inkml:brushProperty name="color" value="#E71224"/>
    </inkml:brush>
  </inkml:definitions>
  <inkml:trace contextRef="#ctx0" brushRef="#br0">0 545 24575,'2'0'0,"-1"1"0,0-1 0,1 1 0,-1-1 0,1 1 0,-1 0 0,0 0 0,1 0 0,-1 0 0,0 0 0,0 0 0,0 0 0,0 0 0,0 0 0,0 0 0,0 1 0,1 1 0,17 28 0,-13-21 0,18 32 0,-18-28 0,1-1 0,1 0 0,0 0 0,1-1 0,0 0 0,0 0 0,23 19 0,-30-30 0,0 0 0,0 0 0,0 0 0,0 0 0,1 0 0,-1-1 0,0 1 0,0-1 0,1 1 0,-1-1 0,0 0 0,1 0 0,-1 0 0,0 0 0,1-1 0,-1 1 0,0-1 0,0 1 0,0-1 0,1 0 0,-1 1 0,0-1 0,0-1 0,0 1 0,0 0 0,2-2 0,6-5 0,0 0 0,0 0 0,13-17 0,-18 20 0,98-113 0,98-147 0,-158 199 0,-3-2 0,33-76 0,-63 118-1365,-3 5-5461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27:54.375"/>
    </inkml:context>
    <inkml:brush xml:id="br0">
      <inkml:brushProperty name="width" value="0.035" units="cm"/>
      <inkml:brushProperty name="height" value="0.035" units="cm"/>
      <inkml:brushProperty name="color" value="#E71224"/>
    </inkml:brush>
  </inkml:definitions>
  <inkml:trace contextRef="#ctx0" brushRef="#br0">1869 325 24575,'-408'-2'0,"-449"6"0,786-3 0,0 4 0,1 2 0,-1 4 0,-114 33 0,177-41 0,0 0 0,0 0 0,0 0 0,0 1 0,0 0 0,1 1 0,0 0 0,0 0 0,0 0 0,1 1 0,0 0 0,0 0 0,-6 9 0,8-8 0,0 1 0,0 0 0,0 0 0,1 0 0,1 1 0,-1-1 0,1 1 0,1-1 0,0 1 0,0 0 0,0 0 0,2 14 0,1 2 0,1-1 0,1 0 0,1 0 0,1 0 0,2-1 0,0 1 0,1-2 0,1 1 0,1-2 0,17 25 0,4 1 0,2-2 0,3-1 0,54 52 0,-15-27 0,3-3 0,3-4 0,3-4 0,133 71 0,392 140 0,-469-220 17,2-6-1,150 26 1,302 2-1177,157-48 29,5-24-488,-421-2 1869,178 1-215,1121 0-208,-1 35-919,506-12 706,-1505-23 325,-163 3 61,1351-20 0,-1296-14 1212,742-141 1,-1135 153-1068,-56 10 758,109-30-1,-164 34-800,0-1-1,-1-1 0,0-1 1,0-1-1,-1-1 0,-1-1 1,0 0-1,35-32 0,-47 37-101,0-1 0,0 0 0,-1 0 0,0-1 0,-1 0 0,0-1 0,0 1 0,-1-1 0,-1 0 0,0 0 0,0-1 0,-1 1 0,-1-1 0,0 0 0,0 1 0,-1-1 0,-1-15 0,1-27 0,-10-77 0,5 104 0,-1-1 0,-1 2 0,-1-1 0,-20-44 0,12 37 0,-2 2 0,-1 0 0,-1 1 0,-2 1 0,-1 0 0,-1 2 0,-1 1 0,-2 1 0,-1 1 0,-1 1 0,0 2 0,-2 0 0,-1 2 0,0 2 0,-53-23 0,-1 7-24,-2 5 0,-1 3 0,-1 4 0,-131-15 0,-374-5-751,526 39 703,-988-20 72,-7 25 0,384 1 0,-241 23 0,236-3 0,-1554-18 0,864-59 0,425 10 0,884 42 0,-577-44-229,210-30 228,226 38 799,-216-2-388,44 7-421,153-7 11,-88-11 0,149 31 0,-314 4 0,452 18 12,-1 1 0,1 2 0,0 0 0,1 2 0,0 1 0,0 1 0,0 1 0,1 1 0,-23 14 0,26-12-161,1 0 1,0 2-1,2 0 1,-1 1-1,2 1 1,0 0-1,1 1 1,1 1-1,-26 41 1,32-42-6678</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28:08.959"/>
    </inkml:context>
    <inkml:brush xml:id="br0">
      <inkml:brushProperty name="width" value="0.035" units="cm"/>
      <inkml:brushProperty name="height" value="0.035" units="cm"/>
      <inkml:brushProperty name="color" value="#E71224"/>
    </inkml:brush>
  </inkml:definitions>
  <inkml:trace contextRef="#ctx0" brushRef="#br0">2277 21 24575,'-75'-10'0,"0"3"0,-82 4 0,87 3 0,-125 1-264,1 9-1,0 9 0,1 8 1,1 8-1,-198 65 1,170-21 331,179-61-64,2 2-1,0 2 1,-41 30-1,70-45 41,1 0 1,0 0-1,0 0 0,1 1 1,0 1-1,0-1 0,1 1 1,0 1-1,1-1 0,0 1 1,0 0-1,1 0 0,1 1 1,-1 0-1,2 0 0,-1 0 1,2 0-1,-1 0 0,2 0 0,-1 1 1,2-1-1,0 16 0,3 25 69,2-1-1,3 0 1,2 0-1,19 58 0,1-18-132,57 114-1,-53-144 22,1-1 0,77 94 0,-3-4 0,-103-141 0,17 26 0,-23-34 0,1-1 0,-1 1 0,1-1 0,-1 1 0,0 0 0,1-1 0,-1 1 0,0 0 0,0-1 0,1 1 0,-1 0 0,0 0 0,0-1 0,0 1 0,0 0 0,0 0 0,0-1 0,0 1 0,0 0 0,0-1 0,0 1 0,-1 0 0,1 0 0,0-1 0,0 1 0,-1 0 0,1-1 0,0 1 0,-1 0 0,1-1 0,0 1 0,-1-1 0,1 1 0,-1 0 0,0-1 0,1 1 0,-1-1 0,1 0 0,-1 1 0,-1 0 0,-1 0 0,-3 1 0,0 0 0,0 0 0,0 1 0,1 0 0,-10 6 0,13-7 0,0 0 0,0 0 0,0 0 0,1 0 0,-1 0 0,1 0 0,-1 1 0,1-1 0,0 0 0,0 1 0,0-1 0,0 1 0,0-1 0,1 1 0,-1-1 0,1 1 0,0 0 0,-1 2 0,2 3 0,-1-1 0,1 1 0,1 0 0,-1-1 0,1 1 0,1-1 0,-1 0 0,1 0 0,0 0 0,6 9 0,47 68 0,-45-69 0,55 68 0,-65-82 0,0 0 0,-1-1 0,1 1 0,-1 0 0,1-1 0,-1 1 0,1 0 0,-1 0 0,1-1 0,-1 1 0,1 0 0,-1 0 0,0 0 0,0 0 0,0 0 0,1-1 0,-1 1 0,0 0 0,0 0 0,0 0 0,0 0 0,0 0 0,0 0 0,-1 0 0,1 0 0,0-1 0,0 1 0,-1 0 0,1 0 0,0 0 0,-1 0 0,-1 0 0,1 0 0,-1 0 0,0 0 0,1 0 0,-1 0 0,0-1 0,0 1 0,1 0 0,-1-1 0,0 0 0,0 0 0,0 1 0,0-1 0,-1 0 0,-10-1 0,1 1 0,-1-2 0,-18-4 0,-4-4 0,1-2 0,0-1 0,1-2 0,1-2 0,-33-21 0,18 6 0,0-2 0,-61-58 0,104 88 0,1 1 0,-1 0 0,1 0 0,0 0 0,0-1 0,0 1 0,0-1 0,0 0 0,1 0 0,0 0 0,-1 0 0,-1-6 0,4 10 0,0-1 0,0 1 0,0 0 0,0-1 0,0 1 0,0 0 0,0-1 0,0 1 0,0-1 0,0 1 0,0 0 0,0-1 0,0 1 0,0-1 0,1 1 0,-1 0 0,0-1 0,0 1 0,0 0 0,1-1 0,-1 1 0,0 0 0,0-1 0,1 1 0,-1 0 0,0-1 0,0 1 0,1 0 0,-1 0 0,0 0 0,1-1 0,-1 1 0,1 0 0,-1 0 0,0 0 0,1 0 0,-1 0 0,0 0 0,1-1 0,-1 1 0,1 0 0,-1 0 0,0 0 0,1 0 0,0 1 0,19 3 0,18 13 0,0 2 0,65 43 0,-23-11 0,-38-26 0,1-2 0,2-1 0,60 20 0,-99-40 0,0 0 0,0-1 0,0 0 0,0 0 0,1 0 0,-1-1 0,0 0 0,11-1 0,-13 0 0,0 0 0,0 0 0,-1-1 0,1 1 0,0-1 0,-1 1 0,1-1 0,-1 0 0,0-1 0,0 1 0,0-1 0,0 1 0,0-1 0,4-6 0,2-3 0,-1 0 0,0-1 0,-1 0 0,-1-1 0,0 0 0,-1 0 0,-1 0 0,5-21 0,-1-10 0,4-64 0,-9 48 0,-6-111 0,2 167 0,1 0 0,-1-1 0,0 1 0,0 0 0,-1 1 0,0-1 0,1 0 0,-2 0 0,1 1 0,0-1 0,-1 1 0,0 0 0,0-1 0,0 2 0,-6-7 0,4 6 0,0 1 0,0 0 0,0 0 0,0 0 0,-1 1 0,1-1 0,-1 1 0,1 1 0,-1-1 0,0 1 0,0 0 0,0 0 0,-8 0 0,-28 1 0,1 1 0,-1 2 0,-75 15 0,-118 45 0,184-45-1365,14-3-5461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43:56.056"/>
    </inkml:context>
    <inkml:brush xml:id="br0">
      <inkml:brushProperty name="width" value="0.035" units="cm"/>
      <inkml:brushProperty name="height" value="0.035" units="cm"/>
      <inkml:brushProperty name="color" value="#E71224"/>
    </inkml:brush>
  </inkml:definitions>
  <inkml:trace contextRef="#ctx0" brushRef="#br0">2095 58 24575,'-275'-11'0,"60"1"0,-268-3 0,-463-7 0,924 19 0,8 0 0,0 1 0,0 1 0,0 0 0,-22 4 0,33-4 0,0 0 0,0 0 0,0 0 0,0 0 0,0 0 0,0 1 0,1 0 0,-1-1 0,1 1 0,-1 0 0,1 0 0,0 0 0,-1 0 0,1 1 0,0-1 0,0 1 0,1-1 0,-1 1 0,1 0 0,-1-1 0,1 1 0,0 0 0,0 0 0,0 0 0,-1 6 0,-1 11 0,1 1 0,2 0 0,0 1 0,0-1 0,2 0 0,1-1 0,1 1 0,0 0 0,2-1 0,11 29 0,-11-38 0,1 1 0,0-1 0,1-1 0,0 1 0,0-1 0,1-1 0,1 0 0,0 0 0,0-1 0,0 0 0,1 0 0,0-1 0,1-1 0,12 6 0,18 5 0,0-2 0,80 18 0,297 40 0,10-30 0,547-11-461,-298-21 194,314 31 267,-186 18 728,-363-34-728,0-27 0,-229 0 0,1175-1 0,-542-57 0,-588 32 0,550-54 0,-598 56 0,-167 18 0,0-3 0,70-25 0,-103 31 0,1-2 0,-1 0 0,0 0 0,0-1 0,-1 0 0,0 0 0,18-18 0,-6 0 0,32-45 0,-37 45 0,0 3 0,1 1 0,1 0 0,0 1 0,2 2 0,29-23 0,-48 41 0,-1-1 0,1 0 0,-1 0 0,1 0 0,-1 0 0,1 0 0,-1-1 0,0 1 0,1 0 0,-1-1 0,0 1 0,0-1 0,0 1 0,0-1 0,0 1 0,0-1 0,-1 0 0,1 1 0,0-1 0,-1 0 0,1 0 0,-1 1 0,0-1 0,0 0 0,0 0 0,0 0 0,0 0 0,0 1 0,0-1 0,0 0 0,-1 0 0,1 0 0,-1 1 0,0-4 0,-3 0 0,1 1 0,0 0 0,-1 0 0,0 0 0,0 0 0,0 0 0,0 1 0,-1 0 0,1 0 0,-1 0 0,-8-3 0,-19-8 0,0 1 0,-1 2 0,0 1 0,-60-9 0,-147-8 0,212 25 0,-837-38 0,-7 44 0,168 21 0,-40 2 0,-119 0 0,-256 2 0,200-30 0,823-4 0,-169-30 0,-4-2 0,-236 31 0,286 8 0,-371-2-1365,553 0-5461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43:57.578"/>
    </inkml:context>
    <inkml:brush xml:id="br0">
      <inkml:brushProperty name="width" value="0.035" units="cm"/>
      <inkml:brushProperty name="height" value="0.035" units="cm"/>
      <inkml:brushProperty name="color" value="#E71224"/>
    </inkml:brush>
  </inkml:definitions>
  <inkml:trace contextRef="#ctx0" brushRef="#br0">1898 1180 24575,'-400'15'0,"134"11"0,-316-11 0,545-17 0,-1-1 0,1-2 0,0-2 0,-47-14 0,64 14 0,0 0 0,0-1 0,2-1 0,-1-1 0,1-1 0,0-1 0,1 0 0,1-1 0,-18-18 0,4 0 0,1-1 0,2-2 0,-28-46 0,44 62 0,0-1 0,2-1 0,0 1 0,2-1 0,0-1 0,1 1 0,1-1 0,-3-32 0,6 38 0,1 0 0,1 0 0,1 0 0,4-27 0,-3 32 0,1 1 0,0 0 0,0 1 0,1-1 0,0 1 0,1-1 0,-1 1 0,2 1 0,5-9 0,12-9 0,0 0 0,2 1 0,1 2 0,0 1 0,2 0 0,0 2 0,1 2 0,36-17 0,-29 18 0,0 1 0,1 2 0,0 2 0,1 1 0,0 2 0,76-6 0,-81 14 0,1 1 0,0 1 0,0 2 0,59 15 0,123 51 0,-153-48 0,-61-21 0,-1 0 0,0 0 0,1-1 0,-1 1 0,1 0 0,-1-1 0,1 0 0,-1 1 0,1-1 0,-1 0 0,1 0 0,-1 0 0,1 0 0,-1 0 0,1 0 0,0 0 0,-1 0 0,1-1 0,-1 1 0,1-1 0,-1 1 0,2-2 0,-2 1 0,-1 0 0,0 0 0,1 0 0,-1 0 0,0 0 0,0 0 0,0-1 0,0 1 0,0 0 0,0 0 0,0 0 0,0 0 0,0-1 0,-1 1 0,1 0 0,0 0 0,-1 0 0,1 0 0,-1 0 0,1 0 0,-2-2 0,-6-10 0,0 1 0,-1-1 0,-10-11 0,-2 1 0,-1 0 0,0 2 0,-2 0 0,-1 2 0,-36-22 0,60 40 0,0 1 0,-1-1 0,1 1 0,0-1 0,-1 0 0,1 0 0,0 0 0,0 0 0,0 1 0,0-2 0,0 1 0,0 0 0,0 0 0,0 0 0,0 0 0,0 0 0,1-1 0,-1 1 0,0-3 0,2 3 0,0 0 0,0 0 0,0 1 0,0-1 0,0 0 0,1 0 0,-1 1 0,0-1 0,0 1 0,1-1 0,-1 1 0,0 0 0,1-1 0,-1 1 0,1 0 0,-1 0 0,0 0 0,1 0 0,-1 0 0,1 0 0,-1 0 0,3 2 0,169 16 0,-66-3 0,-77-13 0,-12-1 0,1 1 0,-1 0 0,1 2 0,-1 0 0,0 1 0,25 10 0,-40-13 0,-1-1 0,1 1 0,0 0 0,-1 0 0,0 0 0,1 0 0,-1 0 0,0 1 0,0-1 0,0 1 0,0-1 0,-1 1 0,1 0 0,-1-1 0,0 1 0,0 0 0,0 0 0,0 0 0,0 0 0,0 0 0,-1 0 0,1 1 0,-1-1 0,0 0 0,0 0 0,0 0 0,-1 0 0,1 0 0,-1 0 0,0 1 0,-2 4 0,-2 7 0,0 0 0,-2 0 0,0-1 0,-16 26 0,-12 13 0,-77 89 0,95-123 0,-1 0 0,-1-2 0,-1 0 0,0-1 0,-1-1 0,-1-1 0,-33 16 0,52-28 0,-1 0 0,0-1 0,0 0 0,1 0 0,-1 0 0,0 0 0,0 0 0,0-1 0,0 0 0,-7 0 0,9 0 0,0-1 0,0 0 0,0 1 0,0-1 0,0 0 0,0 0 0,1 0 0,-1 0 0,0 0 0,1 0 0,-1-1 0,0 1 0,1-1 0,0 1 0,-1-1 0,1 1 0,0-1 0,0 0 0,0 1 0,0-1 0,0 0 0,-1-3 0,-3-11 0,0-1 0,1 1 0,1-1 0,1 1 0,0-1 0,1-23 0,-1-5 0,-13-336 0,5 330-1365,4 35-5461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44:05.421"/>
    </inkml:context>
    <inkml:brush xml:id="br0">
      <inkml:brushProperty name="width" value="0.035" units="cm"/>
      <inkml:brushProperty name="height" value="0.035" units="cm"/>
      <inkml:brushProperty name="color" value="#E71224"/>
    </inkml:brush>
  </inkml:definitions>
  <inkml:trace contextRef="#ctx0" brushRef="#br0">825 85 24575,'0'-1'0,"-1"0"0,1 1 0,0-1 0,-1 0 0,1 1 0,-1-1 0,1 0 0,-1 1 0,1-1 0,-1 1 0,1-1 0,-1 1 0,0-1 0,1 1 0,-1 0 0,0-1 0,1 1 0,-1 0 0,0-1 0,0 1 0,1 0 0,-1 0 0,0 0 0,-1-1 0,-24-3 0,21 3 0,-23-1 0,0 0 0,1 2 0,-1 1 0,-30 4 0,-111 26 0,160-29 0,-103 24 0,-113 42 0,219-66 0,-1 1 0,1-1 0,0 1 0,0 0 0,0 1 0,1-1 0,-1 1 0,-9 9 0,12-10 0,0 1 0,1 0 0,-1 0 0,1 0 0,0 0 0,0 0 0,0 1 0,0-1 0,1 0 0,-1 1 0,1 0 0,1-1 0,-2 7 0,0 27 0,1 0 0,1 0 0,3-1 0,10 60 0,-8-79 0,0 0 0,1 0 0,0-1 0,2 0 0,0 0 0,1-1 0,0 0 0,1-1 0,1 0 0,1 0 0,0-1 0,0-1 0,2 0 0,0-1 0,0 0 0,1-1 0,26 15 0,-4-7 0,1-1 0,1-1 0,0-3 0,1-1 0,0-2 0,77 11 0,308 14-259,6-30-426,-358-6 689,244-2-4,226 3 0,5 36 0,-22-1 856,0-33-819,-185-4-647,897 46 406,-217-9 1065,-661-37-773,944-28-724,-307-24 713,532-39 394,-1179 45-471,-291 35 0,-1-4 0,0-1 0,100-47 0,-40 8 0,123-64 0,-205 100 0,57-35 0,-85 49 0,0 0 0,0 0 0,-1-1 0,0 0 0,0 0 0,-1 0 0,0-1 0,7-12 0,-11 18 0,-1 0 0,0 0 0,0 0 0,-1-1 0,1 1 0,0 0 0,-1 0 0,1 0 0,-1-1 0,0 1 0,0 0 0,0-1 0,0 1 0,0 0 0,0-1 0,0 1 0,-1 0 0,0 0 0,1-1 0,-3-3 0,1 2 0,0 1 0,-1-1 0,1 1 0,-1 0 0,0 0 0,0 0 0,0 0 0,-1 0 0,1 1 0,-7-5 0,-6-1 0,0 0 0,-1 1 0,0 1 0,-25-6 0,-56-8 0,-168-12 0,154 21 0,-532-49 0,200 21 0,-179 7 0,-1 34 0,246 1 0,3-1 0,-1123-25 0,209-33 0,965 51 0,-144-5 0,0-27 0,-71 0 0,-2 38 0,243 2 0,-86-5 0,-334 5 0,400 25 0,89-5 0,201-21 0,0 0 0,0 2 0,0 1 0,-51 17 0,45-11 15,0-1-1,-1-2 0,1-1 1,-54 3-1,-142-7-524,150-4-417,51 0-5899</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44:06.844"/>
    </inkml:context>
    <inkml:brush xml:id="br0">
      <inkml:brushProperty name="width" value="0.035" units="cm"/>
      <inkml:brushProperty name="height" value="0.035" units="cm"/>
      <inkml:brushProperty name="color" value="#E71224"/>
    </inkml:brush>
  </inkml:definitions>
  <inkml:trace contextRef="#ctx0" brushRef="#br0">4327 925 24575,'-23'-22'0,"-69"-39"10,-147-72-1,-112-27-230,338 154 197,-642-244-1193,473 195 1287,-318-53 1,138 74 141,311 33-59,0 2 0,0 3 1,0 2-1,1 2 0,-56 16 0,-83 42-96,4 8 0,-229 127 0,15 29-57,390-224 0,5-4 0,1 1 0,-1-1 0,0 0 0,0 0 0,1 0 0,-2-1 0,-5 2 0,9-3 0,0 0 0,0 0 0,0 0 0,0 0 0,0-1 0,0 1 0,0 0 0,0-1 0,0 1 0,0 0 0,0-1 0,0 1 0,0-1 0,0 0 0,1 1 0,-1-1 0,0 0 0,0 1 0,1-1 0,-1 0 0,0 0 0,1 0 0,-1 0 0,1 0 0,-1 1 0,1-1 0,-1 0 0,1 0 0,0 0 0,0 0 0,-1 0 0,1 0 0,0 0 0,0-1 0,0 1 0,0-1 0,-4-38 0,1-1 0,2 0 0,2 0 0,7-52 0,-4 59 0,7-72 0,6-137 0,-16 239 0,-2-1 0,1 0 0,0 0 0,-1 1 0,0-1 0,0 1 0,0-1 0,-1 1 0,1-1 0,-5-7 0,5 11 0,1 1 0,-1-1 0,1 0 0,-1 1 0,0-1 0,1 1 0,-1-1 0,0 0 0,1 1 0,-1 0 0,0-1 0,0 1 0,1-1 0,-1 1 0,0 0 0,0 0 0,0-1 0,0 1 0,1 0 0,-1 0 0,0 0 0,0 0 0,-1 0 0,-1 1 0,1 0 0,0-1 0,0 1 0,-1 0 0,1 0 0,0 1 0,0-1 0,0 0 0,0 1 0,0-1 0,0 1 0,-2 3 0,-12 13 0,1 0 0,1 1 0,1 1 0,0 1 0,2 0 0,-11 25 0,-47 140 0,67-179 0,-60 209 0,53-173 0,1 0 0,3 0 0,0 49 0,5-84 0,0 1 0,1-1 0,0 0 0,0 0 0,1 0 0,4 13 0,-5-18 0,1-1 0,-1 1 0,1 0 0,-1 0 0,1 0 0,0-1 0,0 1 0,0-1 0,0 0 0,1 1 0,-1-1 0,0 0 0,1 0 0,0-1 0,-1 1 0,1 0 0,0-1 0,0 0 0,5 2 0,27 5 0,0-2 0,0-2 0,46 0 0,12 2 0,219 19 0,-305-25 0,0 0 0,-1 0 0,1 0 0,0-1 0,0 0 0,-1-1 0,1 1 0,-1-1 0,1 0 0,9-5 0,-13 5 0,-1 0 0,0 0 0,0 1 0,1-1 0,-1-1 0,-1 1 0,1 0 0,0 0 0,0-1 0,-1 1 0,1-1 0,-1 1 0,0-1 0,0 0 0,0 0 0,0 1 0,-1-1 0,1 0 0,-1 0 0,1 0 0,-1 0 0,0 0 0,0 0 0,0 0 0,-1 1 0,1-1 0,-2-4 0,0-4 0,-1 0 0,0 0 0,-1 1 0,0 0 0,-1-1 0,0 2 0,-12-18 0,-55-64 0,51 67 0,-221-250 0,40 49 0,198 220-195,0 1 0,0 0 0,-1 0 0,1 0 0,-1 0 0,-6-3 0,-4 0-6631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44:08.798"/>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44:40.746"/>
    </inkml:context>
    <inkml:brush xml:id="br0">
      <inkml:brushProperty name="width" value="0.035" units="cm"/>
      <inkml:brushProperty name="height" value="0.035" units="cm"/>
      <inkml:brushProperty name="color" value="#E71224"/>
    </inkml:brush>
  </inkml:definitions>
  <inkml:trace contextRef="#ctx0" brushRef="#br0">1962 249 24575,'-50'0'0,"-340"-9"0,308 2 0,-519-29 0,462 35 0,1 6 0,-182 30 0,298-32 0,-1 2 0,1 1 0,0 1 0,1 0 0,-38 20 0,53-23 0,0-1 0,0 1 0,1 0 0,0 1 0,-1-1 0,2 1 0,-1 0 0,0 1 0,1-1 0,-5 9 0,7-10 0,0 0 0,1 0 0,-1 1 0,1-1 0,0 1 0,0-1 0,0 1 0,1-1 0,0 1 0,-1-1 0,2 1 0,-1 0 0,0-1 0,1 1 0,0-1 0,3 9 0,-2-7 0,0-1 0,1 0 0,0 0 0,0 0 0,0 0 0,0-1 0,1 1 0,0-1 0,0 0 0,0 0 0,0 0 0,10 6 0,6 2 0,40 19 0,-35-19 0,20 11 0,509 228 0,-243-147 0,-220-79 0,140 20 0,422 12 0,-80-34 3,-94-3-915,675-8 532,-1111-11 416,-15 0 108,1-1 0,-1-1 0,1-2 0,-1 0 0,54-15-1,-76 16-128,-1 0-1,0 0 0,0-1 0,0 1 0,0-1 0,0-1 0,-1 1 0,1 0 1,-1-1-1,0 0 0,0 0 0,0-1 0,-1 1 0,1-1 0,-1 1 1,0-1-1,0 0 0,-1 0 0,0 0 0,0-1 0,0 1 0,0-1 0,-1 1 1,0-1-1,0 1 0,0-1 0,-1 0 0,0 1 0,-1-10 0,0 0-17,-2-1 0,0 1-1,-1-1 1,0 1-1,-1 0 1,-1 0-1,0 1 1,-1 0 0,-15-23-1,-2 4 4,-2 1 0,0 1 0,-2 2 0,-2 1 0,-39-30 0,5 10 0,-119-66 0,83 63-65,-2 5 0,-2 4-1,-182-47 1,-337-31-365,-90 62 430,2 57 0,625 2 0,-322 19-1250,362-15-5000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44:42.444"/>
    </inkml:context>
    <inkml:brush xml:id="br0">
      <inkml:brushProperty name="width" value="0.035" units="cm"/>
      <inkml:brushProperty name="height" value="0.035" units="cm"/>
      <inkml:brushProperty name="color" value="#E71224"/>
    </inkml:brush>
  </inkml:definitions>
  <inkml:trace contextRef="#ctx0" brushRef="#br0">0 129 24575,'3'0'0,"-1"0"0,0-1 0,1 1 0,-1-1 0,0 0 0,0 0 0,0 0 0,1 0 0,1-2 0,10-3 0,64-21 0,1 4 0,1 3 0,1 4 0,95-6 0,-127 18 0,1 3 0,0 2 0,0 2 0,-1 2 0,0 3 0,0 1 0,0 3 0,-2 2 0,51 21 0,-65-21 0,0 1 0,-1 2 0,-1 1 0,0 1 0,-1 2 0,-2 1 0,0 1 0,-1 2 0,-2 0 0,0 2 0,-2 1 0,-1 1 0,22 37 0,-33-45 0,-1 0 0,0 1 0,-2 0 0,-1 0 0,-1 1 0,0 0 0,-2 0 0,-1 1 0,-1-1 0,0 24 0,-3-30 0,0 1 0,-1-1 0,0 0 0,-2 0 0,0 0 0,0-1 0,-2 0 0,0 1 0,-1-2 0,-1 1 0,0-1 0,-1 0 0,-1-1 0,-13 16 0,-3-3 0,-43 34 0,-1 1 0,67-59 0,0 0 0,0 0 0,-1 0 0,1 0 0,-1-1 0,0 1 0,1-1 0,-1 0 0,0 0 0,0-1 0,-1 1 0,1-1 0,0 0 0,0 0 0,-1 0 0,1-1 0,0 1 0,-9-2 0,5 0 0,0-1 0,0 0 0,1 0 0,-1-1 0,1 0 0,-1 0 0,1-1 0,0 0 0,-7-6 0,14 10 0,-1 0 0,1-1 0,0 1 0,-1 0 0,1-1 0,-1 1 0,1 0 0,-1-1 0,1 1 0,-1 0 0,1 0 0,-1 0 0,1-1 0,-1 1 0,1 0 0,-1 0 0,1 0 0,-1 0 0,1 0 0,-1 0 0,1 0 0,-1 0 0,1 0 0,-1 0 0,1 0 0,-1 0 0,1 1 0,-1-1 0,1 0 0,-1 0 0,1 0 0,-1 1 0,1-1 0,-1 0 0,1 1 0,-1-1 0,1 0 0,0 1 0,-1-1 0,1 1 0,0-1 0,-1 0 0,1 1 0,0-1 0,-1 1 0,1-1 0,0 1 0,0-1 0,0 1 0,0-1 0,-1 1 0,1-1 0,0 1 0,0-1 0,0 2 0,0 2 0,0 0 0,-1 0 0,1 0 0,1 0 0,-1 0 0,2 6 0,-1-4 0,5 18 0,0 0 0,2 0 0,0-1 0,2 0 0,15 27 0,-21-45 0,0-1 0,1 0 0,-1 0 0,1 0 0,0 0 0,0-1 0,0 0 0,0 0 0,1 0 0,-1-1 0,1 0 0,0 0 0,0 0 0,0-1 0,0 1 0,0-1 0,0-1 0,6 1 0,10 0 0,1-1 0,0-1 0,32-6 0,-47 6 0,1 0 0,0-1 0,-1 0 0,1-1 0,10-5 0,-17 8 0,-1-1 0,0 0 0,1 0 0,-1 1 0,0-1 0,0 0 0,0 0 0,0 0 0,0 0 0,0 0 0,0 0 0,0-1 0,0 1 0,0 0 0,-1 0 0,1-1 0,-1 1 0,1 0 0,-1-1 0,1 1 0,-1-1 0,0 1 0,1-1 0,-1 1 0,0 0 0,0-1 0,0 1 0,0-1 0,0 1 0,-1-1 0,1 1 0,0-1 0,-1 1 0,1 0 0,-1-1 0,1 1 0,-1 0 0,0-1 0,1 1 0,-3-2 0,-6-11 0,0 1 0,-1 0 0,-1 0 0,0 1 0,0 1 0,-1 0 0,-15-10 0,-98-61 0,109 72 0,-36-21 0,-2 1 0,-77-30 0,121 57 0,-18-7 0,1 0 0,1-2 0,-34-20 0,44 18 120,16 14-153,0-1 1,0 1 0,-1 0 0,1-1-1,0 1 1,0 0 0,0-1-1,0 1 1,0-1 0,0 1 0,0 0-1,0-1 1,-1 1 0,2-1 0,-1 1-1,0 0 1,0-1 0,0 1-1,0 0 1,0-1 0,0 1 0,0-1-1,0 1 1,1 0 0,-1-1-1,0 1 1,0 0 0,0-1 0,1 1-1,-1 0 1,0-1 0,0 1 0,1 0-1,-1 0 1,0-1 0,1 1-1,-1 0 1,0 0 0,1 0 0,-1 0-1,0-1 1,1 1 0,-1 0 0,1 0-1,-1 0 1,13-4-6794</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8:44:43.588"/>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03.334"/>
    </inkml:context>
    <inkml:brush xml:id="br0">
      <inkml:brushProperty name="width" value="0.035" units="cm"/>
      <inkml:brushProperty name="height" value="0.035" units="cm"/>
      <inkml:brushProperty name="color" value="#E71224"/>
    </inkml:brush>
  </inkml:definitions>
  <inkml:trace contextRef="#ctx0" brushRef="#br0">1731 138 24575,'-1204'0'0,"1175"-2"0,1 0 0,-34-8 0,-36-4 0,84 13 0,0 1 0,-1 1 0,1 0 0,0 1 0,1 0 0,-1 1 0,-15 5 0,21-5 0,0 1 0,0 0 0,0 0 0,1 0 0,-1 1 0,1 1 0,0-1 0,0 1 0,1 0 0,0 0 0,0 1 0,-8 11 0,3-1 0,0 1 0,1 1 0,1 0 0,1 0 0,1 1 0,1 0 0,0 0 0,1 1 0,-3 36 0,7-41 0,0 0 0,2 1 0,-1-1 0,2 0 0,0 0 0,1 0 0,1 0 0,0 0 0,1-1 0,1 0 0,0 0 0,1 0 0,11 16 0,5 1 0,1-2 0,2-1 0,1-2 0,1 0 0,1-1 0,1-2 0,1-2 0,2 0 0,62 30 0,-16-15 0,1-5 0,2-2 0,108 23 0,699 101 0,-720-130 0,319 15 0,1-39 0,-269-2 0,1100 0 0,-962 15 0,-73-2 0,808-28 0,-867 10 0,343-17 0,314-7 0,25 0 0,-484-5 0,-321 21 0,-1-5 0,106-34 0,-78 12 0,-2-7 0,-2-4 0,194-116 0,-24-28 0,-274 181 0,0 0 0,-2-1 0,29-29 0,-44 39 0,1 1 0,-1-1 0,0-1 0,0 1 0,-1-1 0,0 0 0,0 0 0,-1 0 0,0-1 0,-1 1 0,1-1 0,-2 1 0,1-1 0,-1-13 0,0 9 0,-1-1 0,-1 1 0,0-1 0,-1 1 0,-4-16 0,4 23 0,0 1 0,0-1 0,-1 1 0,1-1 0,-1 1 0,-1 0 0,1 0 0,-1 1 0,1-1 0,-1 1 0,-1-1 0,1 1 0,-1 0 0,-7-5 0,-11-4 0,0 1 0,-1 1 0,0 1 0,-1 1 0,0 2 0,-1 0 0,-49-6 0,-190-4 0,243 17 0,-554 4 0,451 8 0,-199 42 0,-21 4 0,-309-43 0,416-18 0,-1743 3 0,1782-2 0,-375-52 0,454 39 0,-225 3 0,117 8 0,-413-49 0,376 25 0,-25-3 0,113 8 0,-231 0 0,-947 25 0,1333 0 0,0 1 0,0 0 0,1 2 0,0 0 0,-27 11 0,-33 8 0,33-12-108,-11 2-521,-80 9 1,115-21-6198</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04.304"/>
    </inkml:context>
    <inkml:brush xml:id="br0">
      <inkml:brushProperty name="width" value="0.035" units="cm"/>
      <inkml:brushProperty name="height" value="0.035" units="cm"/>
      <inkml:brushProperty name="color" value="#E71224"/>
    </inkml:brush>
  </inkml:definitions>
  <inkml:trace contextRef="#ctx0" brushRef="#br0">1 1035 24575,'95'-92'0,"4"4"0,3 5 0,4 4 0,162-90 0,-90 74 0,4 8 0,222-73 0,121-5 0,-459 151-1365,-46 12-5461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05.087"/>
    </inkml:context>
    <inkml:brush xml:id="br0">
      <inkml:brushProperty name="width" value="0.035" units="cm"/>
      <inkml:brushProperty name="height" value="0.035" units="cm"/>
      <inkml:brushProperty name="color" value="#E71224"/>
    </inkml:brush>
  </inkml:definitions>
  <inkml:trace contextRef="#ctx0" brushRef="#br0">1 57 24575,'45'1'0,"47"5"0,-76-4 0,-1 1 0,0 0 0,0 1 0,-1 1 0,1 0 0,25 13 0,-36-15 0,1 0 0,-1-1 0,0 2 0,0-1 0,0 0 0,0 1 0,-1 0 0,0 0 0,1 0 0,-1 0 0,-1 1 0,1-1 0,-1 1 0,1-1 0,-1 1 0,1 6 0,-1-4 0,-1 1 0,0 0 0,0 0 0,0 0 0,-1 0 0,-1 0 0,1 0 0,-1 0 0,-4 13 0,1-5 0,-1-1 0,-1 0 0,0-1 0,-1 1 0,-1-1 0,0-1 0,-1 0 0,0 0 0,-1 0 0,-12 11 0,21-23 0,-45 37 0,19-28 0,26-10 0,0 0 0,1 0 0,-1 0 0,0 0 0,0 0 0,0 0 0,0 0 0,0-1 0,0 1 0,0 0 0,0-1 0,0 1 0,0 0 0,1-1 0,-1 1 0,0-1 0,0 1 0,0-1 0,1 0 0,-1 1 0,0-1 0,1 0 0,-2-1 0,-3-8 0,1 0 0,0 0 0,1-1 0,0 1 0,1-1 0,0 0 0,1 0 0,0 0 0,0-20 0,0 11 0,0-274-1365,2 263-5461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27.457"/>
    </inkml:context>
    <inkml:brush xml:id="br0">
      <inkml:brushProperty name="width" value="0.035" units="cm"/>
      <inkml:brushProperty name="height" value="0.035" units="cm"/>
      <inkml:brushProperty name="color" value="#E71224"/>
    </inkml:brush>
  </inkml:definitions>
  <inkml:trace contextRef="#ctx0" brushRef="#br0">1628 198 24575,'-3'-2'0,"-1"-1"0,1 1 0,0 0 0,-1 1 0,1-1 0,-1 1 0,0-1 0,1 1 0,-1 0 0,-6 0 0,-5-3 0,-116-28 0,-155-16 0,-141 6 0,103 12 0,273 24 0,15 1 0,1 1 0,-65 3 0,92 1 0,1 2 0,0-1 0,0 1 0,-1 0 0,1 0 0,0 1 0,0 0 0,1 0 0,-1 1 0,1-1 0,0 2 0,0-1 0,0 1 0,0 0 0,1 0 0,0 0 0,0 1 0,0-1 0,0 1 0,1 1 0,0-1 0,1 0 0,-5 13 0,1-2 0,1 0 0,1 0 0,1 1 0,0 0 0,1 0 0,1 0 0,1 0 0,2 30 0,0-29 0,1 0 0,0 0 0,2 0 0,0 0 0,1-1 0,9 21 0,-10-30 0,1 0 0,0 0 0,0 0 0,1-1 0,0 0 0,0 0 0,1 0 0,0-1 0,0 0 0,1 0 0,0-1 0,0 0 0,13 7 0,12 3 0,1-1 0,66 20 0,78 9 0,-112-29 0,8-1 0,0-2 0,89 1 0,149-11 0,-10-1 0,-199 5 0,128 24 0,-187-19 0,86 33 0,-93-30 0,1-1 0,0-1 0,60 9 0,-29-15 0,1-2 0,0-3 0,0-3 0,-1-4 0,1-2 0,-1-4 0,-1-2 0,0-4 0,67-26 0,-122 39 0,-1 0 0,0-1 0,0 0 0,-1-1 0,0 0 0,20-16 0,-25 17 0,-1 0 0,1-1 0,-1 1 0,-1-1 0,1 0 0,-1 0 0,-1-1 0,1 1 0,-1-1 0,0 0 0,-1 1 0,2-12 0,0 0 0,0 0 0,-2-1 0,-1 0 0,0 1 0,-1-1 0,-1 0 0,-5-22 0,4 29 0,-1 1 0,-1-1 0,0 1 0,-1 0 0,0 1 0,-1-1 0,0 1 0,-1 0 0,0 1 0,-1-1 0,0 1 0,-10-9 0,-14-10 0,-1 2 0,-1 1 0,-1 2 0,-2 1 0,0 2 0,-1 2 0,-1 1 0,-1 2 0,-71-18 0,28 14 0,0 5 0,-1 3 0,-163-2 0,-518 22 0,717-5 0,-1 2 0,0 2 0,1 2 0,-47 15 0,69-16-1365,5 1-5461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28.066"/>
    </inkml:context>
    <inkml:brush xml:id="br0">
      <inkml:brushProperty name="width" value="0.035" units="cm"/>
      <inkml:brushProperty name="height" value="0.035" units="cm"/>
      <inkml:brushProperty name="color" value="#E71224"/>
    </inkml:brush>
  </inkml:definitions>
  <inkml:trace contextRef="#ctx0" brushRef="#br0">0 717 24575,'2'0'0,"0"-1"0,-1 1 0,1-1 0,0 0 0,0 0 0,-1 1 0,1-1 0,-1 0 0,1 0 0,-1-1 0,1 1 0,-1 0 0,2-2 0,7-5 0,218-164 0,378-216 0,-555 360 0,1 3 0,70-25 0,-97 43 0,0 0 0,0 1 0,0 2 0,1 0 0,-1 2 0,1 1 0,42 3 0,24 7-1365,-66-7-5461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28.688"/>
    </inkml:context>
    <inkml:brush xml:id="br0">
      <inkml:brushProperty name="width" value="0.035" units="cm"/>
      <inkml:brushProperty name="height" value="0.035" units="cm"/>
      <inkml:brushProperty name="color" value="#E71224"/>
    </inkml:brush>
  </inkml:definitions>
  <inkml:trace contextRef="#ctx0" brushRef="#br0">431 48 24575,'-19'-8'0,"0"0"0,-1 1 0,0 0 0,0 2 0,0 1 0,-1 0 0,1 2 0,-1 0 0,-24 1 0,38 2 0,-1-1 0,1 1 0,0 1 0,0 0 0,0 0 0,0 0 0,0 1 0,1 0 0,-1 0 0,1 0 0,0 1 0,-12 9 0,10-6 0,1 0 0,-1 1 0,1 1 0,1-1 0,-1 1 0,1 0 0,1 0 0,-5 11 0,2 0 0,0 0 0,2 1 0,0-1 0,2 1 0,0 0 0,1 0 0,1 1 0,1 29 0,2-38 0,0 1 0,1-1 0,0 1 0,1-1 0,1 0 0,0 0 0,1 0 0,0-1 0,1 1 0,0-1 0,1 0 0,0-1 0,1 0 0,0 0 0,1-1 0,0 0 0,1 0 0,0-1 0,0 0 0,1-1 0,0 0 0,1-1 0,0 0 0,0-1 0,0 0 0,1-1 0,-1 0 0,1-1 0,1-1 0,-1 0 0,0 0 0,1-2 0,-1 0 0,1 0 0,21-2 0,-12-2 40,1 0 0,25-7 0,-40 7-205,0 0 0,0 0 0,-1 0 0,1-1 0,-1-1 0,0 1 0,0-1 0,9-8 0,1-6-6661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29.340"/>
    </inkml:context>
    <inkml:brush xml:id="br0">
      <inkml:brushProperty name="width" value="0.035" units="cm"/>
      <inkml:brushProperty name="height" value="0.035" units="cm"/>
      <inkml:brushProperty name="color" value="#E71224"/>
    </inkml:brush>
  </inkml:definitions>
  <inkml:trace contextRef="#ctx0" brushRef="#br0">198 120 24575,'27'49'0,"-19"-38"0,-1 0 0,-1 1 0,0 0 0,-1 1 0,7 21 0,-12-33 0,4 14 0,-1 0 0,0 0 0,0 26 0,-3-38 0,0-1 0,0 1 0,0 0 0,0 0 0,0-1 0,-1 1 0,1 0 0,-1 0 0,0-1 0,0 1 0,0-1 0,0 1 0,0-1 0,-1 1 0,1-1 0,-1 0 0,0 1 0,1-1 0,-1 0 0,0 0 0,0 0 0,0 0 0,-1-1 0,1 1 0,0-1 0,-1 1 0,-3 1 0,-12 1 0,0-1 0,0-1 0,0 0 0,0-1 0,0-2 0,0 1 0,-23-5 0,38 5 0,0-1 0,-1 0 0,1 1 0,0-1 0,0 0 0,-1-1 0,1 1 0,0 0 0,0-1 0,0 0 0,1 1 0,-1-1 0,0 0 0,1-1 0,-1 1 0,1 0 0,0-1 0,0 1 0,0-1 0,0 0 0,0 0 0,0 0 0,1 0 0,0 0 0,-1 0 0,1 0 0,0 0 0,0-4 0,-2-8 0,1-1 0,1 1 0,0-1 0,3-27 0,-2 32 0,1-7 0,1-1 0,1 0 0,0 1 0,1 0 0,1-1 0,13-31 0,-16 45 0,1 0 0,-1 0 0,1 0 0,0 1 0,0-1 0,0 1 0,1 0 0,-1 0 0,1 0 0,0 0 0,0 1 0,1-1 0,-1 1 0,1 0 0,-1 0 0,1 1 0,0 0 0,0-1 0,0 2 0,1-1 0,-1 0 0,0 1 0,1 0 0,-1 1 0,0-1 0,1 1 0,10 0 0,-12 1-124,0 0 0,0 0 0,0 0 0,0 0 0,0 0 0,-1 1-1,1 0 1,0 0 0,-1 0 0,4 2 0,11 11-6702</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0.045"/>
    </inkml:context>
    <inkml:brush xml:id="br0">
      <inkml:brushProperty name="width" value="0.035" units="cm"/>
      <inkml:brushProperty name="height" value="0.035" units="cm"/>
      <inkml:brushProperty name="color" value="#E71224"/>
    </inkml:brush>
  </inkml:definitions>
  <inkml:trace contextRef="#ctx0" brushRef="#br0">0 23 24575,'1'0'0,"0"1"0,0-1 0,0 0 0,0 1 0,0-1 0,-1 1 0,1 0 0,0-1 0,0 1 0,-1-1 0,1 1 0,0 0 0,-1 0 0,1-1 0,0 1 0,-1 0 0,1 0 0,-1 0 0,0 0 0,1 0 0,-1 0 0,0 0 0,1 1 0,7 30 0,-6-23 0,6 27 0,5 68 0,1 11 0,-8-101 0,0-16 0,3-22 0,8-57 0,-12 47 0,17-52 0,-19 77 0,1-1 0,0 0 0,0 1 0,1 0 0,1 0 0,-1 0 0,1 1 0,1 0 0,11-12 0,-16 18 0,0 0 0,1 0 0,-1 0 0,0 0 0,1 0 0,-1 1 0,1-1 0,0 1 0,-1 0 0,1 0 0,0 0 0,0 0 0,0 0 0,-1 0 0,1 1 0,0 0 0,0-1 0,0 1 0,6 1 0,-5 0 0,-1 0 0,0 0 0,0 0 0,0 1 0,0-1 0,0 1 0,0 0 0,0 0 0,0 0 0,-1 1 0,1-1 0,-1 0 0,1 1 0,2 4 0,3 5 0,-1 0 0,-1 0 0,0 1 0,0 0 0,-2-1 0,1 2 0,2 17 0,-2 3 0,-1 0 0,-2 48 0,0-5 0,1-55-1365,2-5-5461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0.752"/>
    </inkml:context>
    <inkml:brush xml:id="br0">
      <inkml:brushProperty name="width" value="0.035" units="cm"/>
      <inkml:brushProperty name="height" value="0.035" units="cm"/>
      <inkml:brushProperty name="color" value="#E71224"/>
    </inkml:brush>
  </inkml:definitions>
  <inkml:trace contextRef="#ctx0" brushRef="#br0">211 24 24575,'0'-1'0,"0"0"0,-1 0 0,1 0 0,0 0 0,-1 0 0,1 0 0,-1 0 0,1 0 0,-1 1 0,0-1 0,1 0 0,-1 0 0,0 0 0,0 1 0,1-1 0,-1 0 0,0 1 0,0-1 0,0 1 0,0-1 0,0 1 0,0 0 0,0-1 0,0 1 0,0 0 0,0-1 0,-1 1 0,-31-4 0,24 4 0,0 1 0,0 0 0,0 1 0,1 0 0,-1 1 0,0 0 0,1 0 0,-8 4 0,11-4 0,0-1 0,0 0 0,1 1 0,-1 0 0,1 0 0,0 0 0,0 1 0,0-1 0,1 1 0,-1 0 0,1 0 0,0 0 0,0 1 0,0-1 0,-2 6 0,4-8 0,1 1 0,-1-1 0,1 0 0,0 1 0,0-1 0,0 0 0,0 1 0,0-1 0,0 0 0,1 0 0,-1 1 0,1-1 0,0 0 0,-1 0 0,1 0 0,0 1 0,0-1 0,1 0 0,-1 0 0,0 0 0,1-1 0,-1 1 0,3 2 0,5 5 0,1 0 0,0-1 0,15 9 0,11 10 0,-29-19 0,0 0 0,0 1 0,-1-1 0,0 2 0,0-1 0,-1 0 0,0 1 0,-1 0 0,0 0 0,-1 1 0,0-1 0,0 1 0,-1 0 0,-1-1 0,1 13 0,-2-17 0,0-1 0,0 1 0,0-1 0,-1 1 0,0-1 0,0 1 0,0-1 0,-1 0 0,0 1 0,0-1 0,0 0 0,-1 0 0,0 0 0,0-1 0,0 1 0,0-1 0,-1 1 0,0-1 0,1 0 0,-2-1 0,1 1 0,0-1 0,-1 1 0,1-1 0,-1-1 0,0 1 0,0-1 0,0 0 0,0 0 0,-1 0 0,-5 1 0,-45 4-1365,31-7-5461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1.510"/>
    </inkml:context>
    <inkml:brush xml:id="br0">
      <inkml:brushProperty name="width" value="0.035" units="cm"/>
      <inkml:brushProperty name="height" value="0.035" units="cm"/>
      <inkml:brushProperty name="color" value="#E71224"/>
    </inkml:brush>
  </inkml:definitions>
  <inkml:trace contextRef="#ctx0" brushRef="#br0">5 56 24575,'-2'56'0,"1"-34"0,0-1 0,1 1 0,1-1 0,1 0 0,10 41 0,-11-59 0,-1-1 0,1 0 0,0 0 0,0 0 0,-1 1 0,2-1 0,-1 0 0,0 0 0,0 0 0,1-1 0,-1 1 0,1 0 0,-1 0 0,1-1 0,0 1 0,0-1 0,0 0 0,0 1 0,2 0 0,-2-1 0,0-1 0,0 0 0,0 1 0,0-1 0,0 0 0,0 0 0,0-1 0,0 1 0,0 0 0,0 0 0,0-1 0,0 0 0,0 1 0,0-1 0,0 0 0,0 0 0,2-1 0,3-3 0,0 0 0,0-1 0,-1 1 0,0-1 0,0-1 0,0 1 0,-1-1 0,8-13 0,-2-1 0,-1-2 0,-1 1 0,11-48 0,3-9 0,-11 54 0,-5 20 0,-1 15 0,-1 30 0,-2-1 0,-1 1 0,-6 51 0,2-19 0,4-48 88,1-26-325,2-12-979,1-14-5610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1.928"/>
    </inkml:context>
    <inkml:brush xml:id="br0">
      <inkml:brushProperty name="width" value="0.035" units="cm"/>
      <inkml:brushProperty name="height" value="0.035" units="cm"/>
      <inkml:brushProperty name="color" value="#E71224"/>
    </inkml:brush>
  </inkml:definitions>
  <inkml:trace contextRef="#ctx0" brushRef="#br0">1 1 24575,'5'4'0,"1"12"0,0 6 0,-1 10 0,-1 8 0,-2 6 0,-1 10 0,-1-1 0,0 0 0,0-4 0,0-8 0,0-1 0,-1-3 0,1-3 0,5-9 0,5-13 0,7-18 0,-1-8-8191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2.474"/>
    </inkml:context>
    <inkml:brush xml:id="br0">
      <inkml:brushProperty name="width" value="0.035" units="cm"/>
      <inkml:brushProperty name="height" value="0.035" units="cm"/>
      <inkml:brushProperty name="color" value="#E71224"/>
    </inkml:brush>
  </inkml:definitions>
  <inkml:trace contextRef="#ctx0" brushRef="#br0">2 1 24575,'-1'158'0,"3"175"0,-2-321 0,1 0 0,0-1 0,1 1 0,1 0 0,5 19 0,-7-29 0,1 1 0,-1 0 0,0 0 0,1-1 0,0 1 0,0-1 0,-1 1 0,2-1 0,-1 0 0,0 1 0,0-1 0,1 0 0,-1-1 0,1 1 0,-1 0 0,1-1 0,0 1 0,0-1 0,-1 0 0,1 0 0,0 0 0,0 0 0,0-1 0,0 1 0,0-1 0,7 0 0,-3 0 0,1-1 0,-1 0 0,1 0 0,-1 0 0,1-1 0,-1-1 0,0 1 0,10-6 0,56-34 0,-12 5 0,-34 24 0,0 1 0,0 2 0,1 1 0,1 0 0,-1 2 0,1 2 0,1 1 0,-1 0 0,37 2 0,-74 4-8191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2.833"/>
    </inkml:context>
    <inkml:brush xml:id="br0">
      <inkml:brushProperty name="width" value="0.035" units="cm"/>
      <inkml:brushProperty name="height" value="0.035" units="cm"/>
      <inkml:brushProperty name="color" value="#E71224"/>
    </inkml:brush>
  </inkml:definitions>
  <inkml:trace contextRef="#ctx0" brushRef="#br0">1 42 24575,'4'-4'0,"12"-3"0,6-3 0,5-1 0,-2 1-8191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4.249"/>
    </inkml:context>
    <inkml:brush xml:id="br0">
      <inkml:brushProperty name="width" value="0.035" units="cm"/>
      <inkml:brushProperty name="height" value="0.035" units="cm"/>
      <inkml:brushProperty name="color" value="#E71224"/>
    </inkml:brush>
  </inkml:definitions>
  <inkml:trace contextRef="#ctx0" brushRef="#br0">1 140 24575,'4'0'0,"7"0"0,5-4 0,6-7 0,7-6 0,4-4 0,0-4 0,0 3 0,-1 5 0,-2 6 0,-1 4 0,-1 3 0,-6 3-8191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6.709"/>
    </inkml:context>
    <inkml:brush xml:id="br0">
      <inkml:brushProperty name="width" value="0.035" units="cm"/>
      <inkml:brushProperty name="height" value="0.035" units="cm"/>
      <inkml:brushProperty name="color" value="#E71224"/>
    </inkml:brush>
  </inkml:definitions>
  <inkml:trace contextRef="#ctx0" brushRef="#br0">28 1 24575,'0'13'0,"0"15"0,0 20 0,0 16 0,0 20 0,0 0 0,-4 0 0,-2-5 0,0-12 0,1-12 0,2-11 0,1-18 0,1-22 0,0-26 0,1-9-8191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7.499"/>
    </inkml:context>
    <inkml:brush xml:id="br0">
      <inkml:brushProperty name="width" value="0.035" units="cm"/>
      <inkml:brushProperty name="height" value="0.035" units="cm"/>
      <inkml:brushProperty name="color" value="#E71224"/>
    </inkml:brush>
  </inkml:definitions>
  <inkml:trace contextRef="#ctx0" brushRef="#br0">188 1 24575,'3'-1'0,"0"1"0,0 0 0,0 0 0,0 1 0,0-1 0,-1 1 0,1-1 0,0 1 0,0 0 0,3 2 0,-5-3 0,0 1 0,0 0 0,0 0 0,-1 0 0,1 0 0,0 0 0,0 1 0,-1-1 0,1 0 0,0 0 0,-1 0 0,1 1 0,-1-1 0,0 0 0,1 0 0,-1 1 0,0-1 0,0 0 0,0 1 0,0-1 0,0 0 0,0 1 0,0-1 0,0 0 0,-1 3 0,-2 8 0,0 0 0,-1 0 0,0 0 0,-1 0 0,0-1 0,-1 0 0,0 0 0,-10 12 0,-66 80 0,-16-3 0,106-106 0,0 0 0,0 0 0,1 1 0,0 0 0,0 1 0,0 0 0,1 0 0,-1 1 0,20-4 0,-22 6 0,-1 0 0,1 0 0,-1 1 0,1 0 0,-1 0 0,1 0 0,-1 1 0,0 0 0,1 0 0,-1 1 0,0 0 0,0 0 0,0 0 0,0 1 0,0 0 0,10 6 0,-2 3 12,-1 0 0,0 1 1,-1 0-1,0 1 0,-1 1 0,0-1 0,9 19 0,52 118-901,-61-124 316,-2-6-6253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8.057"/>
    </inkml:context>
    <inkml:brush xml:id="br0">
      <inkml:brushProperty name="width" value="0.035" units="cm"/>
      <inkml:brushProperty name="height" value="0.035" units="cm"/>
      <inkml:brushProperty name="color" value="#E71224"/>
    </inkml:brush>
  </inkml:definitions>
  <inkml:trace contextRef="#ctx0" brushRef="#br0">30 185 24575,'8'-1'0,"0"0"0,0-1 0,0-1 0,0 1 0,0-1 0,-1-1 0,1 1 0,-1-1 0,0 0 0,0-1 0,0 0 0,-1 0 0,0 0 0,0-1 0,0 0 0,-1 0 0,1-1 0,-1 1 0,-1-1 0,8-14 0,-11 19 0,-1 0 0,1 0 0,0 0 0,0 0 0,-1-1 0,0 1 0,1 0 0,-1 0 0,0-1 0,0 1 0,0 0 0,0 0 0,0-1 0,-1 1 0,1 0 0,-1 0 0,0-1 0,1 1 0,-1 0 0,0 0 0,0 0 0,0 0 0,-1 0 0,1 0 0,0 1 0,-1-1 0,1 0 0,-1 0 0,1 1 0,-1-1 0,0 1 0,0 0 0,0 0 0,0-1 0,0 1 0,0 0 0,0 0 0,-4-1 0,2 1 0,1 0 0,-1 0 0,0 1 0,1-1 0,-1 1 0,0-1 0,0 1 0,0 0 0,1 1 0,-1-1 0,0 1 0,0-1 0,1 1 0,-1 0 0,1 0 0,-1 1 0,0-1 0,1 1 0,0 0 0,-1 0 0,1 0 0,0 0 0,-3 3 0,1 2 0,-1 0 0,1 1 0,0 0 0,1 0 0,0 0 0,0 0 0,1 0 0,0 1 0,0-1 0,1 1 0,-2 16 0,1 2 0,1 1 0,2 41 0,1-61 0,-1 0 0,1-1 0,1 1 0,-1 0 0,1-1 0,1 1 0,-1-1 0,1 0 0,1 0 0,-1 0 0,1 0 0,6 7 0,-7-10 0,0-1 0,0 1 0,1-1 0,-1 0 0,1-1 0,-1 1 0,1 0 0,0-1 0,0 0 0,0 0 0,1 0 0,-1-1 0,0 1 0,0-1 0,1 0 0,-1 0 0,1 0 0,-1-1 0,1 0 0,0 0 0,-1 0 0,6-1 0,18-4-1365,-4-1-5461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8.604"/>
    </inkml:context>
    <inkml:brush xml:id="br0">
      <inkml:brushProperty name="width" value="0.035" units="cm"/>
      <inkml:brushProperty name="height" value="0.035" units="cm"/>
      <inkml:brushProperty name="color" value="#E71224"/>
    </inkml:brush>
  </inkml:definitions>
  <inkml:trace contextRef="#ctx0" brushRef="#br0">0 23 24575,'1'0'0,"0"1"0,0-1 0,0 0 0,-1 1 0,1-1 0,0 1 0,0-1 0,-1 1 0,1 0 0,0-1 0,-1 1 0,1 0 0,0 0 0,-1-1 0,1 1 0,-1 0 0,1 0 0,-1 0 0,0-1 0,1 1 0,-1 0 0,0 0 0,1 0 0,-1 0 0,0 1 0,5 29 0,-4-27 0,2 69 0,-2-47 0,2-66 0,-2 32 0,1-1 0,-1 0 0,1 1 0,1-1 0,-1 1 0,2 0 0,-1 0 0,1 0 0,0 0 0,8-11 0,-10 16 0,0 1 0,0-1 0,0 1 0,0 0 0,0 0 0,1 0 0,-1 0 0,0 0 0,1 0 0,0 0 0,-1 1 0,1 0 0,0-1 0,0 1 0,0 0 0,0 0 0,0 0 0,0 1 0,0-1 0,0 1 0,0 0 0,0 0 0,0 0 0,0 0 0,0 0 0,0 1 0,0-1 0,0 1 0,0 0 0,0 0 0,0 0 0,0 0 0,3 2 0,0 1 0,1 1 0,-1 0 0,0 0 0,0 0 0,-1 0 0,0 1 0,0 0 0,0 0 0,0 1 0,-1-1 0,3 8 0,1 1 0,-1-1 0,-1 1 0,-1 1 0,5 20 0,-2 23-1365,-7-34-5461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9.429"/>
    </inkml:context>
    <inkml:brush xml:id="br0">
      <inkml:brushProperty name="width" value="0.035" units="cm"/>
      <inkml:brushProperty name="height" value="0.035" units="cm"/>
      <inkml:brushProperty name="color" value="#E71224"/>
    </inkml:brush>
  </inkml:definitions>
  <inkml:trace contextRef="#ctx0" brushRef="#br0">138 187 24575,'0'-2'0,"0"1"0,0 0 0,0 0 0,0 0 0,0 0 0,0-1 0,0 1 0,0 0 0,-1 0 0,1 0 0,0 0 0,-1 0 0,1-1 0,-1 1 0,1 0 0,-1 0 0,0 0 0,1 0 0,-1 0 0,0 1 0,-1-3 0,1 3 0,0 0 0,0 0 0,1-1 0,-1 1 0,0 0 0,0 0 0,0 0 0,0 0 0,0 0 0,0 0 0,0 0 0,0 0 0,0 1 0,0-1 0,0 0 0,0 0 0,0 1 0,1-1 0,-1 1 0,-1 0 0,-3 2 0,0 0 0,0 1 0,1-1 0,-1 1 0,1 0 0,0 0 0,-5 8 0,0 0 0,1 1 0,1 0 0,0 1 0,0-1 0,1 2 0,1-1 0,0 0 0,1 1 0,1 0 0,-2 19 0,5-33 0,-1 0 0,1 1 0,0-1 0,0 0 0,0 0 0,0 1 0,0-1 0,0 0 0,0 1 0,0-1 0,1 0 0,-1 0 0,0 1 0,1-1 0,-1 0 0,1 0 0,-1 0 0,1 0 0,0 0 0,0 1 0,-1-1 0,1 0 0,0-1 0,0 1 0,2 2 0,-2-3 0,1 0 0,-1 0 0,1 0 0,-1 0 0,0 0 0,1 0 0,-1 0 0,1-1 0,-1 1 0,1 0 0,-1-1 0,0 1 0,1-1 0,-1 0 0,0 1 0,1-1 0,-1 0 0,1-1 0,8-5 0,-1-1 0,0 1 0,-1-2 0,10-11 0,-9 8 0,0 0 0,-2-1 0,1 0 0,-2 0 0,0 0 0,0-1 0,-1 0 0,-1-1 0,0 1 0,2-19 0,-3-6 0,-1-1 0,-4-61 0,2 168 0,3 95 0,22-8 102,-9-68-1569,-10-49-5359</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39.879"/>
    </inkml:context>
    <inkml:brush xml:id="br0">
      <inkml:brushProperty name="width" value="0.035" units="cm"/>
      <inkml:brushProperty name="height" value="0.035" units="cm"/>
      <inkml:brushProperty name="color" value="#E71224"/>
    </inkml:brush>
  </inkml:definitions>
  <inkml:trace contextRef="#ctx0" brushRef="#br0">1 146 24575,'3'1'0,"0"0"0,-1-1 0,1 1 0,0 0 0,0 0 0,0 0 0,-1 1 0,1-1 0,-1 1 0,1 0 0,-1-1 0,0 1 0,1 0 0,-1 0 0,0 0 0,0 1 0,0-1 0,-1 0 0,1 1 0,-1 0 0,3 3 0,4 9 0,-1 1 0,8 23 0,-12-31 0,15 54 0,-16-57 0,0-7 0,0-16 0,-1-29 0,-4-14 0,1 37 0,1 0 0,2 0 0,0 0 0,6-35 0,-6 56 8,-1 0 0,1 0 0,0 0 0,0 1 0,0-1 0,1 0 0,-1 0 0,0 1 0,1-1 0,0 1 0,0 0 0,0-1 0,0 1 0,4-4 0,-4 5-70,0 1 0,-1-1 0,1 0 0,0 0 1,0 1-1,0-1 0,-1 1 0,1 0 0,0 0 0,0-1 0,0 1 0,0 0 1,0 0-1,0 1 0,0-1 0,-1 0 0,1 1 0,0-1 0,0 1 0,0 0 1,-1-1-1,1 1 0,2 2 0,19 10-6764</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40.609"/>
    </inkml:context>
    <inkml:brush xml:id="br0">
      <inkml:brushProperty name="width" value="0.035" units="cm"/>
      <inkml:brushProperty name="height" value="0.035" units="cm"/>
      <inkml:brushProperty name="color" value="#E71224"/>
    </inkml:brush>
  </inkml:definitions>
  <inkml:trace contextRef="#ctx0" brushRef="#br0">58 1 24575,'-4'5'0,"0"0"0,0 1 0,0-1 0,1 1 0,0 0 0,0 0 0,0 0 0,1 0 0,-2 7 0,-10 59 0,14-72 0,-2 11 0,-1 0 0,1 0 0,1 0 0,0 0 0,0 0 0,1 0 0,1 0 0,0 0 0,4 19 0,-5-30 0,0 1 0,0 0 0,0-1 0,1 1 0,-1 0 0,0-1 0,1 1 0,-1 0 0,1-1 0,-1 1 0,0 0 0,1-1 0,-1 1 0,1-1 0,0 1 0,-1-1 0,1 1 0,-1-1 0,1 0 0,0 1 0,-1-1 0,1 0 0,0 1 0,0-1 0,-1 0 0,1 0 0,1 0 0,-1 0 0,1 0 0,-1 0 0,0-1 0,0 1 0,1-1 0,-1 1 0,0-1 0,0 0 0,0 1 0,1-1 0,-1 0 0,0 0 0,2-2 0,2-3 0,0 0 0,0 0 0,-1 0 0,5-9 0,4-9 0,-7 11 0,1-1 0,13-17 0,-17 28 0,-1 0 0,1 0 0,0 0 0,0 0 0,0 0 0,0 0 0,1 1 0,-1 0 0,1-1 0,0 1 0,-1 1 0,1-1 0,6-2 0,-7 4 0,0 0 0,-1 0 0,1 0 0,0 0 0,-1 0 0,1 1 0,0-1 0,-1 1 0,1 0 0,0-1 0,-1 1 0,1 1 0,-1-1 0,1 0 0,-1 0 0,0 1 0,0 0 0,1-1 0,2 4 0,38 43 0,-35-39 0,48 46-1365,-42-42-5461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0:59.849"/>
    </inkml:context>
    <inkml:brush xml:id="br0">
      <inkml:brushProperty name="width" value="0.035" units="cm"/>
      <inkml:brushProperty name="height" value="0.035" units="cm"/>
      <inkml:brushProperty name="color" value="#E71224"/>
    </inkml:brush>
  </inkml:definitions>
  <inkml:trace contextRef="#ctx0" brushRef="#br0">1 1 24575,'1164'0'-1365,"-1142"0"-5461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0.953"/>
    </inkml:context>
    <inkml:brush xml:id="br0">
      <inkml:brushProperty name="width" value="0.035" units="cm"/>
      <inkml:brushProperty name="height" value="0.035" units="cm"/>
      <inkml:brushProperty name="color" value="#E71224"/>
    </inkml:brush>
  </inkml:definitions>
  <inkml:trace contextRef="#ctx0" brushRef="#br0">1339 1 24575,'0'4'0,"-1"1"0,0-1 0,0 1 0,0-1 0,0 0 0,-1 1 0,0-1 0,0 0 0,0 0 0,0 0 0,-4 4 0,0 0 0,1-1 0,-2 1 0,1-1 0,-10 7 0,-3 0 0,-1 0 0,-1-2 0,0 0 0,-1-1 0,0-2 0,0 0 0,-1-1 0,-36 7 0,25-8 0,0-2 0,0-1 0,0-2 0,-1-2 0,-49-5 0,67 2 0,1-1 0,-1-1 0,1 0 0,0-2 0,-24-11 0,-30-13 0,-5 10 0,-1 4 0,-78-9 0,108 19 0,10 1 0,17 2 0,-1 0 0,0 2 0,0 0 0,0 1 0,0 1 0,-30 4 0,48-4 1,0 1 1,0 0-1,-1 0 0,1 0 0,0 0 1,0 0-1,0 0 0,0 1 0,0-1 1,0 1-1,1-1 0,-1 1 0,0 0 1,1 0-1,-1 0 0,1 0 0,0 0 0,0 0 1,0 0-1,0 0 0,0 0 0,0 0 1,0 1-1,1-1 0,-2 4 0,1 7-36,-1 0 0,2-1-1,1 24 1,-1 4-1221,-3-13-5570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2.072"/>
    </inkml:context>
    <inkml:brush xml:id="br0">
      <inkml:brushProperty name="width" value="0.035" units="cm"/>
      <inkml:brushProperty name="height" value="0.035" units="cm"/>
      <inkml:brushProperty name="color" value="#E71224"/>
    </inkml:brush>
  </inkml:definitions>
  <inkml:trace contextRef="#ctx0" brushRef="#br0">0 167 24575,'5'0'0,"-1"0"0,1 1 0,-1 0 0,0 0 0,0 0 0,0 0 0,0 1 0,1 0 0,-2 0 0,1 0 0,0 0 0,0 0 0,-1 1 0,1 0 0,-1 0 0,0 0 0,4 4 0,5 7 0,-1 1 0,17 30 0,-17-26 0,119 224 0,-53-91 0,-69-139 0,-10-23 0,-11-25 0,-25-57 0,-27-103 0,52 147 0,3 0 0,1 0 0,2-1 0,1-61 0,5 107 0,1 0 0,0 0 0,1 0 0,-1 0 0,0 0 0,1 0 0,0 0 0,0 0 0,0 0 0,0 0 0,0 0 0,0 1 0,1-1 0,-1 0 0,1 1 0,0-1 0,0 1 0,0-1 0,0 1 0,0 0 0,4-2 0,-4 3 0,0 0 0,1 0 0,-1 0 0,1 0 0,-1 1 0,1-1 0,0 1 0,-1-1 0,1 1 0,-1 0 0,1 0 0,0 1 0,-1-1 0,1 0 0,-1 1 0,1 0 0,-1-1 0,1 1 0,-1 0 0,1 0 0,-1 1 0,0-1 0,1 0 0,-1 1 0,2 1 0,10 9 0,-1 0 0,-1 0 0,0 1 0,0 1 0,-2 0 0,0 0 0,0 1 0,-1 0 0,-1 1 0,-1 0 0,0 0 0,-1 1 0,-1-1 0,0 1 0,4 33 0,-9-45 1,1 0 0,-1 1 0,-1-1-1,1 0 1,-1 0 0,0 0 0,0 0-1,0 0 1,-1 0 0,1 0 0,-1-1-1,0 1 1,-1 0 0,1-1 0,-1 1-1,-6 6 1,-1 0-6,-1-1 0,0-1 1,0 0-1,-19 11 0,-29 25-1349,44-30-5472</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3.267"/>
    </inkml:context>
    <inkml:brush xml:id="br0">
      <inkml:brushProperty name="width" value="0.035" units="cm"/>
      <inkml:brushProperty name="height" value="0.035" units="cm"/>
      <inkml:brushProperty name="color" value="#E71224"/>
    </inkml:brush>
  </inkml:definitions>
  <inkml:trace contextRef="#ctx0" brushRef="#br0">1 719 24575,'4'1'0,"0"-1"0,0 0 0,-1 1 0,1-1 0,0 1 0,0 0 0,0 1 0,0-1 0,-1 1 0,1-1 0,-1 1 0,1 0 0,-1 1 0,0-1 0,0 0 0,5 5 0,0 2 0,0 1 0,0 0 0,10 20 0,10 11 0,-28-40 0,0-1 0,1 1 0,-1-1 0,0 0 0,0 1 0,1-1 0,-1 1 0,0-1 0,0 0 0,1 0 0,-1 1 0,0-1 0,1 0 0,-1 1 0,1-1 0,-1 0 0,0 0 0,1 0 0,-1 0 0,1 1 0,-1-1 0,0 0 0,1 0 0,-1 0 0,1 0 0,-1 0 0,1 0 0,-1 0 0,0 0 0,1 0 0,-1 0 0,1 0 0,-1 0 0,1 0 0,-1-1 0,0 1 0,1 0 0,-1 0 0,1 0 0,-1-1 0,0 1 0,1 0 0,-1 0 0,0-1 0,1 1 0,-1 0 0,0-1 0,0 1 0,1 0 0,-1-1 0,10-22 0,-9 21 0,6-30 0,-1 1 0,-2-1 0,-1 0 0,-1-1 0,-2 1 0,-7-56 0,7 86 0,0 0 0,-1 0 0,1 0 0,0 0 0,0 0 0,0 0 0,0 0 0,1 1 0,-1-1 0,0 0 0,1 0 0,-1 0 0,2-2 0,-2 4 0,0 0 0,1 0 0,-1 0 0,1-1 0,-1 1 0,0 0 0,1 0 0,-1 0 0,1 0 0,-1 0 0,0 0 0,1 0 0,-1 0 0,1 0 0,-1 0 0,0 0 0,1 0 0,-1 0 0,1 1 0,-1-1 0,0 0 0,1 0 0,-1 0 0,0 0 0,1 1 0,-1-1 0,0 0 0,1 0 0,-1 1 0,0-1 0,0 0 0,1 1 0,-1-1 0,1 1 0,30 41 0,-29-39 0,15 26 0,-11-19 0,-1 0 0,1 0 0,1-1 0,0 0 0,0 0 0,15 13 0,-21-21 0,-1-1 0,1 1 0,0 0 0,-1-1 0,1 1 0,0-1 0,0 1 0,0-1 0,0 0 0,-1 1 0,1-1 0,0 0 0,0 0 0,0 0 0,0 1 0,0-1 0,0 0 0,0 0 0,0 0 0,0 0 0,0-1 0,-1 1 0,1 0 0,0 0 0,0-1 0,0 1 0,0 0 0,0-1 0,0 1 0,-1-1 0,1 1 0,0-1 0,0 1 0,-1-1 0,1 1 0,0-1 0,-1 0 0,1 1 0,-1-1 0,1 0 0,-1 0 0,1 0 0,-1 1 0,1-1 0,-1 0 0,0 0 0,1 0 0,-1 0 0,0-1 0,3-8 0,0 0 0,0 0 0,0-17 0,-1 16 0,5-45 0,-2 0 0,-3 0 0,-6-65 0,-36-163 0,37 266 0,9 35 0,1 2 0,16 44 0,50 130 0,-54-150 0,1-1 0,36 53 0,-54-91 0,1-1 0,-1 0 0,0 0 0,1 0 0,0 0 0,0 0 0,0-1 0,0 1 0,0-1 0,0 0 0,0 0 0,7 3 0,-9-4 0,1-1 0,-1 0 0,0 0 0,0 0 0,0 1 0,0-1 0,0 0 0,0-1 0,0 1 0,0 0 0,0 0 0,0 0 0,0-1 0,0 1 0,0 0 0,0-1 0,0 1 0,0-1 0,1 0 0,0-1 0,0 1 0,-1-1 0,1 0 0,-1 0 0,1 0 0,-1 0 0,0 0 0,1 0 0,-1 0 0,0-1 0,1-3 0,3-11 0,-1-1 0,0 1 0,-2-1 0,2-30 0,-6-80 0,-1 65 0,3 48 0,0 1 0,0 1 0,-1-1 0,0 1 0,-6-23 0,6 33 0,0 0 0,0 1 0,0-1 0,0 1 0,0-1 0,0 1 0,-1 0 0,1-1 0,-1 1 0,1 0 0,-1 0 0,0 0 0,0 0 0,0 0 0,0 1 0,0-1 0,-1 1 0,1-1 0,0 1 0,-1 0 0,1 0 0,-1 0 0,1 0 0,-1 0 0,1 0 0,-1 1 0,0-1 0,1 1 0,-1 0 0,-3 0 0,-2 0 0,0 1 0,0 1 0,0-1 0,0 1 0,0 1 0,0-1 0,0 1 0,-13 8 0,-60 40 0,23-12 0,15-14-118,-66 36 367,92-53-548,0 0 0,-1-2-1,1 0 1,-28 5 0,18-7-6527</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4.134"/>
    </inkml:context>
    <inkml:brush xml:id="br0">
      <inkml:brushProperty name="width" value="0.035" units="cm"/>
      <inkml:brushProperty name="height" value="0.035" units="cm"/>
      <inkml:brushProperty name="color" value="#E71224"/>
    </inkml:brush>
  </inkml:definitions>
  <inkml:trace contextRef="#ctx0" brushRef="#br0">1 0 24575,'4'0'0,"16"0"0,14 9 0,0 17 0,0 13 0,3 14 0,-1 3 0,-5 0 0,-5-4 0,-5-7 0,-8-6 0,-9-10 0,-11-9 0,-4-9-8191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5.256"/>
    </inkml:context>
    <inkml:brush xml:id="br0">
      <inkml:brushProperty name="width" value="0.035" units="cm"/>
      <inkml:brushProperty name="height" value="0.035" units="cm"/>
      <inkml:brushProperty name="color" value="#E71224"/>
    </inkml:brush>
  </inkml:definitions>
  <inkml:trace contextRef="#ctx0" brushRef="#br0">1 389 24575,'16'-15'0,"2"1"0,34-22 0,-8 7 0,100-69 0,92-71 0,-229 163 0,-4 4 0,0-1 0,0 1 0,0 0 0,0-1 0,0 1 0,0 1 0,0-1 0,1 0 0,4-1 0,-6 3 0,0 0 0,0 0 0,-1 1 0,1-1 0,0 0 0,0 1 0,0-1 0,-1 1 0,1 0 0,0-1 0,-1 1 0,1 0 0,0 0 0,-1 0 0,1 0 0,-1 1 0,0-1 0,1 0 0,-1 1 0,0-1 0,0 0 0,2 4 0,8 9 0,-1 0 0,-1 1 0,-1 1 0,0-1 0,9 27 0,22 89 0,-32-105 0,45 182 0,-39-176 0,-13-32 0,0 1 0,0-1 0,0 0 0,0 0 0,1 1 0,-1-1 0,0 0 0,0 0 0,0 1 0,0-1 0,0 0 0,1 0 0,-1 0 0,0 1 0,0-1 0,0 0 0,1 0 0,-1 0 0,0 0 0,0 1 0,1-1 0,-1 0 0,0 0 0,0 0 0,1 0 0,-1 0 0,0 0 0,1 0 0,-1 0 0,0 0 0,0 0 0,1 0 0,-1 0 0,0 0 0,0 0 0,1 0 0,-1 0 0,0 0 0,1 0 0,-1 0 0,0 0 0,0 0 0,1-1 0,-1 1 0,0 0 0,0 0 0,0 0 0,1 0 0,-1-1 0,0 1 0,0 0 0,0 0 0,1 0 0,-1-1 0,0 1 0,0 0 0,0-1 0,10-19 0,-7 11 0,0 4 0,1 0 0,-1 1 0,1 0 0,0-1 0,0 1 0,0 1 0,1-1 0,-1 1 0,1-1 0,0 1 0,0 1 0,0-1 0,0 1 0,1 0 0,-1 0 0,1 0 0,10-1 0,9-1 0,1 1 0,45 1 0,-29 1 0,-34 1 0,0 0 0,0-1 0,0 0 0,0 0 0,0-1 0,0 0 0,0-1 0,-1 0 0,1 0 0,-1 0 0,9-6 0,-12 5 0,0 1 0,0-1 0,-1 1 0,1-1 0,-1 0 0,0 0 0,0-1 0,0 1 0,-1-1 0,1 1 0,-1-1 0,-1 0 0,1 0 0,0 0 0,-1 0 0,0 0 0,0 0 0,0-8 0,-1 9 0,-1 0 0,1-1 0,0 1 0,-1 0 0,0 0 0,0-1 0,0 1 0,-1 0 0,1 0 0,-1 0 0,0 0 0,0 0 0,0 1 0,-1-1 0,1 1 0,-7-7 0,8 9 0,-1-1 0,0 0 0,0 0 0,0 1 0,0 0 0,0-1 0,0 1 0,0 0 0,0 0 0,0 0 0,-1 0 0,1 0 0,0 0 0,-1 1 0,1-1 0,-1 1 0,1 0 0,-1-1 0,1 1 0,-1 0 0,1 1 0,0-1 0,-1 0 0,1 1 0,-1-1 0,1 1 0,0 0 0,-1 0 0,1 0 0,0 0 0,-3 2 0,3-2 0,0 1 0,0-1 0,0 1 0,0 0 0,1 0 0,-1 0 0,0 0 0,1 0 0,-1 0 0,1 0 0,0 0 0,0 1 0,0-1 0,0 1 0,0-1 0,-1 5 0,1-1 0,1 1 0,-1-1 0,1 0 0,0 0 0,1 0 0,1 13 0,1-8 0,0 0 0,0-1 0,1 1 0,0-1 0,1 1 0,0-1 0,10 14 0,-11-19 7,0-1 0,0 0 0,1 0 0,-1 0 0,1 0 1,0-1-1,0 0 0,0 0 0,0 0 0,0 0 0,1-1 0,-1 0 0,1 0 0,-1-1 0,1 0 0,11 2 0,-8-3-156,1 1 1,0-2-1,-1 1 1,1-1-1,-1-1 1,1 1-1,-1-2 1,0 1-1,13-6 1,7-6-6678</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6.151"/>
    </inkml:context>
    <inkml:brush xml:id="br0">
      <inkml:brushProperty name="width" value="0.035" units="cm"/>
      <inkml:brushProperty name="height" value="0.035" units="cm"/>
      <inkml:brushProperty name="color" value="#E71224"/>
    </inkml:brush>
  </inkml:definitions>
  <inkml:trace contextRef="#ctx0" brushRef="#br0">1 244 24575,'0'0'0,"0"0"0,0-1 0,0 1 0,0 0 0,0-1 0,-1 1 0,1 0 0,0 0 0,0-1 0,0 1 0,0 0 0,0-1 0,0 1 0,0 0 0,0 0 0,0-1 0,0 1 0,0 0 0,0-1 0,0 1 0,1 0 0,-1 0 0,0-1 0,0 1 0,0 0 0,0 0 0,0-1 0,1 1 0,-1 0 0,0 0 0,0-1 0,0 1 0,1 0 0,-1 0 0,0 0 0,0 0 0,1-1 0,-1 1 0,0 0 0,0 0 0,1 0 0,-1 0 0,0 0 0,0 0 0,1 0 0,-1 0 0,0 0 0,1 0 0,-1 0 0,0 0 0,1 0 0,-1 0 0,0 0 0,0 0 0,1 0 0,-1 0 0,0 0 0,1 0 0,-1 0 0,1 1 0,0-1 0,0 1 0,0 0 0,0 0 0,-1 0 0,1 0 0,0 0 0,0 0 0,0 1 0,-1-1 0,1 0 0,-1 0 0,1 0 0,-1 1 0,1 1 0,4 59 0,-5-48 0,0 0 0,1-1 0,1 1 0,0-1 0,5 14 0,-6-24 0,0 0 0,0 0 0,1 0 0,-1 0 0,1 0 0,-1-1 0,1 1 0,0-1 0,0 1 0,1-1 0,-1 0 0,0 0 0,1 0 0,-1 0 0,1 0 0,0 0 0,-1-1 0,1 1 0,0-1 0,0 0 0,0 0 0,0 0 0,0 0 0,0 0 0,0-1 0,5 1 0,-6-1 0,0 0 0,1 0 0,-1 0 0,0 0 0,1-1 0,-1 1 0,0-1 0,0 1 0,1-1 0,-1 0 0,0 0 0,0 0 0,0 0 0,0 0 0,0-1 0,0 1 0,0-1 0,-1 1 0,1-1 0,0 1 0,-1-1 0,1 0 0,-1 0 0,0 0 0,1 0 0,-1 0 0,0 0 0,0 0 0,-1 0 0,1-1 0,0 1 0,-1 0 0,1 0 0,-1-5 0,3-9 0,-1-1 0,-1 0 0,-2-30 0,1 29 0,-2-62 0,1-75 0,1 152 0,0 0 0,0 0 0,0-1 0,1 1 0,0 0 0,-1 0 0,1 0 0,0 0 0,1 0 0,-1 1 0,0-1 0,1 0 0,0 0 0,0 1 0,-1-1 0,1 1 0,3-3 0,-3 4 0,-1 0 0,1 0 0,0 1 0,0-1 0,-1 0 0,1 1 0,0-1 0,0 1 0,0 0 0,0-1 0,-1 1 0,1 0 0,0 0 0,0 0 0,0 1 0,0-1 0,0 0 0,-1 1 0,1-1 0,0 1 0,0-1 0,0 1 0,-1 0 0,1 0 0,-1 0 0,1 0 0,0 0 0,-1 0 0,2 2 0,5 3 0,-1 0 0,0 1 0,-1 0 0,1 1 0,-1-1 0,0 1 0,-1 0 0,0 0 0,4 11 0,-5-12 0,-1 0 0,-1 0 0,1 1 0,-1-1 0,-1 0 0,1 1 0,-1-1 0,0 1 0,-1-1 0,0 1 0,0-1 0,-2 11 0,2-16 0,-1 0 0,1 0 0,0 0 0,-1 0 0,0 0 0,1 0 0,-1 0 0,0-1 0,0 1 0,0 0 0,0 0 0,0-1 0,-1 1 0,1-1 0,0 1 0,-1-1 0,1 0 0,-1 1 0,0-1 0,1 0 0,-1 0 0,0 0 0,0 0 0,0 0 0,1-1 0,-1 1 0,0 0 0,0-1 0,0 0 0,0 1 0,0-1 0,0 0 0,-3 0 0,0 0 0,1-1 0,-1 0 0,0 0 0,1 0 0,-1-1 0,1 0 0,-1 0 0,1 0 0,0 0 0,-1 0 0,1-1 0,-7-6 0,4 3 17,1 0 0,-1-1 1,1 0-1,0 0 0,1-1 0,-8-13 0,11 17-91,0 1-1,1 0 1,0-1 0,-1 1 0,1-1-1,0 1 1,1-1 0,-1 0 0,1 1-1,0-1 1,0 0 0,0 1 0,0-1-1,0 0 1,1 1 0,0-1 0,-1 1-1,2-1 1,1-5 0,11-14-6752</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7.149"/>
    </inkml:context>
    <inkml:brush xml:id="br0">
      <inkml:brushProperty name="width" value="0.035" units="cm"/>
      <inkml:brushProperty name="height" value="0.035" units="cm"/>
      <inkml:brushProperty name="color" value="#E71224"/>
    </inkml:brush>
  </inkml:definitions>
  <inkml:trace contextRef="#ctx0" brushRef="#br0">172 397 24575,'-2'0'0,"0"0"0,0 0 0,0 1 0,0-1 0,1 0 0,-1 1 0,0 0 0,0-1 0,1 1 0,-1 0 0,0 0 0,1 0 0,-1 0 0,1 0 0,-1 0 0,1 0 0,-1 1 0,1-1 0,-2 3 0,0 0 0,1-1 0,0 1 0,0 0 0,0 0 0,0 0 0,1 1 0,-1-1 0,0 6 0,1-1 0,-1-1 0,2 1 0,-1 0 0,1 0 0,0 0 0,1-1 0,0 1 0,4 12 0,-5-20 0,0 1 0,1-1 0,-1 0 0,1 1 0,-1-1 0,1 0 0,0 0 0,-1 1 0,1-1 0,0 0 0,0 0 0,0 0 0,2 2 0,-3-3 0,1 0 0,-1 0 0,1 0 0,-1 0 0,0 1 0,1-1 0,-1 0 0,1 0 0,-1 0 0,1 0 0,-1 0 0,0 0 0,1 0 0,-1 0 0,1 0 0,-1-1 0,1 1 0,-1 0 0,0 0 0,1 0 0,-1 0 0,0-1 0,1 1 0,-1 0 0,1 0 0,-1-1 0,0 1 0,1-1 0,1-1 0,0-1 0,0 0 0,0 0 0,-1 0 0,1 0 0,-1 0 0,1 0 0,-1 0 0,0 0 0,0-7 0,4-20 0,-1 0 0,-2-1 0,-1 1 0,-2-1 0,-1 0 0,-9-46 0,7 54 0,-2 0 0,-1 0 0,-1 0 0,0 1 0,-2 0 0,-1 1 0,0 0 0,-1 1 0,-17-20 0,26 37 0,1 0 0,-1 0 0,1 0 0,-1 1 0,0 0 0,0-1 0,-1 1 0,-3-2 0,7 4 0,-1 0 0,0-1 0,1 1 0,-1 0 0,0 0 0,1 0 0,-1 0 0,0-1 0,1 1 0,-1 0 0,0 0 0,1 1 0,-1-1 0,0 0 0,1 0 0,-1 0 0,0 0 0,1 0 0,-1 1 0,0-1 0,1 0 0,-1 1 0,0-1 0,1 0 0,-1 1 0,1-1 0,-1 1 0,1-1 0,-1 1 0,1-1 0,-1 1 0,1-1 0,0 1 0,-1 0 0,1-1 0,0 1 0,-1 0 0,1-1 0,0 1 0,0 0 0,0-1 0,-1 1 0,1 0 0,0-1 0,0 1 0,0 0 0,0-1 0,1 2 0,-2 5 0,1 1 0,0-1 0,0 0 0,1 0 0,0 1 0,1-1 0,-1 0 0,1 0 0,5 11 0,33 66 0,-27-60 0,5 11 0,29 42 0,-39-66 0,0 0 0,0-1 0,1 0 0,0-1 0,1 0 0,0 0 0,19 12 0,-26-19 0,1 0 0,-1-1 0,1 1 0,-1-1 0,1 0 0,-1 1 0,1-2 0,0 1 0,-1 0 0,1-1 0,0 0 0,0 0 0,4 0 0,-5 0 0,-1-1 0,0 0 0,0 1 0,0-1 0,0 0 0,0 0 0,0 0 0,0 0 0,0 0 0,0-1 0,0 1 0,0-1 0,-1 1 0,1-1 0,-1 0 0,1 1 0,-1-1 0,0 0 0,1 0 0,-1 0 0,0 0 0,1-4 0,3-9 0,0 0 0,-2-1 0,1 1 0,-2-1 0,1-27 0,-6-84 0,0 86 0,3 28 0,2 12 0,6 22 0,1 6 0,-3-17 0,0 0 0,1-1 0,-1 0 0,2 0 0,-1-1 0,1 1 0,12 8 0,-18-15 0,0-1 0,1 1 0,-1 0 0,1-1 0,-1 1 0,1-1 0,0 0 0,-1 0 0,1 0 0,0 0 0,0-1 0,0 1 0,0-1 0,0 1 0,0-1 0,0 0 0,0 0 0,0 0 0,0-1 0,-1 1 0,1-1 0,0 0 0,0 0 0,0 0 0,0 0 0,-1 0 0,1 0 0,-1-1 0,1 1 0,-1-1 0,1 0 0,-1 0 0,3-2 0,1-3-124,0-1 0,0 0 0,-1 0 0,0 0 0,0-1 0,-1 1-1,0-1 1,-1 0 0,0-1 0,3-12 0,0-4-6702</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7.692"/>
    </inkml:context>
    <inkml:brush xml:id="br0">
      <inkml:brushProperty name="width" value="0.035" units="cm"/>
      <inkml:brushProperty name="height" value="0.035" units="cm"/>
      <inkml:brushProperty name="color" value="#E71224"/>
    </inkml:brush>
  </inkml:definitions>
  <inkml:trace contextRef="#ctx0" brushRef="#br0">1 1 24575,'4'0'0,"7"0"0,1 9 0,-2 7 0,3 7 0,-2 3 0,-2 2 0,-3 0 0,-2 1 0,-6 0 0,-8-6 0,-2-6-8191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7.912"/>
    </inkml:context>
    <inkml:brush xml:id="br0">
      <inkml:brushProperty name="width" value="0.035" units="cm"/>
      <inkml:brushProperty name="height" value="0.035" units="cm"/>
      <inkml:brushProperty name="color" value="#E71224"/>
    </inkml:brush>
  </inkml:definitions>
  <inkml:trace contextRef="#ctx0" brushRef="#br0">0 0 24575,'5'0'0,"6"0"0,0 0-8191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8.550"/>
    </inkml:context>
    <inkml:brush xml:id="br0">
      <inkml:brushProperty name="width" value="0.035" units="cm"/>
      <inkml:brushProperty name="height" value="0.035" units="cm"/>
      <inkml:brushProperty name="color" value="#E71224"/>
    </inkml:brush>
  </inkml:definitions>
  <inkml:trace contextRef="#ctx0" brushRef="#br0">0 162 24575,'5'-1'0,"0"1"0,-1 0 0,1 0 0,0 0 0,-1 1 0,1 0 0,-1 0 0,1 0 0,-1 0 0,0 1 0,1 0 0,-1 0 0,0 0 0,0 0 0,0 1 0,0-1 0,0 1 0,5 5 0,-9-7 0,0-1 0,1 1 0,-1-1 0,0 0 0,0 1 0,1-1 0,-1 1 0,0-1 0,1 0 0,-1 1 0,0-1 0,1 0 0,-1 0 0,1 1 0,-1-1 0,0 0 0,1 0 0,-1 0 0,1 1 0,-1-1 0,1 0 0,-1 0 0,1 0 0,-1 0 0,0 0 0,1 0 0,-1 0 0,1 0 0,-1 0 0,1 0 0,-1 0 0,1 0 0,-1-1 0,1 1 0,-1 0 0,1 0 0,-1 0 0,1-1 0,0 0 0,0-1 0,0 0 0,0 1 0,-1-1 0,1 1 0,-1-1 0,1 0 0,-1 0 0,1 1 0,-1-1 0,0-2 0,0-61 0,0 55 0,0 2 0,0 1 0,0-1 0,1 1 0,0-1 0,0 1 0,1-1 0,0 1 0,3-8 0,-4 14 0,-1-1 0,1 1 0,0-1 0,0 1 0,0-1 0,0 1 0,0 0 0,1-1 0,-1 1 0,0 0 0,1 0 0,-1 0 0,0 0 0,1 0 0,-1 0 0,1 0 0,0 1 0,-1-1 0,1 0 0,0 1 0,-1 0 0,1-1 0,0 1 0,-1 0 0,1 0 0,0 0 0,0 0 0,-1 0 0,1 0 0,0 0 0,0 1 0,-1-1 0,1 1 0,0-1 0,-1 1 0,1-1 0,-1 1 0,1 0 0,-1 0 0,3 2 0,4 2 0,0 0 0,0 0 0,0 1 0,13 14 0,-15-14 0,0 0 0,0 0 0,1 0 0,0-1 0,0 0 0,16 7 0,2-4-1365,-3-3-5461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09.557"/>
    </inkml:context>
    <inkml:brush xml:id="br0">
      <inkml:brushProperty name="width" value="0.035" units="cm"/>
      <inkml:brushProperty name="height" value="0.035" units="cm"/>
      <inkml:brushProperty name="color" value="#E71224"/>
    </inkml:brush>
  </inkml:definitions>
  <inkml:trace contextRef="#ctx0" brushRef="#br0">144 14 24575,'0'-1'0,"0"1"0,0-1 0,0 1 0,0-1 0,0 1 0,0-1 0,0 1 0,0-1 0,0 1 0,0 0 0,0-1 0,0 1 0,-1-1 0,1 1 0,0-1 0,0 1 0,0 0 0,-1-1 0,1 1 0,0-1 0,0 1 0,-1 0 0,1 0 0,0-1 0,-1 1 0,1 0 0,-1-1 0,1 1 0,0 0 0,-1 0 0,1 0 0,-1-1 0,1 1 0,-1 0 0,1 0 0,0 0 0,-1 0 0,1 0 0,-1 0 0,1 0 0,-1 0 0,1 0 0,-1 0 0,1 0 0,-1 0 0,1 0 0,0 0 0,-1 0 0,1 1 0,-1-1 0,1 0 0,0 0 0,-1 0 0,1 1 0,-1-1 0,1 0 0,0 0 0,-1 1 0,-2 1 0,1-1 0,0 1 0,0-1 0,0 1 0,0 0 0,0-1 0,0 1 0,0 0 0,-1 3 0,-1 5 0,1-1 0,0 0 0,1 1 0,0-1 0,0 1 0,1-1 0,0 11 0,4 68 0,-3-85 0,0-1 0,1 1 0,-1-1 0,1 1 0,-1 0 0,1-1 0,0 0 0,0 1 0,0-1 0,0 1 0,0-1 0,0 0 0,1 0 0,-1 0 0,1 0 0,0 0 0,-1 0 0,5 3 0,-2-3 0,1 1 0,-1-1 0,1 0 0,0-1 0,-1 1 0,1-1 0,7 1 0,21 7 0,-30-7 0,0-1 0,0 1 0,-1 0 0,1 0 0,-1 0 0,1 0 0,-1 0 0,0 0 0,0 1 0,0-1 0,0 1 0,0-1 0,-1 1 0,1 0 0,-1 0 0,0 0 0,0 0 0,0 0 0,0 0 0,0 0 0,0 0 0,-1 0 0,0 5 0,2 6 0,-2 1 0,0-1 0,-3 25 0,1-32 0,1-1 0,-1 0 0,0-1 0,-1 1 0,1 0 0,-1 0 0,0-1 0,0 0 0,-1 0 0,0 0 0,0 0 0,0 0 0,0-1 0,-1 1 0,1-1 0,-1 0 0,0-1 0,-6 4 0,-1 0 0,0-1 0,0 0 0,-1 0 0,0-1 0,0-1 0,0 0 0,-15 2 0,25-6 12,1 1 0,-1-1 0,1 0 0,-1 0 0,1 0 0,-1 0 0,1-1 0,-1 1 0,-3-2 0,6 2-56,-1 0 1,0-1-1,1 1 0,-1 0 1,0-1-1,1 1 0,-1-1 1,0 1-1,1-1 0,-1 1 1,1-1-1,-1 1 0,1-1 1,-1 1-1,1-1 0,-1 0 0,1 1 1,0-1-1,-1 0 0,1 1 1,0-1-1,0 0 0,-1 0 1,1 1-1,0-1 0,0 0 1,0 0-1,0 1 0,0-1 1,0 0-1,0 0 0,0 1 1,0-2-1,5-11-6782</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10.260"/>
    </inkml:context>
    <inkml:brush xml:id="br0">
      <inkml:brushProperty name="width" value="0.035" units="cm"/>
      <inkml:brushProperty name="height" value="0.035" units="cm"/>
      <inkml:brushProperty name="color" value="#E71224"/>
    </inkml:brush>
  </inkml:definitions>
  <inkml:trace contextRef="#ctx0" brushRef="#br0">0 0 24575,'1'1'0,"0"-1"0,0 0 0,0 0 0,-1 0 0,1 1 0,0-1 0,0 0 0,0 1 0,-1-1 0,1 1 0,0-1 0,0 1 0,-1-1 0,1 1 0,0 0 0,-1-1 0,1 1 0,-1 0 0,1-1 0,-1 1 0,1 0 0,-1 0 0,1 0 0,-1-1 0,0 1 0,1 1 0,6 28 0,-6-21 0,64 312 0,-64-314 0,1 1 0,0-1 0,0 0 0,0 1 0,1-1 0,5 9 0,-7-15 0,-1 0 0,1 0 0,0 0 0,-1-1 0,1 1 0,0 0 0,-1-1 0,1 1 0,0 0 0,0-1 0,-1 1 0,1-1 0,0 1 0,0-1 0,0 0 0,0 1 0,0-1 0,0 0 0,0 0 0,0 1 0,0-1 0,1 0 0,0-1 0,0 1 0,-1-1 0,1 0 0,0 1 0,0-1 0,-1 0 0,1 0 0,-1 0 0,1 0 0,-1 0 0,1-1 0,-1 1 0,0 0 0,1-1 0,-1 1 0,1-3 0,12-15 0,-1-1 0,14-29 0,9-16 0,-22 45-146,2 1 1,0 1-1,1 1 0,0 0 0,2 2 0,28-20 0,-39 29-198,4-3-6482</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15.663"/>
    </inkml:context>
    <inkml:brush xml:id="br0">
      <inkml:brushProperty name="width" value="0.035" units="cm"/>
      <inkml:brushProperty name="height" value="0.035" units="cm"/>
      <inkml:brushProperty name="color" value="#E71224"/>
    </inkml:brush>
  </inkml:definitions>
  <inkml:trace contextRef="#ctx0" brushRef="#br0">1866 109 24575,'-6'-5'0,"0"1"0,-1 0 0,0 0 0,1 1 0,-1 0 0,0 0 0,-1 0 0,1 1 0,0 0 0,-12-1 0,-7-3 0,-55-14 0,0 5 0,-144-11 0,-169 21 0,305 5 0,23 5 0,1 2 0,0 4 0,-88 25 0,110-23 0,-54 24 0,43-15 0,38-15 0,1 1 0,-21 15 0,4-4 0,4-2 0,0 0 0,-42 37 0,62-47 0,0 0 0,1 1 0,-1 0 0,2 0 0,-1 1 0,1 0 0,0 0 0,1 0 0,0 1 0,1 0 0,0 0 0,-3 11 0,-5 29 0,3 0 0,3 1 0,1 0 0,4 81 0,1-124 0,1 0 0,0 0 0,1 0 0,0-1 0,0 1 0,0-1 0,1 1 0,0-1 0,1 0 0,-1 0 0,1 0 0,1 0 0,-1-1 0,11 11 0,-3-6 0,1-1 0,0 0 0,0 0 0,1-1 0,1-1 0,17 7 0,8 2 0,0-1 0,1-3 0,56 12 0,133 11 0,-72-22 0,201-9 0,-337-5 0,-3-1 0,-1-2 0,1 0 0,-1-1 0,1 0 0,-2-2 0,1 0 0,0-1 0,-1 0 0,-1-2 0,1 0 0,-1-1 0,-1-1 0,0 0 0,0-1 0,13-14 0,-1-1 0,-2-1 0,-1-1 0,-1-1 0,-2 0 0,-1-2 0,26-54 0,-3-1 0,-22 48 0,-2-1 0,-2-1 0,17-58 0,-32 92-63,6-27-371,-1-1 0,6-59 0,-13 71-6392</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1:56.387"/>
    </inkml:context>
    <inkml:brush xml:id="br0">
      <inkml:brushProperty name="width" value="0.035" units="cm"/>
      <inkml:brushProperty name="height" value="0.035" units="cm"/>
      <inkml:brushProperty name="color" value="#E71224"/>
    </inkml:brush>
  </inkml:definitions>
  <inkml:trace contextRef="#ctx0" brushRef="#br0">1 137 24575,'0'-3'0,"1"1"0,-1-1 0,1 0 0,0 1 0,0-1 0,0 1 0,0-1 0,0 1 0,0-1 0,1 1 0,-1 0 0,1-1 0,0 1 0,0 0 0,0 0 0,0 0 0,0 1 0,0-1 0,0 0 0,0 1 0,1-1 0,3-1 0,8-4 0,0 1 0,26-8 0,-28 10 0,26-9 0,1 2 0,1 1 0,73-8 0,-97 17 0,0 1 0,-1 0 0,1 1 0,0 1 0,0 0 0,0 1 0,-1 1 0,0 0 0,0 1 0,0 1 0,0 0 0,23 14 0,-10 0 0,0 0 0,-1 2 0,25 25 0,64 79 0,-101-107 0,120 146 0,-110-131 0,67 80 0,-91-112 0,0-1 0,0 0 0,0 0 0,0 0 0,0 0 0,1 0 0,-1 0 0,0 0 0,0 0 0,1-1 0,-1 1 0,0 0 0,1-1 0,-1 1 0,0-1 0,1 1 0,-1-1 0,1 0 0,-1 0 0,1 1 0,-1-1 0,1 0 0,1-1 0,-1 1 0,-1-1 0,1 0 0,-1 0 0,0 0 0,1 0 0,-1 0 0,0 0 0,0 0 0,1 0 0,-1-1 0,0 1 0,0 0 0,0-1 0,-1 1 0,1-1 0,0 1 0,0-3 0,3-6 0,-1 0 0,0-1 0,0 0 0,1-22 0,0-33 0,-2-1 0,-10-86 0,7 152 0,1 0 0,-1-1 0,1 1 0,0 0 0,0 0 0,0-1 0,0 1 0,0 0 0,0-1 0,0 1 0,0 0 0,0-1 0,1 1 0,-1 0 0,1 0 0,-1-1 0,1 1 0,0-2 0,0 3 0,0 0 0,0 0 0,-1 0 0,1 0 0,0 1 0,-1-1 0,1 0 0,0 0 0,-1 1 0,1-1 0,0 1 0,-1-1 0,1 0 0,-1 1 0,1-1 0,0 1 0,-1-1 0,0 1 0,1-1 0,-1 1 0,1 0 0,0 1 0,30 48 0,36 75 0,40 81 0,-106-203 0,3 5 0,0 1 0,-1-1 0,0 1 0,0 0 0,2 13 0,-5-20 0,0 0 0,0 0 0,0 0 0,0 0 0,0 0 0,0 0 0,-1 0 0,1 1 0,-1-1 0,1 0 0,-1 0 0,0-1 0,0 1 0,0 0 0,0 0 0,0 0 0,0 0 0,0-1 0,-1 1 0,1-1 0,0 1 0,-1-1 0,0 1 0,1-1 0,-1 0 0,0 0 0,0 0 0,1 0 0,-5 2 0,-9 2 0,0-1 0,-1 0 0,0-1 0,0-1 0,1 0 0,-1-1 0,-28-2 0,21 1 0,1 0 0,-43 7 0,37 4 0,26-10 0,0 0 0,0 0 0,0 0 0,0 0 0,0 0 0,0-1 0,-1 1 0,1-1 0,0 1 0,0-1 0,-5 0 0,6-1 0,0 0 0,-1 1 0,1-1 0,0 0 0,0 0 0,0 0 0,0 0 0,0 0 0,0 0 0,1 0 0,-1-1 0,0 1 0,0 0 0,1 0 0,-1-1 0,1 1 0,-1 0 0,1-1 0,0 1 0,-1-1 0,1 1 0,0 0 0,0-1 0,0 1 0,0-3 0,-1-25 0,0 0 0,2 0 0,1 0 0,1 0 0,2 0 0,8-30 0,6-5 0,41-97 0,6 21-1365,-54 113-5461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05.067"/>
    </inkml:context>
    <inkml:brush xml:id="br0">
      <inkml:brushProperty name="width" value="0.035" units="cm"/>
      <inkml:brushProperty name="height" value="0.035" units="cm"/>
      <inkml:brushProperty name="color" value="#E71224"/>
    </inkml:brush>
  </inkml:definitions>
  <inkml:trace contextRef="#ctx0" brushRef="#br0">2759 1006 24575,'1'0'0,"0"0"0,1-1 0,-1 1 0,0 0 0,0-1 0,0 1 0,0-1 0,0 0 0,0 1 0,-1-1 0,1 0 0,0 1 0,0-1 0,0 0 0,-1 0 0,1 0 0,0 0 0,-1 0 0,1 1 0,0-1 0,-1 0 0,1-2 0,10-26 0,-10 26 0,6-25 0,-1 0 0,-2 0 0,3-46 0,-8-87 0,0 135 0,-2-1 0,-1 2 0,-1-1 0,-1 0 0,-1 1 0,-1 0 0,-1 1 0,-2 0 0,0 0 0,-16-23 0,10 22 0,-1 0 0,-1 2 0,-1 0 0,-1 1 0,0 2 0,-2 0 0,-1 1 0,-37-23 0,34 25 0,0 2 0,-1 1 0,-1 1 0,0 2 0,0 1 0,-1 1 0,-1 1 0,1 2 0,-35-3 0,-457 2 0,352 9 0,-61-2 0,-238 5 0,322 3 0,-170 31 0,297-35 0,1 0 0,0 1 0,0 1 0,0 0 0,0 2 0,-23 13 0,33-16 0,0 1 0,1 1 0,0-1 0,0 1 0,1 1 0,-1 0 0,2 0 0,-1 0 0,1 1 0,0-1 0,1 2 0,0-1 0,-6 16 0,-2 15 0,1 1 0,2 1 0,2-1 0,-4 76 0,11 172 0,3-263 0,1 0 0,2-1 0,1 1 0,0-1 0,2 0 0,1-1 0,1 0 0,1 0 0,1-1 0,1 0 0,1-1 0,1-1 0,1 0 0,28 28 0,-8-14 0,1-1 0,1-2 0,2-2 0,1-2 0,2-1 0,77 36 0,-54-35 0,1-3 0,0-2 0,2-4 0,1-2 0,0-4 0,1-3 0,0-2 0,0-4 0,1-3 0,-1-4 0,1-2 0,-1-3 0,-1-4 0,0-2 0,-1-4 0,0-2 0,-2-4 0,0-2 0,-2-4 0,-1-2 0,72-48 0,48-49 0,173-155 0,-341 270 0,0 0 0,-2-1 0,19-24 0,-28 32 0,-1 0 0,0 0 0,0 0 0,0-1 0,-1 1 0,0-1 0,-1 0 0,0 0 0,0 0 0,-1 0 0,1-14 0,-4-106 0,1 114 0,-1-1 0,0 1 0,-1 0 0,-1 0 0,-1 0 0,-9-23 0,11 33-136,1 0-1,-1 0 1,1 1-1,-1-1 1,0 1-1,0-1 1,-1 1-1,1 0 0,-6-4 1,-10-3-6690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05.615"/>
    </inkml:context>
    <inkml:brush xml:id="br0">
      <inkml:brushProperty name="width" value="0.035" units="cm"/>
      <inkml:brushProperty name="height" value="0.035" units="cm"/>
      <inkml:brushProperty name="color" value="#E71224"/>
    </inkml:brush>
  </inkml:definitions>
  <inkml:trace contextRef="#ctx0" brushRef="#br0">1 0 24575,'5'0'0,"1"9"0,-1 17 0,0 28 0,-2 26 0,-1 23 0,-5 13 0,-3 9 0,1 2 0,0-7 0,1-19 0,2-18 0,1-18 0,0-20-8191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07.241"/>
    </inkml:context>
    <inkml:brush xml:id="br0">
      <inkml:brushProperty name="width" value="0.035" units="cm"/>
      <inkml:brushProperty name="height" value="0.035" units="cm"/>
      <inkml:brushProperty name="color" value="#E71224"/>
    </inkml:brush>
  </inkml:definitions>
  <inkml:trace contextRef="#ctx0" brushRef="#br0">436 156 24575,'-1'-8'0,"0"1"0,0 0 0,0-1 0,-1 1 0,1 0 0,-2 0 0,1 0 0,-1 0 0,0 1 0,-1-1 0,0 1 0,0 0 0,0 0 0,0 0 0,-1 0 0,0 1 0,0 0 0,-9-7 0,10 9 0,0 0 0,0 1 0,0-1 0,0 1 0,0 0 0,0 0 0,-1 0 0,1 0 0,-1 1 0,0 0 0,1 0 0,-1 0 0,0 1 0,0 0 0,1-1 0,-1 2 0,0-1 0,0 0 0,0 1 0,1 0 0,-1 0 0,1 1 0,-1-1 0,1 1 0,-1 0 0,1 0 0,0 0 0,0 1 0,-5 3 0,-8 8 0,0 1 0,1 1 0,1 0 0,0 1 0,1 1 0,-16 26 0,13-14 0,1 0 0,1 1 0,-17 50 0,26-61 0,0 0 0,1 0 0,1 1 0,1-1 0,0 37 0,3-48 0,1 0 0,0 0 0,0 0 0,1 0 0,0 0 0,1 0 0,0 0 0,0 0 0,1-1 0,0 0 0,0 0 0,1 0 0,0 0 0,0-1 0,9 9 0,-6-8 0,1 0 0,-1 0 0,2-1 0,-1 0 0,1-1 0,0 0 0,0-1 0,1 0 0,0 0 0,-1-1 0,2 0 0,-1-1 0,17 2 0,-19-4 0,0 0 0,-1-1 0,1 0 0,-1-1 0,1 1 0,0-2 0,-1 1 0,0-1 0,1-1 0,-1 1 0,0-1 0,0-1 0,0 0 0,-1 0 0,1 0 0,-1-1 0,0 0 0,11-10 0,124-134 0,-75 77 0,-62 67 0,0 0 0,1 1 0,0-1 0,0 1 0,0 0 0,0 1 0,1-1 0,-1 1 0,1 1 0,0-1 0,0 1 0,0 0 0,0 1 0,0-1 0,1 2 0,12-1 0,-16 1 0,1 0 0,-1 1 0,1-1 0,-1 1 0,0 0 0,0 0 0,1 1 0,-1-1 0,0 1 0,0 0 0,0 0 0,-1 0 0,1 1 0,0-1 0,-1 1 0,1 0 0,-1 0 0,0 0 0,0 0 0,0 1 0,-1-1 0,1 1 0,-1 0 0,0 0 0,0-1 0,0 1 0,0 1 0,1 6 0,-2-7 0,1 0 0,-1 1 0,-1-1 0,1 1 0,-1-1 0,0 1 0,0 0 0,0-1 0,0 1 0,-1-1 0,0 1 0,0-1 0,0 1 0,0-1 0,-4 7 0,3-8 0,0 1 0,0-1 0,0-1 0,-1 1 0,1 0 0,-1-1 0,0 1 0,0-1 0,0 0 0,0 0 0,0 0 0,0 0 0,0 0 0,-1-1 0,1 0 0,-1 1 0,1-1 0,-1-1 0,1 1 0,-5 0 0,1 0 0,1 0 0,-1-1 0,1 0 0,-1 0 0,1-1 0,-1 0 0,1 0 0,-1 0 0,1-1 0,0 0 0,-1 0 0,1 0 0,-5-4 0,7 4 0,1 0 0,0 0 0,0-1 0,0 1 0,0-1 0,1 1 0,-1-1 0,1 0 0,0 0 0,0 0 0,0-1 0,0 1 0,0 0 0,0-1 0,1 1 0,0-1 0,0 0 0,0 1 0,0-1 0,0 0 0,1 1 0,0-1 0,0-6 0,0 7 0,1 0 0,-1 0 0,1 0 0,0 0 0,0 1 0,0-1 0,0 0 0,0 1 0,1-1 0,-1 1 0,1-1 0,0 1 0,0 0 0,-1 0 0,1 0 0,1 0 0,-1 0 0,0 0 0,0 0 0,1 1 0,-1-1 0,1 1 0,0 0 0,-1-1 0,1 1 0,0 1 0,0-1 0,3-1 0,10-1 0,1-1 0,-1 2 0,26-1 0,-37 2 0,18 1 0,-1 0 0,1 2 0,0 0 0,-1 1 0,0 1 0,0 2 0,0 0 0,0 1 0,34 17 0,-53-22 0,0-1 0,0 0 0,0 0 0,0 0 0,0 0 0,0 0 0,0 0 0,0-1 0,0 0 0,0 0 0,0 1 0,1-2 0,-1 1 0,0 0 0,0-1 0,0 1 0,0-1 0,0 0 0,0 0 0,0 0 0,0 0 0,0-1 0,0 1 0,3-4 0,0 0 0,0-1 0,0-1 0,0 1 0,-1-1 0,0 0 0,-1 0 0,1 0 0,3-10 0,-2 4 0,-2 5 0,-1 1 0,1-1 0,1 1 0,-1 0 0,7-6 0,-10 11 0,1 1 0,-1-1 0,1 1 0,-1 0 0,1-1 0,0 1 0,0 0 0,-1 0 0,1 0 0,0 1 0,0-1 0,0 0 0,0 1 0,0-1 0,0 1 0,0 0 0,0-1 0,0 1 0,0 0 0,1 0 0,-1 1 0,0-1 0,0 0 0,0 1 0,3 0 0,8 5 0,0 0 0,0 0 0,0 2 0,-1-1 0,0 2 0,0-1 0,-1 2 0,16 16 0,12 9 0,-37-33 0,1 1 0,-1-1 0,1 0 0,-1 0 0,1-1 0,-1 1 0,1 0 0,0-1 0,0 0 0,0 1 0,0-1 0,0 0 0,0-1 0,0 1 0,0 0 0,1-1 0,-1 0 0,0 0 0,0 0 0,0 0 0,1 0 0,-1-1 0,0 1 0,0-1 0,0 0 0,0 0 0,0 0 0,0 0 0,0-1 0,0 1 0,0-1 0,-1 1 0,1-1 0,-1 0 0,1 0 0,-1-1 0,0 1 0,0 0 0,0-1 0,0 1 0,0-1 0,2-3 0,42-63 0,21-27 0,-66 94 0,0 0 0,1 0 0,-1 0 0,1 0 0,0 0 0,-1 1 0,1-1 0,0 1 0,0-1 0,0 1 0,0 0 0,0-1 0,0 1 0,0 0 0,1 0 0,-1 1 0,0-1 0,1 0 0,-1 1 0,0 0 0,1-1 0,-1 1 0,0 0 0,1 0 0,-1 0 0,1 1 0,-1-1 0,0 0 0,1 1 0,-1 0 0,0-1 0,0 1 0,1 0 0,-1 0 0,0 0 0,0 1 0,0-1 0,0 0 0,2 3 0,0 0 0,1 1 0,0-1 0,-1 1 0,0 0 0,-1 1 0,1-1 0,-1 1 0,0-1 0,0 1 0,0 0 0,-1 0 0,0 1 0,2 9 0,-1 11-1365,-2-1-5461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07.891"/>
    </inkml:context>
    <inkml:brush xml:id="br0">
      <inkml:brushProperty name="width" value="0.035" units="cm"/>
      <inkml:brushProperty name="height" value="0.035" units="cm"/>
      <inkml:brushProperty name="color" value="#E71224"/>
    </inkml:brush>
  </inkml:definitions>
  <inkml:trace contextRef="#ctx0" brushRef="#br0">206 15 24575,'0'0'0,"-1"-1"0,1 0 0,0 0 0,-1 0 0,1 1 0,-1-1 0,1 0 0,-1 1 0,1-1 0,-1 0 0,1 1 0,-1-1 0,0 0 0,1 1 0,-1-1 0,0 1 0,1-1 0,-1 1 0,0 0 0,0-1 0,0 1 0,1 0 0,-1 0 0,0-1 0,0 1 0,0 0 0,0 0 0,1 0 0,-2 0 0,-27-1 0,24 2 0,-1 1 0,1 0 0,-1 0 0,1 0 0,0 0 0,0 1 0,0 0 0,1 0 0,-1 0 0,0 1 0,1-1 0,0 1 0,0 0 0,0 0 0,1 1 0,-1-1 0,1 1 0,-4 6 0,5-7 0,0-1 0,0 1 0,1 0 0,-1-1 0,1 1 0,0 0 0,0 0 0,0 0 0,0 0 0,1 0 0,0 0 0,-1 1 0,2-1 0,-1 0 0,0 0 0,1 0 0,0 0 0,0 0 0,0 0 0,0 0 0,0 0 0,1-1 0,0 1 0,0 0 0,4 5 0,33 30 0,-30-31 0,0 0 0,0 1 0,-1 0 0,0 1 0,8 12 0,-14-19 0,-1 0 0,0 0 0,1 0 0,-1 0 0,0 0 0,0 1 0,-1-1 0,1 0 0,-1 0 0,0 1 0,0-1 0,0 0 0,0 1 0,0-1 0,-1 0 0,1 1 0,-1-1 0,0 0 0,0 0 0,0 0 0,0 0 0,-1 0 0,1 0 0,-3 3 0,1-2 0,0 1 0,-1-2 0,1 1 0,-1 0 0,0-1 0,0 1 0,0-1 0,0 0 0,-1 0 0,1-1 0,-1 0 0,0 1 0,-5 0 0,0 1 0,0-1 0,0-1 0,0 0 0,0 0 0,-17 0 0,26-2-39,1 0 0,-1 0 0,0 1 0,0-1 0,0 0 0,0 0 0,0 0 0,0 0 0,0 0 0,0 0 0,0 0 0,0-1 0,1 1 0,-1 0 0,0 0 0,0-1 0,0 1 0,0 0 0,0-1 0,1 1 0,-1-1 0,0 1 0,0-1 0,1 0 0,-1 1 0,0-1 0,1 0 0,-1 1 0,1-1 0,-1 0 0,1 0 0,-1 1 0,1-1 0,-1-1 0,5-10-6787</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08.655"/>
    </inkml:context>
    <inkml:brush xml:id="br0">
      <inkml:brushProperty name="width" value="0.035" units="cm"/>
      <inkml:brushProperty name="height" value="0.035" units="cm"/>
      <inkml:brushProperty name="color" value="#E71224"/>
    </inkml:brush>
  </inkml:definitions>
  <inkml:trace contextRef="#ctx0" brushRef="#br0">1 573 24575,'14'40'0,"-12"-34"0,0 0 0,0 0 0,0 0 0,0 0 0,1-1 0,0 1 0,7 9 0,-9-14 0,0-1 0,0 1 0,0 0 0,0 0 0,0 0 0,0-1 0,1 1 0,-1 0 0,0-1 0,0 1 0,1-1 0,-1 0 0,0 1 0,1-1 0,-1 0 0,0 0 0,1 0 0,-1 0 0,0 0 0,1 0 0,-1 0 0,0 0 0,1-1 0,-1 1 0,0 0 0,1-1 0,-1 1 0,0-1 0,0 1 0,0-1 0,1 0 0,-1 0 0,0 1 0,0-1 0,0 0 0,0 0 0,0 0 0,0-1 0,6-5 0,0 0 0,-1 0 0,10-15 0,-16 22 0,18-31 0,17-24 0,-33 53 0,-1-1 0,1 1 0,1 0 0,-1 0 0,0 0 0,1 0 0,-1 0 0,1 0 0,-1 1 0,1-1 0,0 1 0,-1 0 0,1 0 0,0 0 0,0 0 0,5-1 0,-5 2 0,-1 1 0,1-1 0,0 1 0,-1-1 0,1 1 0,-1 0 0,1 0 0,-1 0 0,0 1 0,1-1 0,-1 0 0,0 1 0,0-1 0,0 1 0,0 0 0,0 0 0,3 3 0,-3-2 0,0-1 0,1 1 0,0-1 0,-1 0 0,1 0 0,0 0 0,5 2 0,-6-4 0,-1 1 0,0-1 0,1 0 0,-1 0 0,1 0 0,-1 0 0,0 0 0,1 0 0,-1 0 0,0 0 0,1-1 0,-1 1 0,1 0 0,-1-1 0,0 1 0,0-1 0,1 0 0,-1 1 0,0-1 0,0 0 0,0 0 0,0 0 0,0 0 0,1-1 0,4-3 0,-1-1 0,0 0 0,-1 0 0,1-1 0,-1 1 0,-1-1 0,1 0 0,-1 0 0,0-1 0,3-10 0,1-12 0,5-38 0,-11 64 0,8-85 0,-4-149 0,-2 209 0,7 67 0,6 67 0,-2-11 0,20 59 0,-27-128 0,1-1 0,2 0 0,0 0 0,14 23 0,-23-46 0,-1 0 0,1 0 0,-1 0 0,1 0 0,0 1 0,0-1 0,0 0 0,0 0 0,-1-1 0,1 1 0,0 0 0,1 0 0,-1 0 0,0-1 0,0 1 0,0 0 0,0-1 0,0 1 0,1-1 0,-1 0 0,0 1 0,1-1 0,-1 0 0,2 1 0,-1-2 0,0 1 0,0-1 0,0 0 0,0 0 0,-1 1 0,1-1 0,0 0 0,-1 0 0,1-1 0,0 1 0,-1 0 0,1 0 0,-1-1 0,2-2 0,7-8 0,-2 0 0,0-1 0,10-21 0,-12 21 0,20-34-1365,-3 4-5461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09.032"/>
    </inkml:context>
    <inkml:brush xml:id="br0">
      <inkml:brushProperty name="width" value="0.035" units="cm"/>
      <inkml:brushProperty name="height" value="0.035" units="cm"/>
      <inkml:brushProperty name="color" value="#E71224"/>
    </inkml:brush>
  </inkml:definitions>
  <inkml:trace contextRef="#ctx0" brushRef="#br0">1 0 24575,'16'42'0,"-1"0"0,-1 1 0,-3 0 0,7 54 0,-5-30 0,25 120 0,-38-187 0,1 6 0,1 0 0,-1 0 0,1 1 0,0-1 0,1-1 0,3 8 0,-5-12 0,0 0 0,0 1 0,0-1 0,0 0 0,0 0 0,0 0 0,1 0 0,-1 0 0,0 0 0,1 0 0,-1 0 0,1-1 0,-1 1 0,1-1 0,-1 1 0,1-1 0,-1 1 0,1-1 0,0 0 0,-1 0 0,1 1 0,-1-1 0,1 0 0,0-1 0,-1 1 0,1 0 0,-1 0 0,1-1 0,2 0 0,6-3 9,0 0 0,-1 0 0,1-1 0,-1 0 0,0-1 0,0 0-1,-1-1 1,1 1 0,12-16 0,65-81-757,-70 82 42,16-21-6120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09.295"/>
    </inkml:context>
    <inkml:brush xml:id="br0">
      <inkml:brushProperty name="width" value="0.035" units="cm"/>
      <inkml:brushProperty name="height" value="0.035" units="cm"/>
      <inkml:brushProperty name="color" value="#E71224"/>
    </inkml:brush>
  </inkml:definitions>
  <inkml:trace contextRef="#ctx0" brushRef="#br0">440 0 24575,'-4'0'0,"-12"0"0,-11 5 0,-6 6 0,-7 6 0,-10 4 0,-1 3 0,-6 3 0,2-4 0,11-1 0,8-4 0,10-5-8191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09.809"/>
    </inkml:context>
    <inkml:brush xml:id="br0">
      <inkml:brushProperty name="width" value="0.035" units="cm"/>
      <inkml:brushProperty name="height" value="0.035" units="cm"/>
      <inkml:brushProperty name="color" value="#E71224"/>
    </inkml:brush>
  </inkml:definitions>
  <inkml:trace contextRef="#ctx0" brushRef="#br0">1 1 24575,'9'14'0,"7"23"0,7 23 0,-2 15 0,0 10 0,-2 3 0,-6-9 0,-4-3 0,-5-7 0,-1-9 0,-3-10 0,-1-24 0,1-16-8191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10.930"/>
    </inkml:context>
    <inkml:brush xml:id="br0">
      <inkml:brushProperty name="width" value="0.035" units="cm"/>
      <inkml:brushProperty name="height" value="0.035" units="cm"/>
      <inkml:brushProperty name="color" value="#E71224"/>
    </inkml:brush>
  </inkml:definitions>
  <inkml:trace contextRef="#ctx0" brushRef="#br0">257 1 24575,'-40'19'0,"-5"2"0,1 3 0,-73 50 0,107-61 0,13-5 0,23 0 0,-22-7 0,56 12 0,0 2 0,-2 3 0,0 2 0,-1 3 0,-2 3 0,54 33 0,-89-48 0,0 0 0,0-1 0,1-2 0,33 11 0,-41-16 0,0-1 0,0 0 0,0 0 0,0-1 0,0-1 0,1-1 0,-1 0 0,0 0 0,15-4 0,-21 3 0,0-1 0,0 1 0,-1-1 0,1 0 0,-1-1 0,0 1 0,0-1 0,0-1 0,0 1 0,-1-1 0,0 0 0,0 0 0,0-1 0,0 1 0,-1-1 0,0 0 0,0 0 0,-1 0 0,0-1 0,3-7 0,0-1 0,-1 0 0,-1 0 0,-1 0 0,0-1 0,0 1 0,-2-1 0,0 1 0,-2-22 0,1 35 0,0-1 0,0 0 0,0 1 0,0-1 0,-1 1 0,1-1 0,-1 1 0,0-1 0,0 1 0,0-1 0,0 1 0,0 0 0,-1-1 0,1 1 0,-1 0 0,1 0 0,-1 0 0,0 0 0,1 0 0,-1 1 0,0-1 0,-1 0 0,1 1 0,0 0 0,0-1 0,0 1 0,-1 0 0,1 0 0,-1 0 0,1 0 0,-1 1 0,1-1 0,-1 1 0,-4-1 0,4 1 0,-1 1 0,1-1 0,-1 1 0,1-1 0,0 1 0,-1 0 0,1 0 0,0 0 0,0 1 0,0-1 0,0 1 0,0 0 0,0 0 0,0 0 0,1 0 0,-1 0 0,1 1 0,-1-1 0,1 1 0,0 0 0,0 0 0,0-1 0,0 1 0,1 0 0,-3 7 0,2-4 0,1 0 0,0 0 0,0 0 0,1 0 0,0 0 0,0 0 0,0 1 0,1-1 0,0 0 0,0 0 0,0 0 0,1 0 0,0 0 0,0 0 0,5 9 0,-1-5 0,-1 1 0,2-1 0,-1 0 0,1 0 0,1-1 0,0 0 0,11 11 0,-15-17 0,-1 0 0,1-1 0,0 1 0,0-1 0,0 1 0,1-1 0,-1-1 0,0 1 0,1 0 0,-1-1 0,1 0 0,-1 0 0,1-1 0,0 1 0,-1-1 0,1 0 0,0 0 0,-1 0 0,1-1 0,0 0 0,-1 0 0,1 0 0,-1 0 0,1-1 0,-1 0 0,0 0 0,0 0 0,1 0 0,-2 0 0,1-1 0,5-4 0,0 0 0,0-1 0,-1 0 0,-1 0 0,1-1 0,-1 1 0,-1-2 0,1 1 0,-1-1 0,-1 0 0,0 0 0,7-21 0,-3-21 0,1-3 0,-9 55 0,-1-1 0,0 1 0,0-1 0,0 1 0,0-1 0,0 1 0,1-1 0,-1 1 0,0 0 0,0-1 0,1 1 0,-1-1 0,0 1 0,1 0 0,-1-1 0,0 1 0,1 0 0,-1-1 0,0 1 0,1 0 0,-1-1 0,1 1 0,-1 0 0,1 0 0,-1 0 0,1 0 0,-1-1 0,0 1 0,1 0 0,-1 0 0,1 0 0,-1 0 0,1 0 0,-1 0 0,1 0 0,0 0 0,17 14 0,11 28 0,-28-41 0,34 62 0,-35-62 0,1 0 0,-1-1 0,0 1 0,1 0 0,-1 0 0,1-1 0,-1 1 0,1 0 0,-1-1 0,1 1 0,-1 0 0,1-1 0,-1 1 0,1-1 0,0 1 0,-1-1 0,1 1 0,0-1 0,0 0 0,-1 1 0,1-1 0,0 0 0,0 0 0,0 1 0,0-1 0,-1 0 0,2 0 0,-1 0 0,1-1 0,-1 0 0,0 1 0,0-1 0,0 0 0,0 1 0,0-1 0,0 0 0,0 0 0,0 0 0,0 0 0,-1 0 0,1 0 0,0 0 0,-1 0 0,2-2 0,4-10 0,0-1 0,7-23 0,-7 19 0,-3 10 0,1 0 0,-1 1 0,1 0 0,1 0 0,-1 0 0,1 0 0,0 0 0,1 1 0,0 0 0,6-6 0,-8 10 0,0-1 0,0 1 0,0-1 0,1 1 0,-1 1 0,0-1 0,1 0 0,-1 1 0,1 0 0,-1 0 0,1 0 0,0 1 0,0 0 0,-1 0 0,1 0 0,0 0 0,-1 1 0,1-1 0,5 3 0,0 0 0,1 1 0,-1 1 0,0-1 0,0 2 0,0-1 0,-1 2 0,0-1 0,0 1 0,13 13 0,-10-9 0,-10-9-57,0 0 0,1 0 1,-1-1-1,1 1 0,-1-1 0,1 1 0,-1-1 0,1 0 0,0 1 0,-1-2 0,1 1 1,0 0-1,0 0 0,0-1 0,0 0 0,0 1 0,0-1 0,0 0 0,0 0 1,-1-1-1,1 1 0,0-1 0,4-1 0,13-5-6769</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11.512"/>
    </inkml:context>
    <inkml:brush xml:id="br0">
      <inkml:brushProperty name="width" value="0.035" units="cm"/>
      <inkml:brushProperty name="height" value="0.035" units="cm"/>
      <inkml:brushProperty name="color" value="#E71224"/>
    </inkml:brush>
  </inkml:definitions>
  <inkml:trace contextRef="#ctx0" brushRef="#br0">110 0 24575,'3'0'0,"0"1"0,0-1 0,0 1 0,0 0 0,0 0 0,0 0 0,0 0 0,0 1 0,-1-1 0,1 1 0,0-1 0,-1 1 0,1 0 0,-1 0 0,0 0 0,0 0 0,3 3 0,31 48 0,-28-41 0,9 15 0,-1 0 0,-2 1 0,0 1 0,16 52 0,-29-80 0,-1 0 0,1 0 0,-1 0 0,0 0 0,1 0 0,-1 0 0,0 0 0,1 1 0,-1-1 0,0 0 0,0 0 0,0 0 0,0 0 0,0 0 0,-1 0 0,1 0 0,0 1 0,0-1 0,-1 0 0,1 0 0,-1 0 0,1 0 0,-1 0 0,1 0 0,-1 0 0,1 0 0,-1 0 0,0-1 0,0 1 0,1 0 0,-1 0 0,0-1 0,0 1 0,0 0 0,0-1 0,0 1 0,0-1 0,0 1 0,0-1 0,0 1 0,0-1 0,0 0 0,0 1 0,0-1 0,0 0 0,-1 0 0,1 0 0,0 0 0,0 0 0,0 0 0,-2-1 0,-6 0 0,0-1 0,0 0 0,1 0 0,-1-1 0,-8-4 0,-7-3 0,12 4 0,-1 0 0,1 1 0,-1 1 0,0 0 0,-14-2 0,24 5 0,0 1 0,1 0 0,-1 0 0,0 0 0,0 0 0,0 0 0,1 1 0,-1-1 0,0 1 0,1 0 0,-1-1 0,0 1 0,1 1 0,-1-1 0,1 0 0,-1 0 0,1 1 0,0 0 0,-1-1 0,1 1 0,0 0 0,0 0 0,0 0 0,1 0 0,-1 1 0,0-1 0,1 0 0,0 1 0,-1-1 0,0 4 0,-2 6 0,0 0 0,0 0 0,1 1 0,1-1 0,0 1 0,1 0 0,0 0 0,1-1 0,3 21 0,-3-26 0,1 1 0,0-1 0,1 1 0,0-1 0,0 0 0,0 0 0,1 0 0,0 0 0,0-1 0,1 1 0,0-1 0,0 0 0,1 0 0,-1 0 0,1 0 0,1-1 0,-1 0 0,7 5 0,-6-7 8,1 0-1,-1 0 1,1 0-1,0-1 1,0 0-1,0 0 1,0-1-1,0 0 1,0 0-1,0-1 1,0 1-1,1-2 1,-1 1-1,0-1 1,11-2-1,-12 1-85,0 1 0,-1-1 0,1 0-1,0 0 1,-1 0 0,1-1 0,-1 0 0,0 0 0,0 0-1,0-1 1,0 0 0,-1 0 0,0 0 0,1 0 0,-1-1-1,-1 1 1,1-1 0,4-9 0,2-10-6748</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11.914"/>
    </inkml:context>
    <inkml:brush xml:id="br0">
      <inkml:brushProperty name="width" value="0.035" units="cm"/>
      <inkml:brushProperty name="height" value="0.035" units="cm"/>
      <inkml:brushProperty name="color" value="#E71224"/>
    </inkml:brush>
  </inkml:definitions>
  <inkml:trace contextRef="#ctx0" brushRef="#br0">0 291 24575,'4'1'0,"0"-1"0,1 1 0,-1 0 0,0 0 0,0 0 0,0 0 0,-1 1 0,1 0 0,0 0 0,-1 0 0,1 0 0,5 5 0,37 36 0,-30-27 0,-15-15 0,-1 0 0,1 0 0,-1 0 0,1-1 0,-1 1 0,1 0 0,0 0 0,0-1 0,-1 1 0,1-1 0,0 1 0,0-1 0,0 1 0,0-1 0,0 1 0,0-1 0,-1 0 0,1 1 0,0-1 0,0 0 0,0 0 0,0 0 0,0 0 0,0 0 0,0 0 0,0 0 0,0 0 0,0 0 0,0 0 0,0-1 0,0 1 0,0 0 0,0-1 0,0 1 0,0 0 0,0-1 0,-1 1 0,1-1 0,0 0 0,0 1 0,-1-1 0,1 0 0,0 1 0,-1-1 0,1 0 0,0 0 0,-1 1 0,1-1 0,-1 0 0,1 0 0,-1 0 0,1-1 0,2-8 0,1 0 0,-1 0 0,-1 0 0,2-13 0,-1 8 0,0-1 0,28-111 0,-27 112 0,1 1 0,1 0 0,0 0 0,1 1 0,1-1 0,13-17 0,-19 28 6,0 1 0,0-1-1,0 1 1,1 0 0,-1 0-1,0 0 1,1 0 0,0 0 0,-1 0-1,1 1 1,0-1 0,0 1-1,0 0 1,0 0 0,0 0-1,0 0 1,0 0 0,0 1 0,0-1-1,6 1 1,-4 0-120,-1 1 0,1 1-1,0-1 1,-1 0 0,1 1 0,-1 0-1,1 0 1,-1 1 0,0-1 0,0 1-1,0 0 1,6 6 0,8 7-6712</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12.509"/>
    </inkml:context>
    <inkml:brush xml:id="br0">
      <inkml:brushProperty name="width" value="0.035" units="cm"/>
      <inkml:brushProperty name="height" value="0.035" units="cm"/>
      <inkml:brushProperty name="color" value="#E71224"/>
    </inkml:brush>
  </inkml:definitions>
  <inkml:trace contextRef="#ctx0" brushRef="#br0">187 0 24575,'-5'1'0,"0"-1"0,1 1 0,-1 0 0,0 1 0,1-1 0,0 1 0,-1 0 0,1 0 0,0 0 0,0 1 0,0-1 0,0 1 0,1 0 0,-1 0 0,1 0 0,-1 1 0,-2 4 0,-8 8 0,1 2 0,-14 25 0,20-32 0,0 0 0,1 1 0,0-1 0,1 1 0,0 1 0,0-1 0,2 0 0,-1 1 0,2 0 0,0 0 0,0 0 0,1 0 0,1 0 0,0 0 0,3 23 0,-2-33 0,0 1 0,0-1 0,0 1 0,0-1 0,0 1 0,1-1 0,0 0 0,0 0 0,0 0 0,0 0 0,0 0 0,0 0 0,1 0 0,-1-1 0,1 1 0,0-1 0,0 0 0,0 0 0,0 0 0,0 0 0,0 0 0,1-1 0,-1 1 0,1-1 0,-1 0 0,1 0 0,-1-1 0,1 1 0,-1-1 0,1 1 0,0-1 0,-1 0 0,1 0 0,3-1 0,2 0 0,-1 0 0,1-1 0,-1 0 0,1 0 0,-1-1 0,0 0 0,0 0 0,0-1 0,-1 0 0,1 0 0,-1-1 0,0 0 0,10-8 0,-5-2 0,0 0 0,-2 0 0,1-1 0,-2 0 0,0-1 0,-1 0 0,10-32 0,3-3 0,-20 50 0,0 0 0,0 0 0,0 1 0,0-1 0,0 0 0,0 1 0,0-1 0,1 1 0,-1-1 0,0 1 0,1 0 0,-1 0 0,1-1 0,-1 1 0,1 0 0,0 0 0,0 1 0,-1-1 0,1 0 0,0 0 0,0 1 0,0-1 0,0 1 0,-1 0 0,1 0 0,0-1 0,0 1 0,0 0 0,0 1 0,0-1 0,0 0 0,2 1 0,7 2 0,0 0 0,0 1 0,0 1 0,15 8 0,1 0 0,-12-7 20,0 0 0,0-1 0,1-1 0,0 0 0,17 1 0,-27-5-107,-1 1-1,1-1 1,0 0 0,0-1-1,0 1 1,0-1 0,0 0-1,-1-1 1,1 1-1,-1-1 1,1 0 0,-1 0-1,1-1 1,-1 0 0,0 0-1,9-7 1,3-7-6739</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55.195"/>
    </inkml:context>
    <inkml:brush xml:id="br0">
      <inkml:brushProperty name="width" value="0.035" units="cm"/>
      <inkml:brushProperty name="height" value="0.035" units="cm"/>
      <inkml:brushProperty name="color" value="#E71224"/>
    </inkml:brush>
  </inkml:definitions>
  <inkml:trace contextRef="#ctx0" brushRef="#br0">0 0 24575,'3170'0'-1365,"-3149"0"-5461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57.366"/>
    </inkml:context>
    <inkml:brush xml:id="br0">
      <inkml:brushProperty name="width" value="0.035" units="cm"/>
      <inkml:brushProperty name="height" value="0.035" units="cm"/>
      <inkml:brushProperty name="color" value="#E71224"/>
    </inkml:brush>
  </inkml:definitions>
  <inkml:trace contextRef="#ctx0" brushRef="#br0">1 1 24575,'1597'0'-1365,"-1574"0"-5461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44.163"/>
    </inkml:context>
    <inkml:brush xml:id="br0">
      <inkml:brushProperty name="width" value="0.035" units="cm"/>
      <inkml:brushProperty name="height" value="0.035" units="cm"/>
      <inkml:brushProperty name="color" value="#E71224"/>
    </inkml:brush>
  </inkml:definitions>
  <inkml:trace contextRef="#ctx0" brushRef="#br0">0 56 24575,'5'0'0,"11"0"0,16 0 0,12-5 0,12-1 0,15-4 0,9-1 0,1 2 0,-5 2 0,3 3 0,-7 1 0,-6 2 0,-6 6 0,-8 1 0,-14 0-8191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45.235"/>
    </inkml:context>
    <inkml:brush xml:id="br0">
      <inkml:brushProperty name="width" value="0.035" units="cm"/>
      <inkml:brushProperty name="height" value="0.035" units="cm"/>
      <inkml:brushProperty name="color" value="#E71224"/>
    </inkml:brush>
  </inkml:definitions>
  <inkml:trace contextRef="#ctx0" brushRef="#br0">185 249 24575,'-2'0'0,"0"0"0,-1 1 0,1-1 0,0 1 0,0 0 0,0 0 0,0 0 0,1 0 0,-1 0 0,0 0 0,0 0 0,0 0 0,1 1 0,-1-1 0,1 1 0,-1-1 0,1 1 0,0 0 0,-1-1 0,1 1 0,0 0 0,0 0 0,0 0 0,-1 3 0,-2 8 0,-1-1 0,-4 24 0,8-30 0,-6 31 0,-2 61 0,-3 20 0,2-84 0,10-34 0,0 0 0,0 1 0,0-1 0,0 0 0,0 1 0,0-1 0,0 0 0,0 1 0,0-1 0,-1 0 0,1 1 0,0-1 0,0 0 0,0 0 0,-1 1 0,1-1 0,0 0 0,0 0 0,-1 1 0,1-1 0,0 0 0,0 0 0,-1 0 0,1 1 0,0-1 0,-1 0 0,1 0 0,0 0 0,-1 0 0,1 0 0,0 0 0,-1 0 0,1 0 0,0 0 0,-1 0 0,1 0 0,-1 0 0,1 0 0,0 0 0,-1 0 0,1 0 0,0 0 0,-1 0 0,1 0 0,0 0 0,0-1 0,-1 1 0,1 0 0,0 0 0,-1 0 0,1-1 0,0 1 0,0 0 0,-1 0 0,1-1 0,0 1 0,0 0 0,0-1 0,-1 1 0,1-1 0,-11-23 0,1-18 0,1-1 0,2 0 0,-2-54 0,3 22 0,-1 16 0,1 21 0,2 0 0,2-1 0,4-56 0,-2 92 0,0 1 0,0-1 0,1 1 0,-1-1 0,1 1 0,0-1 0,-1 1 0,1-1 0,0 1 0,0 0 0,1 0 0,-1-1 0,0 1 0,1 0 0,0 0 0,-1 0 0,3-1 0,-3 2 0,1 1 0,-1-1 0,1 1 0,0 0 0,-1-1 0,1 1 0,-1 0 0,1 0 0,0 0 0,-1 0 0,1 1 0,-1-1 0,1 0 0,0 1 0,-1-1 0,1 1 0,-1-1 0,1 1 0,-1 0 0,0 0 0,1-1 0,-1 1 0,0 0 0,1 0 0,-1 0 0,0 1 0,2 1 0,11 11 0,-1-1 0,0 2 0,-1 0 0,-1 0 0,13 23 0,42 92 0,-55-109 0,107 239 0,-117-258 0,-1-1 0,1 1 0,0 0 0,0-1 0,0 1 0,0-1 0,0 1 0,1-1 0,-1 1 0,0-1 0,1 0 0,-1 1 0,3 0 0,-4-2 0,1 0 0,-1 0 0,0 0 0,1 0 0,-1 0 0,1 0 0,-1 0 0,0 0 0,1-1 0,-1 1 0,1 0 0,-1 0 0,0 0 0,1-1 0,-1 1 0,0 0 0,1 0 0,-1-1 0,0 1 0,1 0 0,-1-1 0,0 1 0,0 0 0,0-1 0,1 1 0,-1 0 0,0-1 0,0 1 0,0-1 0,0 1 0,1 0 0,-1-1 0,0 1 0,0-1 0,2-9 0,-1 0 0,1 1 0,-1-18 0,-4-67 0,0 60 0,2 0 0,2 0 0,6-45 0,-7 76 0,1 0 0,-1 0 0,1 0 0,0 0 0,0 0 0,1 0 0,-1 0 0,0 0 0,1 0 0,0 0 0,-1 1 0,1-1 0,0 1 0,1 0 0,-1-1 0,4-2 0,-4 4 0,1 0 0,-1-1 0,1 1 0,-1 0 0,1 1 0,-1-1 0,1 0 0,0 1 0,-1-1 0,1 1 0,0 0 0,0 0 0,-1 0 0,1 0 0,4 2 0,1 0 0,0 0 0,-1 1 0,1 0 0,-1 0 0,0 1 0,0 0 0,0 0 0,0 1 0,-1 0 0,0 0 0,11 11 0,3 9 0,0 2 0,-2 0 0,0 1 0,-2 1 0,-2 1 0,0 0 0,-2 0 0,-1 2 0,11 54 0,-21-78-96,13 39-1173,-6-33-5557</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45.549"/>
    </inkml:context>
    <inkml:brush xml:id="br0">
      <inkml:brushProperty name="width" value="0.035" units="cm"/>
      <inkml:brushProperty name="height" value="0.035" units="cm"/>
      <inkml:brushProperty name="color" value="#E71224"/>
    </inkml:brush>
  </inkml:definitions>
  <inkml:trace contextRef="#ctx0" brushRef="#br0">24 57 24575,'5'0'0,"5"5"0,2 5 0,-1 7 0,-3 4 0,-3 3 0,-6-6 0,-8-12 0,-3-20 0,-3-22 0,-5-18 0,2 0-8191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46.217"/>
    </inkml:context>
    <inkml:brush xml:id="br0">
      <inkml:brushProperty name="width" value="0.035" units="cm"/>
      <inkml:brushProperty name="height" value="0.035" units="cm"/>
      <inkml:brushProperty name="color" value="#E71224"/>
    </inkml:brush>
  </inkml:definitions>
  <inkml:trace contextRef="#ctx0" brushRef="#br0">1 28 24575,'0'-5'0,"0"-6"0,0 0-8191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47.263"/>
    </inkml:context>
    <inkml:brush xml:id="br0">
      <inkml:brushProperty name="width" value="0.035" units="cm"/>
      <inkml:brushProperty name="height" value="0.035" units="cm"/>
      <inkml:brushProperty name="color" value="#E71224"/>
    </inkml:brush>
  </inkml:definitions>
  <inkml:trace contextRef="#ctx0" brushRef="#br0">136 216 24575,'18'-3'0,"-24"-4"0,-30-4 0,32 10 0,0 1 0,0-1 0,1 1 0,-1 0 0,0 0 0,0 1 0,0-1 0,0 1 0,0 0 0,1 0 0,-1 0 0,0 0 0,1 1 0,-1-1 0,1 1 0,0 0 0,-1 0 0,-5 5 0,6-3 0,-1 0 0,1 0 0,0 0 0,0 1 0,1-1 0,-1 1 0,1 0 0,0 0 0,0 0 0,0 0 0,1 0 0,0 0 0,-1 10 0,0-4 0,2 0 0,-1 0 0,2 0 0,-1 0 0,1 0 0,1 0 0,0 0 0,1-1 0,0 1 0,0-1 0,1 0 0,1 1 0,-1-2 0,2 1 0,10 14 0,-16-23 0,1 0 0,-1 0 0,1 0 0,0 0 0,0 0 0,0 0 0,-1-1 0,1 1 0,0 0 0,0-1 0,0 1 0,0 0 0,0-1 0,0 1 0,0-1 0,0 0 0,0 1 0,1-1 0,-1 0 0,0 0 0,0 0 0,1 1 0,-1-2 0,0 1 0,0-1 0,0 1 0,0-1 0,0 1 0,0-1 0,0 0 0,0 1 0,0-1 0,0 0 0,-1 1 0,1-1 0,0 0 0,0 0 0,-1 0 0,1 0 0,-1 0 0,1-1 0,3-6 0,-1 0 0,-1 1 0,0-1 0,0 0 0,1-10 0,1-33 0,-2-1 0,-2 0 0,-2 1 0,-17-91 0,17 130 0,-1 0 0,0 0 0,-6-13 0,4 19 0,5 19 0,6 22 0,-3-23 0,24 98 0,4-2 0,47 106 0,-78-214-1,2 6-136,1 0 1,0 0-1,0 0 1,0 0 0,1 0-1,0-1 1,0 0 0,0 1-1,10 7 1,2-3-6690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48.073"/>
    </inkml:context>
    <inkml:brush xml:id="br0">
      <inkml:brushProperty name="width" value="0.035" units="cm"/>
      <inkml:brushProperty name="height" value="0.035" units="cm"/>
      <inkml:brushProperty name="color" value="#E71224"/>
    </inkml:brush>
  </inkml:definitions>
  <inkml:trace contextRef="#ctx0" brushRef="#br0">56 136 24575,'0'0'0,"0"-1"0,0 0 0,0 0 0,0 0 0,0 0 0,0 1 0,-1-1 0,1 0 0,0 0 0,0 0 0,-1 1 0,1-1 0,-1 0 0,1 0 0,0 1 0,-1-1 0,0 0 0,1 1 0,-1-1 0,1 1 0,-1-1 0,0 1 0,1-1 0,-1 1 0,0-1 0,0 1 0,1-1 0,-1 1 0,0 0 0,0 0 0,1-1 0,-1 1 0,0 0 0,0 0 0,0 0 0,0 0 0,1 0 0,-1 0 0,0 0 0,0 0 0,0 0 0,0 0 0,1 1 0,-1-1 0,0 0 0,0 0 0,0 1 0,1-1 0,-1 1 0,0-1 0,1 1 0,-1-1 0,0 1 0,1-1 0,-1 1 0,0-1 0,1 1 0,-1 0 0,1-1 0,-1 1 0,1 0 0,-1 1 0,-3 8 0,1 1 0,-1-1 0,2 1 0,0 0 0,0 0 0,0 17 0,3 68 0,-1-87 0,1 0 0,-1-1 0,1 1 0,1-1 0,0 0 0,0 1 0,1-1 0,0 0 0,4 9 0,-6-16 0,-1-1 0,0 1 0,0-1 0,0 1 0,1-1 0,-1 1 0,0-1 0,1 1 0,-1-1 0,0 1 0,1-1 0,-1 1 0,1-1 0,-1 0 0,1 1 0,-1-1 0,1 0 0,-1 1 0,1-1 0,-1 0 0,1 0 0,-1 0 0,1 1 0,-1-1 0,1 0 0,0 0 0,-1 0 0,1 0 0,-1 0 0,1 0 0,0 0 0,-1 0 0,1 0 0,-1 0 0,1 0 0,0-1 0,1 0 0,-1 0 0,0-1 0,1 1 0,-1-1 0,0 1 0,0-1 0,0 1 0,0-1 0,0 0 0,0 1 0,1-3 0,13-50 0,-8 20 0,-2-1 0,-2 1 0,-1-1 0,-2 0 0,-7-63 0,7 97 0,0-4 0,-1 0 0,1 0 0,-1 0 0,-1 1 0,1-1 0,-1 0 0,1 0 0,-1 1 0,-1-1 0,1 1 0,-1 0 0,1 0 0,-6-6 0,8 10 0,0 0 0,0 0 0,-1-1 0,1 1 0,0 0 0,0 0 0,0 0 0,-1 0 0,1 0 0,0 0 0,0 0 0,-1 0 0,1-1 0,0 1 0,0 0 0,-1 0 0,1 0 0,0 0 0,0 0 0,0 0 0,-1 0 0,1 0 0,0 1 0,0-1 0,-1 0 0,1 0 0,0 0 0,0 0 0,-1 0 0,1 0 0,0 0 0,0 0 0,0 1 0,-1-1 0,1 0 0,0 0 0,0 0 0,0 0 0,0 1 0,0-1 0,-1 0 0,1 0 0,0 1 0,0-1 0,0 0 0,0 0 0,0 0 0,0 1 0,0-1 0,0 0 0,0 0 0,0 1 0,0-1 0,-1 17 0,5 1 0,0 0 0,1 0 0,1 0 0,11 22 0,40 70 0,-37-73 0,2 7 0,-17-31 0,2 0 0,-1 0 0,2 0 0,0 0 0,0-1 0,1-1 0,13 14 0,-22-24 2,1-1 0,-1 0 0,0 1 1,1-1-1,-1 1 0,0-1 0,1 0 0,-1 1 0,0-1 0,1 0 0,-1 0 0,1 1 0,-1-1 0,1 0 0,-1 0 0,1 0 0,-1 1 1,1-1-1,-1 0 0,1 0 0,-1 0 0,1 0 0,-1 0 0,1 0 0,-1 0 0,1 0 0,-1 0 0,1 0 0,-1-1 0,1 1 0,-1 0 1,1 0-1,-1 0 0,1 0 0,0-1 0,5-16-1442,-4-4-5386</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48.960"/>
    </inkml:context>
    <inkml:brush xml:id="br0">
      <inkml:brushProperty name="width" value="0.035" units="cm"/>
      <inkml:brushProperty name="height" value="0.035" units="cm"/>
      <inkml:brushProperty name="color" value="#E71224"/>
    </inkml:brush>
  </inkml:definitions>
  <inkml:trace contextRef="#ctx0" brushRef="#br0">1 1 24575,'1'33'0,"1"0"0,2-1 0,13 52 0,37 92 0,-27-95 0,-27-79 0,1 0 0,-1 0 0,1 0 0,0 0 0,0 0 0,0 0 0,0 0 0,0-1 0,0 1 0,0 0 0,1-1 0,-1 1 0,1-1 0,-1 1 0,1-1 0,1 2 0,-2-3 0,0 0 0,1 0 0,-1 0 0,0 0 0,0 0 0,0 0 0,0 0 0,1 0 0,-1 0 0,0 0 0,0-1 0,0 1 0,0 0 0,0-1 0,0 1 0,0-1 0,0 1 0,0-1 0,0 0 0,0 1 0,0-1 0,0 0 0,0 0 0,-1 1 0,1-1 0,0 0 0,0 0 0,-1 0 0,1 0 0,0-1 0,7-9 0,-5 5 0,1 1 0,0 0 0,0 0 0,1 0 0,-1 0 0,1 1 0,0 0 0,1 0 0,-1 0 0,1 1 0,5-4 0,1 2 0,0-1 0,0 0 0,-1 0 0,0-1 0,0-1 0,-1 0 0,16-15 0,-20 16 0,-1 0 0,0 0 0,0-1 0,0 0 0,-1 0 0,0 0 0,-1 0 0,0 0 0,0-1 0,-1 0 0,0 1 0,1-11 0,-2 15 0,3-51 0,-4 52 0,0 1 0,0 0 0,0 0 0,0 0 0,0 0 0,-1-1 0,1 1 0,-1 0 0,0 0 0,1 0 0,-1 0 0,0 0 0,0 0 0,0 0 0,0 1 0,-1-1 0,1 0 0,0 0 0,-1 1 0,-3-4 0,5 5 0,-1 0 0,1-1 0,-1 1 0,0 0 0,1 0 0,-1-1 0,1 1 0,-1 0 0,0 0 0,1 0 0,-1 0 0,0 0 0,1 0 0,-1 0 0,0 0 0,1 0 0,-1 0 0,0 0 0,1 1 0,-1-1 0,1 0 0,-1 0 0,0 1 0,1-1 0,-1 0 0,1 1 0,-1-1 0,0 1 0,-11 19 0,3 27 0,5-16 0,2 1 0,2-1 0,1 1 0,1-1 0,2 0 0,1 1 0,1-2 0,14 40 0,-19-67 0,0 0 0,0 0 0,0 0 0,1 0 0,-1 0 0,1-1 0,-1 1 0,1 0 0,0-1 0,0 1 0,1-1 0,-1 1 0,0-1 0,1 0 0,0 0 0,-1 0 0,1-1 0,0 1 0,0-1 0,0 1 0,0-1 0,0 0 0,0 0 0,0 0 0,0-1 0,0 1 0,1-1 0,-1 1 0,0-1 0,0 0 0,1-1 0,-1 1 0,0 0 0,0-1 0,0 0 0,1 0 0,-1 0 0,0 0 0,0 0 0,0 0 0,-1-1 0,4-1 0,38-23-1365,-23 16-5461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50.145"/>
    </inkml:context>
    <inkml:brush xml:id="br0">
      <inkml:brushProperty name="width" value="0.035" units="cm"/>
      <inkml:brushProperty name="height" value="0.035" units="cm"/>
      <inkml:brushProperty name="color" value="#E71224"/>
    </inkml:brush>
  </inkml:definitions>
  <inkml:trace contextRef="#ctx0" brushRef="#br0">1 85 24575,'0'-4'0,"0"1"0,1 0 0,-1 0 0,1-1 0,0 1 0,0 0 0,0 0 0,1 0 0,-1 0 0,1 0 0,-1 0 0,1 1 0,0-1 0,0 0 0,0 1 0,1-1 0,-1 1 0,1 0 0,-1 0 0,1 0 0,0 0 0,-1 0 0,1 1 0,0-1 0,0 1 0,0 0 0,6-2 0,2 0 0,0 0 0,1 0 0,-1 2 0,19-2 0,-29 3 0,-4 0 0,0 0 0,0 0 0,-1 1 0,1-1 0,0 1 0,0 0 0,0 0 0,0 0 0,0 0 0,0 1 0,0-1 0,0 1 0,0 0 0,0-1 0,1 1 0,-1 1 0,1-1 0,-3 4 0,2-2 0,0 1 0,0 0 0,1-1 0,0 1 0,0 0 0,0 1 0,1-1 0,-1 0 0,1 0 0,0 11 0,-2 38 0,3 0 0,2 0 0,2-1 0,3 1 0,19 71 0,-23-110 0,0-1 0,1 0 0,1-1 0,1 1 0,9 18 0,-13-29 0,0 0 0,0 0 0,1 0 0,-1 0 0,1 0 0,0 0 0,0-1 0,0 1 0,0-1 0,1 0 0,-1 0 0,0 0 0,1 0 0,-1 0 0,1-1 0,0 0 0,0 0 0,-1 0 0,1 0 0,0-1 0,0 1 0,0-1 0,0 0 0,7-1 0,-7 1 0,0 0 0,-1-1 0,1 0 0,-1 0 0,1 0 0,-1 0 0,1-1 0,-1 1 0,0-1 0,1 0 0,-1 0 0,0 0 0,0 0 0,-1-1 0,1 1 0,0-1 0,-1 1 0,1-1 0,-1 0 0,0 0 0,0 0 0,2-5 0,-3 5 0,0 1 0,0-1 0,0 0 0,-1 0 0,1 1 0,-1-1 0,1 0 0,-1 0 0,0 0 0,0 0 0,-1 1 0,1-1 0,0 0 0,-1 0 0,0 0 0,0 1 0,0-1 0,0 0 0,0 1 0,0-1 0,-1 1 0,1-1 0,-1 1 0,1 0 0,-1-1 0,0 1 0,0 0 0,0 0 0,-3-2 0,-4-1 0,1-1 0,-1 2 0,0-1 0,-1 1 0,1 0 0,-1 1 0,1 0 0,-1 1 0,0 0 0,0 1 0,0-1 0,-15 2 0,9-1 0,-1-1 0,1-1 0,-25-6 0,39 8 0,0 0 0,0 0 0,-1 0 0,1 0 0,0 0 0,0 0 0,0 0 0,0 0 0,0-1 0,0 1 0,1-1 0,-1 0 0,0 0 0,-1-2 0,2 3 0,1-1 0,-1 1 0,1 0 0,-1 0 0,1-1 0,0 1 0,-1 0 0,1-1 0,0 1 0,0-1 0,0 1 0,0 0 0,0-1 0,0 1 0,1 0 0,-1-1 0,0 1 0,1 0 0,0-2 0,1 0 0,0-1 0,0 0 0,0 1 0,1 0 0,0-1 0,-1 1 0,1 0 0,0 0 0,1 1 0,-1-1 0,0 1 0,1-1 0,0 1 0,5-2 0,36-13 0,1 2 0,1 1 0,0 3 0,0 2 0,69-4 0,-53 11-1365,-39 2-5461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50.948"/>
    </inkml:context>
    <inkml:brush xml:id="br0">
      <inkml:brushProperty name="width" value="0.035" units="cm"/>
      <inkml:brushProperty name="height" value="0.035" units="cm"/>
      <inkml:brushProperty name="color" value="#E71224"/>
    </inkml:brush>
  </inkml:definitions>
  <inkml:trace contextRef="#ctx0" brushRef="#br0">141 48 24575,'-1'-1'0,"1"-1"0,-1 0 0,0 0 0,0 1 0,0-1 0,0 1 0,0-1 0,-1 1 0,1-1 0,0 1 0,-1 0 0,1 0 0,-1 0 0,1-1 0,-1 1 0,0 1 0,-2-3 0,-32-13 0,34 15 0,0 0 0,0 0 0,0 1 0,-1-1 0,1 1 0,0-1 0,0 1 0,0 0 0,-1 0 0,1 0 0,0 0 0,0 0 0,0 0 0,-1 1 0,1-1 0,0 1 0,0 0 0,0-1 0,0 1 0,0 0 0,0 0 0,0 0 0,0 1 0,0-1 0,-1 2 0,0 0 0,1 0 0,0 1 0,0-1 0,0 1 0,0-1 0,0 1 0,1 0 0,0 0 0,0 0 0,0-1 0,0 1 0,1 0 0,-1 7 0,-1 29 0,1 0 0,6 43 0,-5-80 0,1-1 0,-1 1 0,1 0 0,-1-1 0,1 1 0,0 0 0,0-1 0,0 1 0,0-1 0,1 1 0,-1-1 0,1 0 0,-1 0 0,1 1 0,0-1 0,0 0 0,0-1 0,0 1 0,0 0 0,0 0 0,0-1 0,1 1 0,-1-1 0,1 0 0,-1 0 0,1 0 0,-1 0 0,1 0 0,0-1 0,-1 1 0,1-1 0,0 1 0,0-1 0,-1 0 0,1 0 0,0 0 0,-1-1 0,1 1 0,0-1 0,0 1 0,-1-1 0,1 0 0,-1 0 0,1 0 0,-1 0 0,1-1 0,-1 1 0,0-1 0,1 1 0,-1-1 0,0 0 0,0 0 0,0 0 0,-1 0 0,1 0 0,2-4 0,9-26 0,3-5 0,-16 35 0,1 1 0,0-1 0,0 1 0,0-1 0,0 1 0,0-1 0,0 1 0,0 0 0,0 0 0,1-1 0,-1 1 0,1 0 0,-1 0 0,1 0 0,-1 1 0,3-2 0,-3 2 0,0 0 0,0 0 0,0 0 0,0 0 0,0 1 0,0-1 0,0 0 0,-1 0 0,1 1 0,0-1 0,0 1 0,0-1 0,0 1 0,-1-1 0,1 1 0,0-1 0,0 1 0,-1 0 0,1 0 0,0-1 0,-1 1 0,1 0 0,-1 0 0,1-1 0,-1 1 0,1 2 0,11 23 0,-8-14-94,-2-4 131,1 1 1,0-1 0,1 0 0,-1 0-1,11 14 1,-13-20-103,1 0 0,0 0 0,1 0 0,-1 0 0,0 0 0,0-1-1,1 1 1,-1-1 0,1 1 0,-1-1 0,1 0 0,0 0 0,-1 0 0,1-1 0,0 1 0,0-1 0,-1 1-1,1-1 1,0 0 0,0 0 0,0 0 0,5-1 0,14-3-6761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51.632"/>
    </inkml:context>
    <inkml:brush xml:id="br0">
      <inkml:brushProperty name="width" value="0.035" units="cm"/>
      <inkml:brushProperty name="height" value="0.035" units="cm"/>
      <inkml:brushProperty name="color" value="#E71224"/>
    </inkml:brush>
  </inkml:definitions>
  <inkml:trace contextRef="#ctx0" brushRef="#br0">166 46 24575,'0'-1'0,"-1"-1"0,1 1 0,-1-1 0,1 1 0,-1 0 0,0-1 0,1 1 0,-1-1 0,0 1 0,0 0 0,0 0 0,0 0 0,0 0 0,0-1 0,-1 1 0,1 0 0,0 1 0,0-1 0,-1 0 0,1 0 0,-3 0 0,-31-13 0,31 13 0,-1-1 0,1 1 0,-1 1 0,1-1 0,-1 1 0,0 0 0,1 0 0,-1 0 0,0 0 0,1 1 0,-1 0 0,1 0 0,-9 3 0,10-3 0,1 1 0,0-1 0,-1 1 0,1-1 0,0 1 0,0 0 0,0 0 0,0 0 0,1 0 0,-1 0 0,0 1 0,1-1 0,-1 0 0,1 1 0,0-1 0,0 1 0,0-1 0,0 1 0,1 0 0,-1-1 0,1 1 0,-1 0 0,1 0 0,0 4 0,0-4 0,0 0 0,0-1 0,0 1 0,1 0 0,-1-1 0,1 1 0,0 0 0,0-1 0,0 1 0,0-1 0,0 1 0,0-1 0,0 0 0,1 0 0,0 1 0,-1-1 0,1 0 0,0 0 0,0 0 0,0-1 0,0 1 0,3 2 0,5 2 0,0-1 0,1 0 0,0 0 0,12 3 0,-15-6 0,0 0 0,-1 1 0,0 0 0,0 0 0,0 1 0,0 0 0,0 0 0,10 10 0,-15-12 0,0 0 0,0 0 0,0 0 0,0 1 0,0-1 0,-1 0 0,0 1 0,1 0 0,-1-1 0,0 1 0,0 0 0,0-1 0,-1 1 0,1 0 0,-1 0 0,1 0 0,-1 0 0,0 0 0,0 0 0,0 0 0,0-1 0,-1 1 0,1 0 0,-1 0 0,0 0 0,-2 4 0,-1 0 0,0 0 0,-1-1 0,1 0 0,-1 0 0,-1 0 0,1-1 0,-1 0 0,-9 7 0,6-3-1365,6-3-5461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52.069"/>
    </inkml:context>
    <inkml:brush xml:id="br0">
      <inkml:brushProperty name="width" value="0.035" units="cm"/>
      <inkml:brushProperty name="height" value="0.035" units="cm"/>
      <inkml:brushProperty name="color" value="#E71224"/>
    </inkml:brush>
  </inkml:definitions>
  <inkml:trace contextRef="#ctx0" brushRef="#br0">28 1 24575,'-5'0'0,"-1"4"0,1 12 0,0 6 0,2 5 0,1 3 0,0 0 0,2 4 0,0 6 0,0 1 0,0 2 0,1-2 0,-1-2 0,0-4 0,0-12 0,0-11-8191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52.347"/>
    </inkml:context>
    <inkml:brush xml:id="br0">
      <inkml:brushProperty name="width" value="0.035" units="cm"/>
      <inkml:brushProperty name="height" value="0.035" units="cm"/>
      <inkml:brushProperty name="color" value="#E71224"/>
    </inkml:brush>
  </inkml:definitions>
  <inkml:trace contextRef="#ctx0" brushRef="#br0">1 28 24575,'0'-4'0,"4"-2"0,16 0 0,14 1 0,4 2 0,2 1 0,-2 1 0,-2 0 0,-8 1-8191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59.191"/>
    </inkml:context>
    <inkml:brush xml:id="br0">
      <inkml:brushProperty name="width" value="0.035" units="cm"/>
      <inkml:brushProperty name="height" value="0.035" units="cm"/>
      <inkml:brushProperty name="color" value="#E71224"/>
    </inkml:brush>
  </inkml:definitions>
  <inkml:trace contextRef="#ctx0" brushRef="#br0">0 1 24575,'988'20'0,"-909"-15"0,581 24 0,-331-16 0,35 0 0,1514-13 0,-1851-1 0,0-2 0,30-6 0,-26 3 0,34-1 0,185 5 43,-138 3-1451,-79-1-5418</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0.749"/>
    </inkml:context>
    <inkml:brush xml:id="br0">
      <inkml:brushProperty name="width" value="0.035" units="cm"/>
      <inkml:brushProperty name="height" value="0.035" units="cm"/>
      <inkml:brushProperty name="color" value="#E71224"/>
    </inkml:brush>
  </inkml:definitions>
  <inkml:trace contextRef="#ctx0" brushRef="#br0">172 0 24575,'-2'118'0,"4"127"0,0-236 0,-1 1 0,1-1 0,0 1 0,1-1 0,0 0 0,1 0 0,0 0 0,0-1 0,1 1 0,0-1 0,7 9 0,-11-16 0,0 0 0,0 0 0,-1 0 0,1 0 0,0 0 0,-1 1 0,1-1 0,-1 0 0,1 1 0,-1-1 0,0 0 0,0 0 0,1 1 0,-1-1 0,0 1 0,0 1 0,-1-2 0,1-1 0,0 1 0,-1 0 0,1-1 0,0 1 0,-1 0 0,1-1 0,-1 1 0,1 0 0,-1-1 0,0 1 0,1-1 0,-1 1 0,1-1 0,-1 1 0,0-1 0,1 0 0,-1 1 0,0-1 0,-1 1 0,-4 0 0,-1 0 0,1 0 0,-1 0 0,1-1 0,-10 0 0,7 0 0,-5 0 0,-60-2 0,69 1 0,0 1 0,0-1 0,0 0 0,0 0 0,0-1 0,0 0 0,0 0 0,1 0 0,-1 0 0,1-1 0,-6-3 0,10 6 0,0 0 0,-1 0 0,1 0 0,0-1 0,-1 1 0,1 0 0,0 0 0,0 0 0,-1 0 0,1-1 0,0 1 0,0 0 0,-1 0 0,1 0 0,0-1 0,0 1 0,0 0 0,-1 0 0,1-1 0,0 1 0,0 0 0,0-1 0,0 1 0,0 0 0,0-1 0,0 1 0,0 0 0,0-1 0,-1 1 0,1 0 0,0 0 0,1-1 0,-1 1 0,0 0 0,0-1 0,0 1 0,0 0 0,0-1 0,0 1 0,15-2 0,21 11 0,-25-3 0,1 2 0,-1-1 0,-1 1 0,0 1 0,0 0 0,17 19 0,17 16 0,-43-43 0,-1 0 0,1 0 0,0-1 0,0 1 0,0 0 0,0 0 0,0-1 0,0 1 0,1-1 0,-1 1 0,0-1 0,0 1 0,0-1 0,0 0 0,1 0 0,-1 1 0,0-1 0,0 0 0,1 0 0,-1 0 0,0 0 0,0 0 0,1-1 0,0 1 0,0-1 0,-1 0 0,1 0 0,-1 0 0,1-1 0,-1 1 0,1 0 0,-1-1 0,0 1 0,0-1 0,0 1 0,0-1 0,0 1 0,0-1 0,1-2 0,3-9 0,-1 0 0,-1 1 0,4-24 0,-5 25 0,7-40-1365,-2 6-5461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1.788"/>
    </inkml:context>
    <inkml:brush xml:id="br0">
      <inkml:brushProperty name="width" value="0.035" units="cm"/>
      <inkml:brushProperty name="height" value="0.035" units="cm"/>
      <inkml:brushProperty name="color" value="#E71224"/>
    </inkml:brush>
  </inkml:definitions>
  <inkml:trace contextRef="#ctx0" brushRef="#br0">0 6 24575,'5'0'0,"1"-4"0,4 2 0,1 16 0,-2 15 0,2 6 0,0 3 0,-2 3 0,-3 5 0,-3-2 0,-1-3 0,-1-4 0,-1-4 0,0-8-8191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2.549"/>
    </inkml:context>
    <inkml:brush xml:id="br0">
      <inkml:brushProperty name="width" value="0.035" units="cm"/>
      <inkml:brushProperty name="height" value="0.035" units="cm"/>
      <inkml:brushProperty name="color" value="#E71224"/>
    </inkml:brush>
  </inkml:definitions>
  <inkml:trace contextRef="#ctx0" brushRef="#br0">0 29 24575,'1'-1'0,"-1"0"0,1 0 0,-1 0 0,1-1 0,-1 1 0,1 0 0,0 0 0,0 0 0,-1 0 0,1 0 0,0 0 0,0 0 0,0 0 0,0 1 0,0-1 0,0 0 0,0 0 0,0 1 0,1-1 0,-1 1 0,0-1 0,0 1 0,0-1 0,1 1 0,-1 0 0,0 0 0,3-1 0,41-4 0,-40 5 0,16-1 0,-1 0 0,1 2 0,0 0 0,0 1 0,-1 1 0,1 1 0,-1 1 0,0 1 0,-1 1 0,1 0 0,-1 2 0,0 0 0,-1 1 0,0 1 0,-1 0 0,0 2 0,-1 0 0,17 17 0,-29-25 0,0 0 0,-1 1 0,1 0 0,-1-1 0,0 1 0,-1 0 0,0 1 0,1-1 0,-2 0 0,1 1 0,-1-1 0,0 1 0,0-1 0,-1 1 0,0-1 0,0 1 0,-2 11 0,1-10 0,0-1 0,-1 1 0,0-1 0,0 0 0,-1 1 0,0-1 0,0 0 0,0 0 0,-1-1 0,0 1 0,0-1 0,-1 0 0,0 0 0,-10 9 0,-7 2-114,0-1 1,-1 0-1,-1-2 0,-1-1 0,0-1 1,0-1-1,-1-2 0,0 0 0,-1-2 1,0 0-1,-30 2 0,34-7-6712</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3.453"/>
    </inkml:context>
    <inkml:brush xml:id="br0">
      <inkml:brushProperty name="width" value="0.035" units="cm"/>
      <inkml:brushProperty name="height" value="0.035" units="cm"/>
      <inkml:brushProperty name="color" value="#E71224"/>
    </inkml:brush>
  </inkml:definitions>
  <inkml:trace contextRef="#ctx0" brushRef="#br0">1 0 24575,'1'7'0,"0"-1"0,1 0 0,0 0 0,0 0 0,0 0 0,1 0 0,0 0 0,4 5 0,2 7 0,-2-2 0,20 38 0,-25-52 0,-1 0 0,0 0 0,1 0 0,0 0 0,-1 0 0,1 0 0,0 0 0,0 0 0,0-1 0,0 1 0,0-1 0,1 1 0,-1-1 0,0 0 0,1 0 0,-1 0 0,0 0 0,4 0 0,-4-1 0,0 0 0,0 0 0,-1 0 0,1 0 0,0 0 0,-1-1 0,1 1 0,-1-1 0,1 1 0,-1-1 0,1 0 0,-1 1 0,1-1 0,-1 0 0,1 0 0,-1 0 0,0 0 0,1 0 0,-1 0 0,0-1 0,0 1 0,0 0 0,0-1 0,0 1 0,0 0 0,-1-1 0,2-2 0,2-5 0,-1-1 0,0 1 0,3-18 0,2-6 0,-7 32 0,-1 0 0,0-1 0,1 1 0,-1 0 0,1 0 0,0 0 0,-1-1 0,1 1 0,0 0 0,0 0 0,0 0 0,0 0 0,-1 0 0,1 0 0,1 0 0,-1 1 0,0-1 0,0 0 0,0 1 0,0-1 0,0 0 0,2 0 0,-1 1 0,-1 1 0,0-1 0,1 0 0,-1 0 0,0 1 0,1-1 0,-1 1 0,0-1 0,0 1 0,0-1 0,1 1 0,-1 0 0,0-1 0,0 1 0,0 0 0,0 0 0,0 0 0,1 2 0,6 7 0,-1 0 0,0 1 0,10 20 0,-11-20 0,8 17-1365,-2-3-5461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4.326"/>
    </inkml:context>
    <inkml:brush xml:id="br0">
      <inkml:brushProperty name="width" value="0.035" units="cm"/>
      <inkml:brushProperty name="height" value="0.035" units="cm"/>
      <inkml:brushProperty name="color" value="#E71224"/>
    </inkml:brush>
  </inkml:definitions>
  <inkml:trace contextRef="#ctx0" brushRef="#br0">0 0 24575,'2'1'0,"-1"-1"0,0 0 0,1 0 0,-1 1 0,0-1 0,1 1 0,-1-1 0,0 1 0,0 0 0,1-1 0,-1 1 0,0 0 0,0 0 0,0 0 0,0 0 0,0 0 0,0 0 0,0 0 0,-1 0 0,3 2 0,11 27 0,-12-24 0,40 119 0,-17-46 0,0 8 0,-26-92 0,1 0 0,0 1 0,1-1 0,-1 1 0,1-1 0,0 0 0,2-5 0,-2 7 0,-1 0 0,1 0 0,1 0 0,-1 0 0,0 0 0,1 1 0,-1-1 0,1 0 0,0 1 0,0-1 0,0 1 0,0 0 0,0 0 0,1-1 0,-1 2 0,6-5 0,3 2 0,0 1 0,1 0 0,0 0 0,-1 1 0,1 0 0,0 1 0,0 1 0,0 0 0,-1 0 0,1 1 0,0 1 0,20 5 0,-28-5 0,0 0 0,-1 1 0,1-1 0,-1 1 0,0 0 0,0 0 0,0 1 0,0-1 0,0 0 0,-1 1 0,0 0 0,1 0 0,-1-1 0,-1 1 0,1 0 0,0 1 0,1 6 0,-2-8 0,-1-1 0,1 1 0,0-1 0,-1 1 0,1 0 0,-1 0 0,0-1 0,0 1 0,0 0 0,0 0 0,0-1 0,-1 1 0,1 0 0,-1-1 0,0 1 0,0 0 0,0-1 0,0 1 0,0-1 0,0 0 0,-1 1 0,1-1 0,-1 0 0,0 0 0,0 0 0,1 0 0,-1 0 0,-3 2 0,-5 1 0,0-1 0,0-1 0,0 1 0,-1-2 0,1 0 0,-1 0 0,-20 1 0,4-2 0,-53-6 0,78 5 5,1 0 0,-1 0 0,0 0 0,1 0 0,-1-1 0,0 1 0,1-1 0,-1 1 0,1-1 0,-1 0 0,1 1 0,-1-1 0,1 0 0,-1 0 0,1 0 0,0 0 0,-1 0 0,1 0 0,0 0 0,0-1 0,0 1 0,0 0 0,-2-3 0,3 3-50,1-1 0,-1 1 0,0 0 0,0 0 0,0 0 0,1-1 0,-1 1 0,1 0 0,-1 0 0,1 0 0,-1 0 0,1 0 0,0 0 0,-1 0 0,1 0 0,0 0 0,0 0 0,0 0 0,-1 0 0,1 1 0,0-1 0,0 0 0,0 1 0,1-1 0,-1 1 0,0-1 0,0 1 0,0-1 0,0 1 0,0 0 0,1-1 0,0 1 0,18-6-6781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5.444"/>
    </inkml:context>
    <inkml:brush xml:id="br0">
      <inkml:brushProperty name="width" value="0.035" units="cm"/>
      <inkml:brushProperty name="height" value="0.035" units="cm"/>
      <inkml:brushProperty name="color" value="#E71224"/>
    </inkml:brush>
  </inkml:definitions>
  <inkml:trace contextRef="#ctx0" brushRef="#br0">72 79 24575,'-4'12'0,"-1"-2"0,2 0 0,-1 1 0,1-1 0,-1 15 0,3-24 0,1 1 0,0 0 0,0 0 0,0-1 0,0 1 0,0 0 0,0 0 0,0-1 0,0 1 0,1 0 0,-1-1 0,1 1 0,-1 0 0,1-1 0,0 1 0,0-1 0,-1 1 0,1-1 0,0 1 0,0-1 0,1 1 0,-1-1 0,0 0 0,0 0 0,1 0 0,-1 0 0,1 0 0,-1 0 0,1 0 0,-1 0 0,1 0 0,-1-1 0,1 1 0,0-1 0,-1 1 0,1-1 0,0 1 0,-1-1 0,1 0 0,0 0 0,0 0 0,-1 0 0,1 0 0,0-1 0,3 0 0,-1 0 0,1 0 0,-1 0 0,0-1 0,1 0 0,-1 0 0,0 0 0,0 0 0,0-1 0,-1 1 0,1-1 0,0 0 0,-1 0 0,0-1 0,0 1 0,0 0 0,0-1 0,2-4 0,-2 1 0,-1 1 0,0-1 0,0 0 0,0 0 0,-1 0 0,0 0 0,-1 0 0,1 0 0,-1 0 0,-1 0 0,1 0 0,-3-10 0,3 15 0,-1-1 0,1 0 0,-1 1 0,1-1 0,-1 1 0,0-1 0,0 1 0,0 0 0,-1-1 0,1 1 0,0 0 0,-1 0 0,0 0 0,1 0 0,-1 0 0,0 0 0,0 0 0,0 1 0,0-1 0,0 1 0,0-1 0,-1 1 0,1 0 0,-1 0 0,1 0 0,0 0 0,-1 0 0,1 1 0,-1-1 0,0 1 0,1-1 0,-1 1 0,1 0 0,-1 0 0,-5 1 0,1 1-97,0 1-1,-1-1 1,1 2-1,0-1 1,1 1-1,-1 0 1,0 0-1,1 1 1,0 0-1,0 0 1,1 0-1,0 1 0,-7 8 1,1 1-6729</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6.023"/>
    </inkml:context>
    <inkml:brush xml:id="br0">
      <inkml:brushProperty name="width" value="0.035" units="cm"/>
      <inkml:brushProperty name="height" value="0.035" units="cm"/>
      <inkml:brushProperty name="color" value="#E71224"/>
    </inkml:brush>
  </inkml:definitions>
  <inkml:trace contextRef="#ctx0" brushRef="#br0">1 1 24575,'4'0'0,"7"0"0,5 0 0,6 4 0,-3 7 0,-3 5 0,0 1 0,2-4 0,-3-3-8191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6.366"/>
    </inkml:context>
    <inkml:brush xml:id="br0">
      <inkml:brushProperty name="width" value="0.035" units="cm"/>
      <inkml:brushProperty name="height" value="0.035" units="cm"/>
      <inkml:brushProperty name="color" value="#E71224"/>
    </inkml:brush>
  </inkml:definitions>
  <inkml:trace contextRef="#ctx0" brushRef="#br0">1 1 24575,'4'0'0,"7"0"0,1 4 0,3 7 0,-1 6 0,-3 4 0,-3 4 0,-3 1 0,-3 2 0,-1-5-8191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6.595"/>
    </inkml:context>
    <inkml:brush xml:id="br0">
      <inkml:brushProperty name="width" value="0.035" units="cm"/>
      <inkml:brushProperty name="height" value="0.035" units="cm"/>
      <inkml:brushProperty name="color" value="#E71224"/>
    </inkml:brush>
  </inkml:definitions>
  <inkml:trace contextRef="#ctx0" brushRef="#br0">1 5 24575,'0'-4'0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7.155"/>
    </inkml:context>
    <inkml:brush xml:id="br0">
      <inkml:brushProperty name="width" value="0.035" units="cm"/>
      <inkml:brushProperty name="height" value="0.035" units="cm"/>
      <inkml:brushProperty name="color" value="#E71224"/>
    </inkml:brush>
  </inkml:definitions>
  <inkml:trace contextRef="#ctx0" brushRef="#br0">46 1 24575,'4'4'0,"3"7"0,-2 6 0,0 4 0,-2 4 0,-5 6 0,-8-2 0,-6-1 0,-5-5 0,1-7-8191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8.013"/>
    </inkml:context>
    <inkml:brush xml:id="br0">
      <inkml:brushProperty name="width" value="0.035" units="cm"/>
      <inkml:brushProperty name="height" value="0.035" units="cm"/>
      <inkml:brushProperty name="color" value="#E71224"/>
    </inkml:brush>
  </inkml:definitions>
  <inkml:trace contextRef="#ctx0" brushRef="#br0">1 0 24575,'0'57'0,"1"66"0,-1-120 0,1 0 0,-1 0 0,1 0 0,-1 0 0,1 0 0,0 0 0,0 0 0,0 0 0,1-1 0,-1 1 0,1 0 0,0-1 0,-1 1 0,1-1 0,0 1 0,0-1 0,1 0 0,3 4 0,-4-6 0,-1 1 0,1 0 0,0-1 0,-1 1 0,1-1 0,-1 0 0,1 1 0,0-1 0,-1 0 0,1 0 0,0 0 0,0 0 0,-1 0 0,1 0 0,0-1 0,-1 1 0,1-1 0,-1 1 0,1-1 0,0 1 0,-1-1 0,1 0 0,-1 0 0,1 0 0,-1 0 0,0 0 0,1 0 0,-1 0 0,0 0 0,0-1 0,0 1 0,0 0 0,0-1 0,2-2 0,4-9 0,0 0 0,0 0 0,-1 0 0,-1-1 0,0 0 0,-1 0 0,0-1 0,-1 1 0,1-22 0,-1 72 0,2 0 0,1-1 0,2 1 0,14 37 0,-21-69-136,1-1-1,-1 1 1,1 0-1,0-1 1,0 1-1,0-1 1,1 0-1,-1 1 0,5 3 1,7 4-6690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8.755"/>
    </inkml:context>
    <inkml:brush xml:id="br0">
      <inkml:brushProperty name="width" value="0.035" units="cm"/>
      <inkml:brushProperty name="height" value="0.035" units="cm"/>
      <inkml:brushProperty name="color" value="#E71224"/>
    </inkml:brush>
  </inkml:definitions>
  <inkml:trace contextRef="#ctx0" brushRef="#br0">0 296 24575,'0'139'0,"2"-182"0,3 1 0,1-1 0,2 1 0,2 1 0,1 0 0,23-51 0,-30 81 0,0 1 0,1 0 0,0 0 0,1 0 0,7-9 0,-12 18 0,0-1 0,0 0 0,1 1 0,-1 0 0,0-1 0,1 1 0,-1 0 0,1 0 0,-1-1 0,1 1 0,0 0 0,-1 1 0,1-1 0,0 0 0,-1 0 0,1 1 0,0-1 0,0 1 0,0 0 0,0-1 0,0 1 0,0 0 0,-1 0 0,1 0 0,0 0 0,0 1 0,0-1 0,0 0 0,0 1 0,0-1 0,-1 1 0,1 0 0,0 0 0,0-1 0,-1 1 0,1 0 0,2 3 0,3 2 0,0 1 0,0 0 0,-1 0 0,0 1 0,0 0 0,0 0 0,-1 1 0,-1-1 0,7 16 0,-5-8 0,0 1 0,-2-1 0,1 1 0,2 29 0,-4-11 0,-2 1 0,-6 57 0,5-91-59,-1 0 0,1 1-1,0-1 1,-1 1-1,0-1 1,0 0 0,1 1-1,-1-1 1,-1 0 0,1 0-1,0 1 1,0-1 0,-1 0-1,1 0 1,-1-1-1,0 1 1,0 0 0,1 0-1,-1-1 1,0 1 0,0-1-1,-4 2 1,-11 4-6767</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9.034"/>
    </inkml:context>
    <inkml:brush xml:id="br0">
      <inkml:brushProperty name="width" value="0.035" units="cm"/>
      <inkml:brushProperty name="height" value="0.035" units="cm"/>
      <inkml:brushProperty name="color" value="#E71224"/>
    </inkml:brush>
  </inkml:definitions>
  <inkml:trace contextRef="#ctx0" brushRef="#br0">1 85 24575,'9'0'0,"8"-4"0,6-3 0,3-3 0,6-5 0,3-1 0,0 3 0,-2 4 0,-2 3 0,-1 3 0,4 1 0,-5 2-8191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9.685"/>
    </inkml:context>
    <inkml:brush xml:id="br0">
      <inkml:brushProperty name="width" value="0.035" units="cm"/>
      <inkml:brushProperty name="height" value="0.035" units="cm"/>
      <inkml:brushProperty name="color" value="#E71224"/>
    </inkml:brush>
  </inkml:definitions>
  <inkml:trace contextRef="#ctx0" brushRef="#br0">226 28 24575,'-6'-1'0,"0"0"0,-1 0 0,1 0 0,0-1 0,-8-3 0,-19-5 0,24 9 0,-1-1 0,-1 0 0,0 1 0,0 1 0,-19 0 0,28 1 0,-1-1 0,1 0 0,-1 1 0,1 0 0,-1 0 0,1 0 0,-1 0 0,1 0 0,0 0 0,0 0 0,0 1 0,-1-1 0,1 1 0,1-1 0,-1 1 0,0 0 0,0 0 0,1 0 0,-1 0 0,1 0 0,-1 0 0,1 1 0,0-1 0,0 0 0,-1 5 0,-3 16 0,1-1 0,1 1 0,2 1 0,0-1 0,1 0 0,4 23 0,-1 7 0,-3-34 0,-1-10 0,2 1 0,-1-1 0,1 0 0,0 1 0,6 17 0,-7-25 0,2 0 0,-1 0 0,0 0 0,0 1 0,1-1 0,-1 0 0,1-1 0,-1 1 0,1 0 0,0 0 0,0-1 0,0 1 0,0-1 0,0 1 0,0-1 0,0 0 0,0 0 0,1 0 0,-1 0 0,0 0 0,1-1 0,-1 1 0,1-1 0,-1 1 0,1-1 0,-1 0 0,3 0 0,0 0-59,1 0 0,-1 0-1,0 0 1,0-1-1,0 0 1,0 0 0,0 0-1,0-1 1,0 0 0,0 0-1,0 0 1,-1 0 0,1-1-1,-1 0 1,0 0-1,1 0 1,-1 0 0,-1-1-1,1 1 1,0-1 0,-1 0-1,3-5 1,-1-5-6767</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09.950"/>
    </inkml:context>
    <inkml:brush xml:id="br0">
      <inkml:brushProperty name="width" value="0.035" units="cm"/>
      <inkml:brushProperty name="height" value="0.035" units="cm"/>
      <inkml:brushProperty name="color" value="#E71224"/>
    </inkml:brush>
  </inkml:definitions>
  <inkml:trace contextRef="#ctx0" brushRef="#br0">1 130 24575,'0'-5'0,"0"-6"0,5-1 0,15-3 0,9-4 0,3-3 0,2 2 0,0 5 0,-7 4-8191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16.335"/>
    </inkml:context>
    <inkml:brush xml:id="br0">
      <inkml:brushProperty name="width" value="0.035" units="cm"/>
      <inkml:brushProperty name="height" value="0.035" units="cm"/>
      <inkml:brushProperty name="color" value="#E71224"/>
    </inkml:brush>
  </inkml:definitions>
  <inkml:trace contextRef="#ctx0" brushRef="#br0">0 55 24575,'649'-14'0,"9"0"0,776-6 0,-1142 13-1365,-262 7-5461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11.675"/>
    </inkml:context>
    <inkml:brush xml:id="br0">
      <inkml:brushProperty name="width" value="0.035" units="cm"/>
      <inkml:brushProperty name="height" value="0.035" units="cm"/>
      <inkml:brushProperty name="color" value="#E71224"/>
    </inkml:brush>
  </inkml:definitions>
  <inkml:trace contextRef="#ctx0" brushRef="#br0">0 1 24575,'284'-1'0,"802"23"0,-108 34 0,34-49 0,-579-9 0,-206 2-1365,-178 0-5461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12.545"/>
    </inkml:context>
    <inkml:brush xml:id="br0">
      <inkml:brushProperty name="width" value="0.035" units="cm"/>
      <inkml:brushProperty name="height" value="0.035" units="cm"/>
      <inkml:brushProperty name="color" value="#E71224"/>
    </inkml:brush>
  </inkml:definitions>
  <inkml:trace contextRef="#ctx0" brushRef="#br0">0 0 24575,'5'0'0,"19"0"0,25 0 0,36 0 0,49 0 0,44 0 0,27 0 0,12 0 0,-17 0 0,-34 0 0,-36 0 0,-40 5 0,-35 6 0,-27 5 0,-18 1-8191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13.326"/>
    </inkml:context>
    <inkml:brush xml:id="br0">
      <inkml:brushProperty name="width" value="0.035" units="cm"/>
      <inkml:brushProperty name="height" value="0.035" units="cm"/>
      <inkml:brushProperty name="color" value="#E71224"/>
    </inkml:brush>
  </inkml:definitions>
  <inkml:trace contextRef="#ctx0" brushRef="#br0">1 29 24575,'15'-1'0,"1"0"0,27-7 0,19-3 0,369 3 0,-285 9 0,2436 0-1365,-2551-1-5461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15.212"/>
    </inkml:context>
    <inkml:brush xml:id="br0">
      <inkml:brushProperty name="width" value="0.035" units="cm"/>
      <inkml:brushProperty name="height" value="0.035" units="cm"/>
      <inkml:brushProperty name="color" value="#E71224"/>
    </inkml:brush>
  </inkml:definitions>
  <inkml:trace contextRef="#ctx0" brushRef="#br0">1 29 24575,'12'-1'0,"0"0"0,0-1 0,18-4 0,21-5 0,299 3 0,-230 9 0,1946 0-1365,-2014-1-5461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17.610"/>
    </inkml:context>
    <inkml:brush xml:id="br0">
      <inkml:brushProperty name="width" value="0.035" units="cm"/>
      <inkml:brushProperty name="height" value="0.035" units="cm"/>
      <inkml:brushProperty name="color" value="#E71224"/>
    </inkml:brush>
  </inkml:definitions>
  <inkml:trace contextRef="#ctx0" brushRef="#br0">77 0 24575,'0'10'0,"0"7"0,0 10 0,0 9 0,0 9 0,0 5 0,0 3 0,0 2 0,-4-3 0,-2-7 0,0-6 0,-3-10 0,-1-5 0,-3-6 0,1-12 0,3-15 0,2-7-8191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19.860"/>
    </inkml:context>
    <inkml:brush xml:id="br0">
      <inkml:brushProperty name="width" value="0.035" units="cm"/>
      <inkml:brushProperty name="height" value="0.035" units="cm"/>
      <inkml:brushProperty name="color" value="#E71224"/>
    </inkml:brush>
  </inkml:definitions>
  <inkml:trace contextRef="#ctx0" brushRef="#br0">18 0 24575,'1'1'0,"0"-1"0,0 0 0,0 1 0,0-1 0,0 1 0,-1-1 0,1 1 0,0 0 0,0-1 0,0 1 0,0 0 0,-1-1 0,1 1 0,0 0 0,-1 0 0,1 0 0,-1 0 0,1-1 0,-1 1 0,1 0 0,-1 0 0,1 0 0,-1 0 0,0 0 0,0 0 0,1 0 0,-1 1 0,0-1 0,0 0 0,0 0 0,0 0 0,0 0 0,-1 2 0,-3 37 0,-11 6 0,12-39 0,1-1 0,-1 1 0,1-1 0,0 1 0,1 0 0,0 0 0,0 0 0,0 0 0,1 0 0,0 0 0,2 10 0,14 90 0,-15-106 0,-1 0 0,1 0 0,-1 0 0,1 0 0,0 0 0,0 0 0,-1 0 0,1 0 0,0 0 0,0 0 0,0 0 0,0-1 0,0 1 0,0 0 0,0-1 0,0 1 0,1-1 0,-1 1 0,0-1 0,0 1 0,0-1 0,1 0 0,-1 0 0,0 1 0,0-1 0,2 0 0,40-1 0,-25 0 0,-9 1 0,0 1 0,-1 1 0,1-1 0,0 2 0,-1-1 0,0 1 0,1 0 0,-1 1 0,13 7 0,3 5 0,36 31 0,-23-18 0,-33-26 0,0 0 0,0 0 0,0 0 0,1-1 0,-1 0 0,7 3 0,-10-5 0,0 0 0,0 0 0,0 1 0,0-1 0,0 0 0,0 0 0,0 0 0,0 0 0,0 0 0,0 0 0,0 0 0,0 0 0,0 0 0,0-1 0,0 1 0,0 0 0,0-1 0,0 1 0,0-1 0,0 1 0,0-1 0,0 1 0,0-1 0,0 0 0,-1 1 0,1-1 0,0 0 0,-1 0 0,1 0 0,0 0 0,-1 1 0,1-1 0,-1 0 0,1 0 0,0-2 0,16-44 0,-15 38 0,1-1 0,1 1 0,-1 0 0,1 0 0,1 0 0,0 0 0,0 1 0,1 0 0,0 0 0,0 1 0,10-10 0,3 1 0,-12 11 0,0-1 0,0-1 0,0 1 0,-1-1 0,9-11 0,-13 15 0,-1 0 0,1-1 0,-1 1 0,0 0 0,0 0 0,0-1 0,0 1 0,0-1 0,-1 1 0,0-1 0,0 1 0,0-1 0,0 1 0,0-1 0,-1 1 0,1 0 0,-1-1 0,-2-5 0,2 6 0,0 0 0,0 1 0,0-1 0,0 1 0,0-1 0,-1 1 0,1-1 0,-1 1 0,0 0 0,0-1 0,0 1 0,0 0 0,0 1 0,0-1 0,-1 0 0,1 0 0,0 1 0,-1 0 0,0-1 0,1 1 0,-1 0 0,0 0 0,-3-1 0,4 2 0,0 0 0,0 0 0,1 0 0,-1 1 0,0-1 0,0 0 0,0 1 0,0-1 0,0 1 0,1-1 0,-1 1 0,0 0 0,0 0 0,1 0 0,-1 0 0,1 0 0,-1 0 0,1 0 0,-1 1 0,1-1 0,0 0 0,-1 1 0,1-1 0,0 1 0,0 0 0,0-1 0,0 1 0,0 0 0,1 0 0,-1-1 0,1 1 0,-1 0 0,1 0 0,-1 0 0,1 2 0,-1 3 0,-1-1 0,2 1 0,-1 0 0,1 0 0,0 0 0,0 0 0,1 0 0,0-1 0,0 1 0,1 0 0,-1 0 0,4 6 0,1-1 0,0 0 0,0-1 0,1 0 0,1 0 0,13 15 0,-16-22 0,0 1 0,0-1 0,1 1 0,0-2 0,0 1 0,0-1 0,0 1 0,0-2 0,0 1 0,1-1 0,0 0 0,-1 0 0,1-1 0,0 0 0,0 0 0,-1 0 0,14-1 0,-4-1 0,-1 0 0,1-1 0,0-1 0,-1 0 0,1-1 0,24-10 0,-26 7 0,0 1 0,0-2 0,-1 0 0,-1 0 0,1-1 0,-1-1 0,15-15 0,-22 19 0,1 0 0,-1 0 0,-1 0 0,1-1 0,-1 0 0,0 1 0,-1-2 0,1 1 0,-1 0 0,-1-1 0,1 1 0,-1-1 0,-1 0 0,0 1 0,0-1 0,0-10 0,-1 15 0,0 0 0,-1 1 0,1-1 0,-1 0 0,1 1 0,-1-1 0,0 0 0,0 1 0,-1-1 0,1 1 0,0 0 0,-1-1 0,1 1 0,-1 0 0,0 0 0,0 0 0,0 0 0,0 0 0,0 0 0,-3-2 0,0 2 0,1-1 0,-1 1 0,0 0 0,0 0 0,0 1 0,0-1 0,0 1 0,0 0 0,0 0 0,-9 0 0,8 1 0,0 1 0,0-1 0,1 1 0,-1 0 0,0 0 0,1 0 0,-1 1 0,1 0 0,-10 4 0,13-4 0,-1-1 0,1 1 0,-1 0 0,1-1 0,0 1 0,-1 0 0,1 0 0,0 1 0,0-1 0,0 0 0,1 1 0,-1-1 0,1 1 0,-1-1 0,1 1 0,0 0 0,0 0 0,-1 4 0,2-3 0,0-1 0,0 1 0,0 0 0,0-1 0,1 1 0,-1-1 0,1 0 0,0 1 0,0-1 0,1 1 0,-1-1 0,1 0 0,-1 0 0,1 0 0,0 0 0,0 0 0,4 3 0,1 3 0,1 0 0,1-1 0,-1-1 0,11 8 0,-6-7 0,1-1 0,0 0 0,0 0 0,1-2 0,0 0 0,0 0 0,0-1 0,0-1 0,1-1 0,-1 0 0,1-1 0,-1-1 0,1 0 0,0-1 0,25-5 0,-36 5 0,0 0 0,0-1 0,0 1 0,0-1 0,0 0 0,-1-1 0,1 1 0,-1-1 0,1 0 0,-1 0 0,0 0 0,0 0 0,0-1 0,-1 0 0,5-5 0,-5 4 0,0-1 0,0 1 0,0-1 0,0 0 0,-1 0 0,0 0 0,-1-1 0,1 1 0,-1 0 0,0-1 0,0-11 0,-1 15 0,1-23 0,2 18 0,1 14 0,8 36 0,-2 1 0,9 78 0,-13-74 0,12 90 0,-30-270 0,5 87 0,3-1 0,1 0 0,7-86 0,-3 127 0,0 0 0,1 0 0,-1 0 0,1 0 0,1 0 0,-1 1 0,1-1 0,0 1 0,0 0 0,0-1 0,1 2 0,7-10 0,-9 13 0,-1-1 0,1 1 0,0 0 0,0-1 0,0 1 0,0 0 0,0 0 0,0 0 0,0 1 0,0-1 0,1 0 0,-1 1 0,0-1 0,0 1 0,1 0 0,-1 0 0,0 0 0,0 0 0,1 0 0,-1 0 0,0 1 0,0-1 0,1 1 0,-1 0 0,0-1 0,0 1 0,0 0 0,0 0 0,0 0 0,0 1 0,0-1 0,0 0 0,-1 1 0,1-1 0,0 1 0,1 2 0,4 2 0,-1 1 0,0 0 0,0 0 0,-1 0 0,0 1 0,0-1 0,-1 1 0,0 0 0,0 1 0,3 11 0,-6-17 0,0 1 0,0-1 0,0 1 0,-1-1 0,0 1 0,0 0 0,0-1 0,0 1 0,0-1 0,-1 1 0,1-1 0,-1 1 0,0-1 0,0 1 0,0-1 0,-1 0 0,1 0 0,-1 1 0,0-1 0,0 0 0,0-1 0,0 1 0,0 0 0,-1 0 0,1-1 0,-1 0 0,0 1 0,-4 2 0,-8 3-105,0-1 0,0-1 0,-1-1 0,0 0 0,1-1 0,-2 0 0,1-1 0,0-1 0,0-1 0,-1 0 0,1-1 0,-30-4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0.687"/>
    </inkml:context>
    <inkml:brush xml:id="br0">
      <inkml:brushProperty name="width" value="0.035" units="cm"/>
      <inkml:brushProperty name="height" value="0.035" units="cm"/>
      <inkml:brushProperty name="color" value="#E71224"/>
    </inkml:brush>
  </inkml:definitions>
  <inkml:trace contextRef="#ctx0" brushRef="#br0">0 81 24575,'0'-1'0,"1"0"0,-1 1 0,0-1 0,0 0 0,0 0 0,1 1 0,-1-1 0,0 0 0,0 1 0,1-1 0,-1 0 0,1 1 0,-1-1 0,1 1 0,-1-1 0,1 1 0,-1-1 0,1 1 0,-1-1 0,1 1 0,0 0 0,-1-1 0,1 1 0,-1 0 0,1-1 0,1 1 0,22-6 0,-17 5 0,222-31 0,-208 24 0,-21 8 0,0 0 0,1 0 0,-1-1 0,0 1 0,0 0 0,0 0 0,0 0 0,0-1 0,0 1 0,0 0 0,0 0 0,0-1 0,0 1 0,0 0 0,0 0 0,0 0 0,0-1 0,0 1 0,0 0 0,0 0 0,0-1 0,0 1 0,0 0 0,0 0 0,0 0 0,0-1 0,0 1 0,0 0 0,0 0 0,0 0 0,-1-1 0,1 1 0,0 0 0,0 0 0,0 0 0,0 0 0,-1-1 0,1 1 0,0 0 0,0 0 0,0 0 0,-1 0 0,1 0 0,-3-2 0,0 1 0,0 0 0,0-1 0,0 1 0,0 1 0,0-1 0,0 0 0,0 1 0,-7-1 0,8 1 0,-1 0 0,1 0 0,-1 0 0,1 0 0,-1 0 0,1 1 0,0-1 0,-1 1 0,1 0 0,0 0 0,-1-1 0,1 2 0,0-1 0,0 0 0,0 0 0,-1 1 0,2-1 0,-4 3 0,4-2 0,0-1 0,0 1 0,0 0 0,0 0 0,0 0 0,1 0 0,-1 0 0,0 0 0,1 0 0,0 0 0,-1 0 0,1 0 0,0 0 0,0 1 0,0-1 0,1 0 0,-1 2 0,3 9 0,1-1 0,0 1 0,1-1 0,0 0 0,9 14 0,-12-23 0,8 17 0,0-1 0,-2 2 0,0-1 0,-1 1 0,-1 0 0,-2 0 0,4 29 0,-7-42 0,0 1 0,-1-1 0,-1 1 0,1-1 0,-1 1 0,-1-1 0,1 0 0,-1 0 0,-1 1 0,0-1 0,0-1 0,0 1 0,-1 0 0,0-1 0,-1 0 0,0 0 0,0 0 0,0 0 0,-1-1 0,0 0 0,-10 8 0,-52 34 0,62-44 0,1-1 0,-1 0 0,0 0 0,-1-1 0,1 1 0,0-1 0,-1 0 0,1-1 0,-14 2 0,20-3 0,0 0 0,0 0 0,0 0 0,0 0 0,0 0-1,-1 0 1,1 0 0,0 0 0,0 1 0,0-1 0,0 0 0,0 0-1,-1 0 1,1 0 0,0 0 0,0 0 0,0 0 0,0 0 0,0 0 0,-1 0-1,1 0 1,0 0 0,0 0 0,0 0 0,0 0 0,0 0 0,-1-1-1,1 1 1,0 0 0,0 0 0,0 0 0,0 0 0,0 0 0,0 0 0,-1 0-1,1 0 1,0 0 0,0-1 0,0 1 0,0 0 0,0 0 0,0 0-1,0 0 1,0 0 0,0 0 0,0-1 0,0 1 0,0 0 0,0 0 0,0 0-1,-1 0 1,1 0 0,0-1 0,0 1 0,0 0 0,0 0 0,1 0-1,-1 0 1,0 0 0,0-1 0,0 1 0,0 0 0,0 0 0,0 0-1,0 0 1,0 0 0,0-1 0,9-5-1112,-8 5 868,16-10-6582</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1.355"/>
    </inkml:context>
    <inkml:brush xml:id="br0">
      <inkml:brushProperty name="width" value="0.035" units="cm"/>
      <inkml:brushProperty name="height" value="0.035" units="cm"/>
      <inkml:brushProperty name="color" value="#E71224"/>
    </inkml:brush>
  </inkml:definitions>
  <inkml:trace contextRef="#ctx0" brushRef="#br0">1 100 24575,'2'0'0,"0"0"0,1 0 0,-1 1 0,0-1 0,0 1 0,0-1 0,1 1 0,-1 0 0,0 0 0,0 0 0,0 0 0,0 0 0,0 0 0,-1 1 0,1-1 0,0 1 0,0-1 0,1 3 0,23 37 0,-22-33 0,0-1 0,1 1 0,9 12 0,-12-18 0,-1-1 0,1 1 0,0-1 0,0 1 0,0-1 0,0 1 0,0-1 0,0 0 0,0 0 0,0 0 0,0 0 0,1-1 0,-1 1 0,0 0 0,0-1 0,1 0 0,-1 1 0,4-1 0,-3-1 0,0 0 0,0 1 0,0-1 0,0 0 0,0-1 0,0 1 0,0 0 0,0-1 0,0 0 0,-1 0 0,1 1 0,-1-1 0,0-1 0,1 1 0,-1 0 0,0-1 0,0 1 0,0-1 0,-1 1 0,1-1 0,0 0 0,-1 0 0,0 0 0,0 0 0,1-4 0,3-7 0,0-1 0,-2-1 0,4-26 0,-6 11 0,-1 23 0,0 1 0,0-1 0,1 1 0,2-10 0,10 31 0,15 32 0,-22-34 0,0 0 0,2-1 0,9 13 0,-14-20 0,0-1 0,0 0 0,0 0 0,1 0 0,-1-1 0,1 1 0,0-1 0,0 0 0,-1 0 0,1 0 0,1 0 0,-1-1 0,0 0 0,5 1 0,0 0-227,0-1-1,0-1 1,0 0-1,0 0 1,13-2-1,6-4-6598</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1.887"/>
    </inkml:context>
    <inkml:brush xml:id="br0">
      <inkml:brushProperty name="width" value="0.035" units="cm"/>
      <inkml:brushProperty name="height" value="0.035" units="cm"/>
      <inkml:brushProperty name="color" value="#E71224"/>
    </inkml:brush>
  </inkml:definitions>
  <inkml:trace contextRef="#ctx0" brushRef="#br0">81 0 24575,'-4'1'0,"1"-1"0,0 0 0,-1 1 0,1-1 0,0 1 0,-1 0 0,1 0 0,0 1 0,0-1 0,0 1 0,0-1 0,0 1 0,0 0 0,0 0 0,1 0 0,-1 0 0,1 1 0,-1-1 0,1 1 0,0-1 0,0 1 0,0 0 0,0 0 0,1 0 0,-1 0 0,1 0 0,-2 7 0,1-6 0,1 0 0,0 1 0,1-1 0,-1 0 0,1 1 0,-1-1 0,1 1 0,1-1 0,-1 1 0,0-1 0,1 1 0,0-1 0,0 0 0,1 1 0,-1-1 0,1 0 0,0 0 0,0 0 0,0 0 0,6 7 0,-2-5 0,1 0 0,0-1 0,1 1 0,-1-1 0,1-1 0,0 0 0,0 0 0,0 0 0,1-1 0,-1 0 0,1-1 0,0 0 0,13 2 0,-9-2 0,0 1 0,0 0 0,0 2 0,-1-1 0,14 8 0,-25-12 0,1 1 0,-1 0 0,1 0 0,-1 0 0,0 0 0,0 1 0,1-1 0,-1 0 0,0 1 0,0-1 0,0 0 0,0 1 0,0-1 0,-1 1 0,1 0 0,0-1 0,-1 1 0,1-1 0,-1 1 0,1 0 0,-1-1 0,0 1 0,0 0 0,0 0 0,0-1 0,0 1 0,0 0 0,0 0 0,-1-1 0,1 1 0,-1 0 0,1-1 0,-1 1 0,1-1 0,-1 1 0,0-1 0,0 1 0,0-1 0,-2 3 0,-2 4 0,-1 0 0,0-1 0,0 0 0,-1 0 0,0-1 0,-8 7 0,-30 15 0,35-23 0,1 1 0,-1 0 0,1 0 0,1 1 0,-1 0 0,-7 8 0,16-15 0,-1 0 0,1 1 0,0-1 0,0 0 0,-1 0 0,1 1 0,0-1 0,0 0 0,0 0 0,-1 1 0,1-1 0,0 0 0,0 1 0,0-1 0,0 0 0,-1 0 0,1 1 0,0-1 0,0 0 0,0 1 0,0-1 0,0 0 0,0 1 0,0-1 0,0 0 0,0 1 0,0-1 0,0 0 0,0 1 0,0-1 0,0 0 0,1 1 0,10 0 0,17-11 0,1-10-1365,-1-2-5461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2.230"/>
    </inkml:context>
    <inkml:brush xml:id="br0">
      <inkml:brushProperty name="width" value="0.035" units="cm"/>
      <inkml:brushProperty name="height" value="0.035" units="cm"/>
      <inkml:brushProperty name="color" value="#E71224"/>
    </inkml:brush>
  </inkml:definitions>
  <inkml:trace contextRef="#ctx0" brushRef="#br0">0 1 24575,'0'4'0,"0"7"0,5 10 0,1 11 0,0 4 0,-2 6 0,4 0 0,1 2 0,-2-2 0,-2-3 0,3-4 0,0-4 0,3-6 0,0-3 0,-6-6 0,-5-5-8191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2.419"/>
    </inkml:context>
    <inkml:brush xml:id="br0">
      <inkml:brushProperty name="width" value="0.035" units="cm"/>
      <inkml:brushProperty name="height" value="0.035" units="cm"/>
      <inkml:brushProperty name="color" value="#E71224"/>
    </inkml:brush>
  </inkml:definitions>
  <inkml:trace contextRef="#ctx0" brushRef="#br0">1 178 24575,'4'-4'0,"11"-7"0,3-10 0,8-6 0,4 1 0,1 5 0,0 2 0,4-1 0,1 4 0,-6 3-8191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3.240"/>
    </inkml:context>
    <inkml:brush xml:id="br0">
      <inkml:brushProperty name="width" value="0.035" units="cm"/>
      <inkml:brushProperty name="height" value="0.035" units="cm"/>
      <inkml:brushProperty name="color" value="#E71224"/>
    </inkml:brush>
  </inkml:definitions>
  <inkml:trace contextRef="#ctx0" brushRef="#br0">28 273 24575,'-3'58'0,"-17"94"0,17-135 0,4-32 0,0 0 0,-3-23 0,1-7 0,0-53 0,3-114 0,-2 207 0,1 0 0,-1 0 0,1 0 0,0 0 0,0 0 0,1 0 0,-1 0 0,1 0 0,0 0 0,3-4 0,-4 7 0,0 1 0,1 0 0,-1-1 0,0 1 0,1 0 0,-1 0 0,1 0 0,-1 0 0,1 0 0,-1 0 0,1 0 0,0 0 0,0 1 0,-1-1 0,1 0 0,0 1 0,0 0 0,0-1 0,0 1 0,-1 0 0,1 0 0,0 0 0,0 0 0,0 1 0,0-1 0,0 0 0,-1 1 0,1-1 0,3 2 0,5 2 0,-1 0 0,1 1 0,-1 0 0,0 0 0,-1 1 0,1 0 0,-1 1 0,0 0 0,-1 0 0,1 0 0,-2 1 0,10 12 0,6 13 0,34 69 0,-39-68 0,1-3 0,-12-22 0,-1 0 0,1 0 0,-2 0 0,1 1 0,-1-1 0,-1 1 0,0 0 0,0 0 0,2 18 0,-5-26-44,-1-1 0,1 0 0,0 1 0,-1-1 0,1 0 0,-1 0 0,1 1 0,-1-1 0,1 0 0,-1 0 0,0 0 0,0 0 0,1 0 0,-1 0 0,0 0 0,0 0 0,0 0 0,0 0-1,0 0 1,-1-1 0,1 1 0,0 0 0,0-1 0,0 1 0,-1-1 0,1 1 0,0-1 0,-1 0 0,1 0 0,-2 1 0,-25 4-6782</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3.475"/>
    </inkml:context>
    <inkml:brush xml:id="br0">
      <inkml:brushProperty name="width" value="0.035" units="cm"/>
      <inkml:brushProperty name="height" value="0.035" units="cm"/>
      <inkml:brushProperty name="color" value="#E71224"/>
    </inkml:brush>
  </inkml:definitions>
  <inkml:trace contextRef="#ctx0" brushRef="#br0">1 160 24575,'0'-4'0,"0"-7"0,4-6 0,12-4 0,16-4 0,16 3 0,10 1 0,4 3 0,5 5 0,-9 5-8191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3.941"/>
    </inkml:context>
    <inkml:brush xml:id="br0">
      <inkml:brushProperty name="width" value="0.035" units="cm"/>
      <inkml:brushProperty name="height" value="0.035" units="cm"/>
      <inkml:brushProperty name="color" value="#E71224"/>
    </inkml:brush>
  </inkml:definitions>
  <inkml:trace contextRef="#ctx0" brushRef="#br0">4 124 24575,'-1'41'0,"-1"-27"0,2-1 0,-1 0 0,2 0 0,0 1 0,0-1 0,6 19 0,-6-29 0,1 0 0,-1 0 0,1-1 0,0 1 0,0 0 0,0-1 0,0 0 0,1 1 0,-1-1 0,1 0 0,-1 0 0,1 0 0,0 0 0,0-1 0,-1 1 0,1-1 0,0 0 0,1 0 0,-1 0 0,0 0 0,0 0 0,0-1 0,0 1 0,1-1 0,-1 0 0,0 0 0,1 0 0,3-1 0,-1 1 0,0-1 0,0 1 0,0-1 0,-1-1 0,1 1 0,0-1 0,0 0 0,-1-1 0,0 1 0,1-1 0,-1 0 0,0 0 0,0-1 0,8-7 0,-8 4 9,1-1 1,-1 0-1,-1 0 0,0-1 0,0 0 1,0 1-1,-1-1 0,-1 0 0,1-1 0,-2 1 1,1 0-1,0-18 0,-2 18-115,0 0 0,0 1 0,0-1 0,-1 0 0,-1 1 0,1-1-1,-1 0 1,-1 1 0,0 0 0,0 0 0,0 0 0,-1 0 0,-9-14 0,-5 3-6720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4.566"/>
    </inkml:context>
    <inkml:brush xml:id="br0">
      <inkml:brushProperty name="width" value="0.035" units="cm"/>
      <inkml:brushProperty name="height" value="0.035" units="cm"/>
      <inkml:brushProperty name="color" value="#E71224"/>
    </inkml:brush>
  </inkml:definitions>
  <inkml:trace contextRef="#ctx0" brushRef="#br0">49 1 24575,'-2'0'0,"1"1"0,-1 0 0,0-1 0,0 1 0,0 0 0,1 0 0,-1 0 0,0 0 0,1 0 0,-1 1 0,1-1 0,-1 0 0,1 1 0,0-1 0,-1 1 0,1 0 0,0-1 0,0 1 0,0 0 0,0-1 0,1 1 0,-2 2 0,-1 3 0,0 0 0,1 0 0,0 1 0,-2 10 0,3-16 0,1 1 0,-1 0 0,1 0 0,0 0 0,0 0 0,0 0 0,1 0 0,-1 0 0,1 0 0,-1 0 0,1 0 0,0-1 0,0 1 0,0 0 0,1-1 0,-1 1 0,1 0 0,-1-1 0,1 0 0,0 1 0,0-1 0,0 0 0,2 2 0,4 1 0,0 0 0,-1-1 0,1 0 0,1 0 0,-1-1 0,10 2 0,-6-1 0,-1 0 0,0 1 0,14 7 0,-23-10 0,1-1 0,0 1 0,0 0 0,-1 1 0,0-1 0,1 0 0,-1 1 0,0-1 0,0 1 0,0 0 0,0 0 0,-1-1 0,1 1 0,-1 0 0,0 1 0,2 3 0,-2-3 0,0 1 0,0 0 0,-1 0 0,1 0 0,-1 0 0,0 0 0,0 0 0,0-1 0,-1 1 0,0 0 0,0 0 0,-3 7 0,-1-1 0,0-1 0,0 0 0,-14 18 0,9-15 0,10-12-27,-1-1 0,0 1-1,1 0 1,-1 0 0,0-1-1,1 1 1,-1 0 0,1 0-1,-1 0 1,1 0 0,-1 0 0,1 0-1,0 0 1,-1 0 0,1 0-1,0 0 1,0 0 0,0 0-1,0 0 1,0 0 0,0 0 0,0 0-1,0 0 1,0 0 0,0 0-1,1 0 1,-1 0 0,0-1-1,1 1 1,-1 0 0,1 0-1,-1 0 1,1 0 0,-1 0 0,1 0-1,0-1 1,-1 1 0,1 0-1,0 0 1,-1-1 0,1 1-1,0-1 1,0 1 0,0-1-1,0 1 1,0-1 0,0 1 0,-1-1-1,3 1 1,15 4-6799</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4.949"/>
    </inkml:context>
    <inkml:brush xml:id="br0">
      <inkml:brushProperty name="width" value="0.035" units="cm"/>
      <inkml:brushProperty name="height" value="0.035" units="cm"/>
      <inkml:brushProperty name="color" value="#E71224"/>
    </inkml:brush>
  </inkml:definitions>
  <inkml:trace contextRef="#ctx0" brushRef="#br0">1 0 24575,'0'5'0,"0"10"0,0 13 0,0 5 0,4 6 0,2 11 0,5 1 0,5 2 0,-1 0 0,2-8 0,-1-8 0,-5-5 0,-3-8-8191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5.152"/>
    </inkml:context>
    <inkml:brush xml:id="br0">
      <inkml:brushProperty name="width" value="0.035" units="cm"/>
      <inkml:brushProperty name="height" value="0.035" units="cm"/>
      <inkml:brushProperty name="color" value="#E71224"/>
    </inkml:brush>
  </inkml:definitions>
  <inkml:trace contextRef="#ctx0" brushRef="#br0">1 116 24575,'0'-5'0,"9"-1"0,22-4 0,14-1 0,14-3 0,15 1 0,4-2 0,-7 2 0,-11-2 0,-15 2-8191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5.652"/>
    </inkml:context>
    <inkml:brush xml:id="br0">
      <inkml:brushProperty name="width" value="0.035" units="cm"/>
      <inkml:brushProperty name="height" value="0.035" units="cm"/>
      <inkml:brushProperty name="color" value="#E71224"/>
    </inkml:brush>
  </inkml:definitions>
  <inkml:trace contextRef="#ctx0" brushRef="#br0">58 166 24575,'0'18'0,"-1"1"0,0-1 0,-1 0 0,-1 0 0,-8 26 0,11-43 0,0 0 0,-1 0 0,1 0 0,-1 1 0,1-1 0,-1 0 0,1 0 0,-1 0 0,1 0 0,-1 0 0,0 0 0,0 0 0,0-1 0,-1 3 0,1-3 0,1 0 0,0 0 0,-1 0 0,1 0 0,0 0 0,-1 0 0,1 0 0,0 0 0,-1 0 0,1 0 0,0 0 0,-1-1 0,1 1 0,0 0 0,-1 0 0,1 0 0,0 0 0,-1 0 0,1-1 0,0 1 0,0 0 0,-1 0 0,1-1 0,0 1 0,0 0 0,-1 0 0,1-1 0,0 1 0,0 0 0,0-1 0,-1 1 0,-1-4 0,0 0 0,1 0 0,-1-1 0,1 1 0,0 0 0,-2-8 0,-1-31 0,1 1 0,4-76 0,-1 114 0,1-1 0,0 1 0,0-1 0,0 1 0,0 0 0,1-1 0,-1 1 0,1 0 0,0 0 0,0 0 0,5-6 0,-6 9 0,0 0 0,1-1 0,-1 1 0,0 0 0,1 0 0,-1 0 0,1 0 0,-1 0 0,1 0 0,-1 0 0,1 0 0,0 1 0,-1-1 0,1 1 0,0-1 0,0 1 0,0 0 0,-1-1 0,1 1 0,0 0 0,0 0 0,0 0 0,-1 1 0,1-1 0,0 0 0,0 1 0,-1-1 0,1 1 0,0-1 0,2 3 0,16 8-1365,-2 2-5461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6.385"/>
    </inkml:context>
    <inkml:brush xml:id="br0">
      <inkml:brushProperty name="width" value="0.035" units="cm"/>
      <inkml:brushProperty name="height" value="0.035" units="cm"/>
      <inkml:brushProperty name="color" value="#E71224"/>
    </inkml:brush>
  </inkml:definitions>
  <inkml:trace contextRef="#ctx0" brushRef="#br0">137 273 24575,'-7'0'0,"0"0"0,-1 0 0,1 1 0,-1 0 0,1 0 0,0 1 0,0 0 0,-12 5 0,15-4 0,0-1 0,1 0 0,-1 1 0,0 0 0,1 0 0,0 0 0,0 0 0,0 1 0,0-1 0,1 1 0,-1-1 0,1 1 0,0 0 0,0 0 0,-3 8 0,3-7 0,1-1 0,-1 1 0,1-1 0,0 1 0,0 0 0,0 0 0,1-1 0,-1 1 0,1 0 0,1 0 0,-1 0 0,1 0 0,1 9 0,0-12 0,-1 1 0,1 0 0,-1-1 0,1 1 0,0-1 0,0 0 0,0 0 0,0 0 0,0 0 0,0 0 0,1 0 0,-1 0 0,1 0 0,-1-1 0,1 0 0,0 1 0,-1-1 0,1 0 0,0 0 0,0-1 0,0 1 0,0 0 0,4-1 0,0 2 0,0-2 0,1 1 0,-1-1 0,0 0 0,1-1 0,-1 1 0,0-1 0,1-1 0,-1 0 0,11-3 0,-14 3 0,0 0 0,0 0 0,0-1 0,0 1 0,-1-1 0,1 0 0,-1 0 0,1 0 0,-1 0 0,0 0 0,0-1 0,-1 0 0,1 1 0,-1-1 0,1 0 0,-1 0 0,0 0 0,1-5 0,1-8 0,-2 12 0,-1 0 0,0 0 0,1-1 0,0 1 0,0 0 0,4-5 0,-5 9 0,-1 0 0,1 0 0,0 1 0,0-1 0,-1 0 0,1 1 0,0-1 0,0 1 0,0-1 0,0 1 0,0-1 0,0 1 0,0-1 0,-1 1 0,1 0 0,0 0 0,0 0 0,0-1 0,0 1 0,1 0 0,-1 0 0,0 0 0,0 0 0,0 1 0,0-1 0,0 0 0,0 0 0,0 1 0,-1-1 0,1 0 0,0 1 0,0-1 0,0 1 0,0-1 0,0 1 0,0-1 0,-1 1 0,1 0 0,1 0 0,19 15 0,-15-10 0,1-1 0,-1-1 0,1 1 0,0-1 0,1 0 0,13 5 0,-19-8 0,1-1 0,0 0 0,-1 1 0,1-1 0,-1 0 0,1 0 0,-1-1 0,1 1 0,-1-1 0,1 1 0,-1-1 0,1 0 0,-1 1 0,0-1 0,1-1 0,-1 1 0,0 0 0,0 0 0,0-1 0,0 1 0,0-1 0,0 0 0,0 0 0,0 0 0,-1 0 0,1 0 0,1-2 0,3-5 7,-1 0-1,1-1 1,-2 1 0,1-1-1,-2 0 1,1 0 0,-1 0-1,-1-1 1,0 1-1,1-15 1,0-17-268,-2-53 0,-2 54-655,0-14-5910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6.883"/>
    </inkml:context>
    <inkml:brush xml:id="br0">
      <inkml:brushProperty name="width" value="0.035" units="cm"/>
      <inkml:brushProperty name="height" value="0.035" units="cm"/>
      <inkml:brushProperty name="color" value="#E71224"/>
    </inkml:brush>
  </inkml:definitions>
  <inkml:trace contextRef="#ctx0" brushRef="#br0">4 1 24575,'-1'87'0,"-1"-29"0,10 106 0,-5-147 0,1 0 0,0 0 0,11 26 0,-13-37 0,0 0 0,1 0 0,0-1 0,1 1 0,-1-1 0,1 1 0,0-1 0,0 0 0,0 0 0,1-1 0,0 1 0,8 5 0,-12-9 0,1-1 0,-1 1 0,1 0 0,-1-1 0,1 1 0,-1-1 0,1 0 0,-1 1 0,1-1 0,-1 0 0,1 0 0,-1 0 0,1 0 0,0 0 0,-1 0 0,1-1 0,-1 1 0,1 0 0,-1-1 0,1 1 0,-1-1 0,0 0 0,1 1 0,-1-1 0,1 0 0,-1 0 0,0 0 0,0 0 0,0 0 0,1 0 0,-1 0 0,0 0 0,0 0 0,-1-1 0,1 1 0,0 0 0,0-1 0,-1 1 0,1-1 0,0 1 0,0-3 0,3-6 0,-1 0 0,1-1 0,-2 1 0,3-18 0,-2-16 0,-3 32 0,1 1 0,0-1 0,1 0 0,3-11 0,-5 22 0,0 0 0,1 0 0,-1 0 0,0 0 0,0 1 0,0-1 0,1 0 0,-1 0 0,1 0 0,-1 1 0,0-1 0,1 0 0,-1 1 0,1-1 0,0 0 0,-1 1 0,1-1 0,-1 1 0,1-1 0,0 1 0,-1-1 0,1 1 0,0-1 0,0 1 0,0 0 0,-1-1 0,3 1 0,-2 0 0,0 0 0,0 1 0,0-1 0,0 1 0,0-1 0,0 1 0,0-1 0,0 1 0,0 0 0,0-1 0,0 1 0,0 0 0,0 0 0,0 0 0,0 0 0,0 1 0,4 5 0,-1 0 0,0-1 0,0 1 0,4 12 0,10 34-1365,-10-32-5461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7.555"/>
    </inkml:context>
    <inkml:brush xml:id="br0">
      <inkml:brushProperty name="width" value="0.035" units="cm"/>
      <inkml:brushProperty name="height" value="0.035" units="cm"/>
      <inkml:brushProperty name="color" value="#E71224"/>
    </inkml:brush>
  </inkml:definitions>
  <inkml:trace contextRef="#ctx0" brushRef="#br0">1 28 24575,'0'-5'0,"0"-5"0,0-2-8191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28.335"/>
    </inkml:context>
    <inkml:brush xml:id="br0">
      <inkml:brushProperty name="width" value="0.035" units="cm"/>
      <inkml:brushProperty name="height" value="0.035" units="cm"/>
      <inkml:brushProperty name="color" value="#E71224"/>
    </inkml:brush>
  </inkml:definitions>
  <inkml:trace contextRef="#ctx0" brushRef="#br0">244 0 24575,'-12'1'0,"-1"0"0,1 0 0,0 2 0,0-1 0,0 2 0,0-1 0,0 2 0,1-1 0,-1 2 0,1-1 0,0 2 0,1-1 0,0 1 0,-10 9 0,15-11 0,-1-1 0,1 1 0,0 1 0,1-1 0,0 1 0,-1 0 0,2-1 0,-1 2 0,1-1 0,0 0 0,0 1 0,0-1 0,1 1 0,0 0 0,1 0 0,0 0 0,0 0 0,0 0 0,1 0 0,0 0 0,0 0 0,0 0 0,1 0 0,0 0 0,5 13 0,-5-17 0,0 0 0,0-1 0,0 1 0,1 0 0,0-1 0,-1 1 0,1-1 0,0 0 0,0 0 0,0 0 0,0 0 0,1 0 0,-1 0 0,0 0 0,1-1 0,-1 1 0,1-1 0,0 1 0,0-1 0,-1 0 0,1 0 0,0-1 0,0 1 0,0-1 0,0 1 0,0-1 0,0 0 0,0 0 0,0 0 0,0 0 0,4-1 0,4-1 0,-1 0 0,1-1 0,-1 0 0,0 0 0,0-1 0,0 0 0,14-9 0,-11 4 0,-1 0 0,-1-1 0,1-1 0,-1 0 0,-1 0 0,9-13 0,4-4 0,-21 26 0,0-1 0,0 1 0,0 0 0,0 0 0,0 1 0,0-1 0,1 0 0,-1 1 0,0-1 0,1 1 0,-1 0 0,6-2 0,-6 3 0,0 0 0,0 0 0,0 0 0,0 0 0,0 0 0,0 0 0,0 1 0,0-1 0,0 1 0,0-1 0,0 1 0,0 0 0,-1 0 0,1 0 0,0 0 0,0 0 0,-1 0 0,2 2 0,40 27-1365,-23-19-5461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0.730"/>
    </inkml:context>
    <inkml:brush xml:id="br0">
      <inkml:brushProperty name="width" value="0.035" units="cm"/>
      <inkml:brushProperty name="height" value="0.035" units="cm"/>
      <inkml:brushProperty name="color" value="#E71224"/>
    </inkml:brush>
  </inkml:definitions>
  <inkml:trace contextRef="#ctx0" brushRef="#br0">1 86 24575,'0'-1'0,"0"0"0,0 0 0,1 0 0,-1 1 0,0-1 0,1 0 0,-1 0 0,1 1 0,-1-1 0,0 0 0,1 1 0,0-1 0,-1 0 0,1 1 0,-1-1 0,1 1 0,0-1 0,-1 1 0,1-1 0,0 1 0,0 0 0,1-1 0,22-8 0,-17 7 0,43-13 0,1 2 0,0 3 0,1 1 0,57-1 0,215 8 0,-191 4 0,1837-1-1365,-1946-1-5461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1.615"/>
    </inkml:context>
    <inkml:brush xml:id="br0">
      <inkml:brushProperty name="width" value="0.035" units="cm"/>
      <inkml:brushProperty name="height" value="0.035" units="cm"/>
      <inkml:brushProperty name="color" value="#E71224"/>
    </inkml:brush>
  </inkml:definitions>
  <inkml:trace contextRef="#ctx0" brushRef="#br0">67 1 24575,'-5'5'0,"-1"10"0,-4 3 0,-1 8 0,2 3 0,2 2 0,3 1 0,-3-6 0,0-7-8191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1.910"/>
    </inkml:context>
    <inkml:brush xml:id="br0">
      <inkml:brushProperty name="width" value="0.035" units="cm"/>
      <inkml:brushProperty name="height" value="0.035" units="cm"/>
      <inkml:brushProperty name="color" value="#E71224"/>
    </inkml:brush>
  </inkml:definitions>
  <inkml:trace contextRef="#ctx0" brushRef="#br0">0 0 24575,'5'0'0,"6"0"0,5 0 0,1 0-8191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2.856"/>
    </inkml:context>
    <inkml:brush xml:id="br0">
      <inkml:brushProperty name="width" value="0.035" units="cm"/>
      <inkml:brushProperty name="height" value="0.035" units="cm"/>
      <inkml:brushProperty name="color" value="#E71224"/>
    </inkml:brush>
  </inkml:definitions>
  <inkml:trace contextRef="#ctx0" brushRef="#br0">1 0 24575,'1'8'0,"0"0"0,1 0 0,0-1 0,1 1 0,0-1 0,0 0 0,5 9 0,4 9 0,-8-13 0,0 0 0,0 0 0,2 20 0,-5-28 0,0-1 0,-1 0 0,0 0 0,1 1 0,-1-1 0,-1 0 0,1 1 0,0-1 0,-1 0 0,0 0 0,0 1 0,0-1 0,0 0 0,0 0 0,0 0 0,-1 0 0,0 0 0,-2 3 0,4-5 0,-1-1 0,1 1 0,-1-1 0,1 1 0,-1-1 0,1 0 0,-1 1 0,1-1 0,-1 0 0,1 1 0,-1-1 0,1 0 0,-1 0 0,0 0 0,1 0 0,-1 1 0,1-1 0,-1 0 0,0 0 0,1 0 0,-1 0 0,1 0 0,-1 0 0,0 0 0,1-1 0,-1 1 0,1 0 0,-1 0 0,0 0 0,1-1 0,-1 1 0,1 0 0,-1-1 0,1 1 0,-1 0 0,1-1 0,-1 1 0,1 0 0,-1-1 0,1 1 0,0-1 0,-1 1 0,1-1 0,0 1 0,-1-1 0,1 1 0,0-1 0,0 0 0,-1 1 0,1-1 0,0 1 0,0-1 0,0 0 0,0 1 0,0-2 0,-2-2 0,1-1 0,0 1 0,0 0 0,1-1 0,-1 1 0,1-9 0,1 7 0,1-1 0,0 0 0,0 0 0,1 1 0,0-1 0,0 1 0,0 0 0,1 0 0,0 0 0,0 1 0,0-1 0,1 1 0,0 0 0,0 0 0,0 0 0,0 1 0,9-6 0,-10 8 0,0-1 0,0 0 0,1 1 0,-1 0 0,0 0 0,1 0 0,-1 1 0,1 0 0,0-1 0,0 2 0,-1-1 0,1 0 0,0 1 0,0 0 0,0 0 0,-1 0 0,1 1 0,0 0 0,0 0 0,-1 0 0,1 0 0,0 1 0,-1 0 0,0 0 0,1 0 0,4 3 0,-5-1 5,0 0 1,0 0-1,-1 1 0,1-1 0,-1 1 0,0 0 1,0 0-1,-1 0 0,1 0 0,-1 0 0,0 0 0,-1 1 1,1-1-1,-1 1 0,1 8 0,-1-6-21,1 0 0,0 0 0,1 0 0,0 0 0,4 9-1,-5-14-58,0 0 0,0-1 0,0 1 0,0-1 0,0 0 0,1 1 0,-1-1 0,1 0 0,-1 0 0,1-1 0,0 1-1,0 0 1,0-1 0,0 0 0,0 0 0,0 0 0,6 2 0,11 0-6751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3.545"/>
    </inkml:context>
    <inkml:brush xml:id="br0">
      <inkml:brushProperty name="width" value="0.035" units="cm"/>
      <inkml:brushProperty name="height" value="0.035" units="cm"/>
      <inkml:brushProperty name="color" value="#E71224"/>
    </inkml:brush>
  </inkml:definitions>
  <inkml:trace contextRef="#ctx0" brushRef="#br0">124 217 24575,'1'-6'0,"-1"0"0,2 0 0,-1 1 0,1-1 0,3-9 0,6-19 0,-10 29 0,7-60 0,-8 59 0,1 1 0,-1-1 0,0 0 0,-1 1 0,0-1 0,1 1 0,-2 0 0,1-1 0,-3-5 0,4 10 0,0 1 0,-1-1 0,1 1 0,-1-1 0,1 1 0,0-1 0,-1 1 0,1 0 0,-1-1 0,0 1 0,1 0 0,-1-1 0,1 1 0,-1 0 0,1-1 0,-1 1 0,0 0 0,1 0 0,-1 0 0,0 0 0,1 0 0,-1 0 0,0 0 0,1 0 0,-1 0 0,1 0 0,-1 0 0,0 0 0,1 0 0,-1 0 0,0 1 0,1-1 0,-1 0 0,1 0 0,-1 1 0,0-1 0,1 0 0,-1 1 0,1-1 0,-1 1 0,1-1 0,0 1 0,-1-1 0,1 1 0,-1-1 0,1 1 0,-1 0 0,-21 26 0,14-14 0,1-1 0,0 1 0,1 1 0,1-1 0,0 1 0,1 0 0,0 0 0,1 0 0,0 0 0,1 1 0,1-1 0,1 1 0,1 25 0,5-2 0,0-1 0,3 0 0,1 0 0,16 38 0,-22-63 0,0-1 0,0 1 0,-1 0 0,-1 0 0,0 1 0,-1-1 0,0 18 0,-1-26 0,0-1 0,-1 1 0,1 0 0,-1-1 0,0 1 0,0-1 0,-1 1 0,1-1 0,-1 0 0,1 1 0,-1-1 0,0 0 0,0 0 0,-1 0 0,1 0 0,-1-1 0,1 1 0,-1-1 0,0 1 0,0-1 0,0 0 0,0 0 0,0 0 0,-1-1 0,1 1 0,0-1 0,-1 0 0,-5 2 0,-20 3-1365,3-3-5461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3.826"/>
    </inkml:context>
    <inkml:brush xml:id="br0">
      <inkml:brushProperty name="width" value="0.035" units="cm"/>
      <inkml:brushProperty name="height" value="0.035" units="cm"/>
      <inkml:brushProperty name="color" value="#E71224"/>
    </inkml:brush>
  </inkml:definitions>
  <inkml:trace contextRef="#ctx0" brushRef="#br0">1 1 24575,'4'0'0,"7"0"0,5 0 0,5 0 0,4 0 0,6 0 0,3 0 0,0 0 0,-1 0 0,-7 0-8191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4.435"/>
    </inkml:context>
    <inkml:brush xml:id="br0">
      <inkml:brushProperty name="width" value="0.035" units="cm"/>
      <inkml:brushProperty name="height" value="0.035" units="cm"/>
      <inkml:brushProperty name="color" value="#E71224"/>
    </inkml:brush>
  </inkml:definitions>
  <inkml:trace contextRef="#ctx0" brushRef="#br0">80 58 24575,'-3'0'0,"0"0"0,0 1 0,0-1 0,0 1 0,0 0 0,0 0 0,1 0 0,-1 0 0,0 1 0,1-1 0,-1 1 0,1-1 0,-1 1 0,1 0 0,0 0 0,0 0 0,0 0 0,0 0 0,0 1 0,0-1 0,1 0 0,-1 1 0,1 0 0,-1-1 0,0 4 0,-2 3 0,1 0 0,0 0 0,1 0 0,0 0 0,0 1 0,0 14 0,2-21 0,0-1 0,0 1 0,0 0 0,0-1 0,1 1 0,0 0 0,-1-1 0,1 1 0,0-1 0,0 1 0,0-1 0,0 0 0,1 1 0,-1-1 0,1 0 0,-1 0 0,1 0 0,0 0 0,0 0 0,0 0 0,0 0 0,0-1 0,0 1 0,1-1 0,-1 0 0,0 1 0,1-1 0,-1 0 0,1 0 0,-1-1 0,1 1 0,-1 0 0,4 0 0,-2-1 0,-1 1 0,1-1 0,0 0 0,-1 0 0,1 0 0,0 0 0,-1-1 0,1 1 0,0-1 0,-1 0 0,1 0 0,-1 0 0,0-1 0,1 1 0,-1-1 0,0 0 0,0 0 0,0 0 0,0 0 0,0 0 0,0-1 0,-1 1 0,5-6 0,-2-1 0,-1-1 0,0 1 0,0-1 0,-1 1 0,0-1 0,-1 0 0,0 0 0,-1 0 0,0-1 0,-1 1 0,0 0 0,0 0 0,-1 0 0,0 0 0,-1 0 0,-3-11 0,4 19 0,0 0 0,0 0 0,0 0 0,0 0 0,0 0 0,0 0 0,-1 0 0,1 1 0,0-1 0,-1 0 0,1 1 0,-1-1 0,0 1 0,0 0 0,0-1 0,1 1 0,-1 0 0,0 0 0,0 0 0,0 0 0,-1 1 0,1-1 0,0 1 0,0-1 0,0 1 0,0 0 0,-1-1 0,1 1 0,0 0 0,0 1 0,0-1 0,-1 0 0,-3 2 0,2-1 0,1 0 0,-1 1 0,0-1 0,1 1 0,-1 0 0,1 1 0,-1-1 0,1 0 0,0 1 0,0 0 0,0-1 0,0 1 0,1 0 0,-1 1 0,1-1 0,0 0 0,-3 7 0,2-2-273,0 0 0,1 1 0,0-1 0,-1 16 0,0 7-6553</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5.686"/>
    </inkml:context>
    <inkml:brush xml:id="br0">
      <inkml:brushProperty name="width" value="0.035" units="cm"/>
      <inkml:brushProperty name="height" value="0.035" units="cm"/>
      <inkml:brushProperty name="color" value="#E71224"/>
    </inkml:brush>
  </inkml:definitions>
  <inkml:trace contextRef="#ctx0" brushRef="#br0">143 196 24575,'-1'-1'0,"1"-1"0,-1 1 0,1 0 0,-1 0 0,1 0 0,-1 0 0,0 0 0,1 0 0,-1 0 0,0 0 0,0 0 0,0 0 0,0 0 0,0 0 0,0 1 0,0-1 0,0 0 0,0 1 0,0-1 0,0 1 0,0-1 0,-1 1 0,1-1 0,0 1 0,0 0 0,-1 0 0,1 0 0,0-1 0,-3 2 0,-38-2 0,39 2 0,0 0 0,0 0 0,0 0 0,0 0 0,0 0 0,0 1 0,0-1 0,0 1 0,0 0 0,1 0 0,-1 0 0,1 0 0,-1 0 0,1 0 0,0 1 0,0-1 0,0 1 0,0 0 0,1-1 0,-1 1 0,1 0 0,-1 0 0,1 0 0,-1 5 0,-1 2 0,1 0 0,1 1 0,0-1 0,0 0 0,1 1 0,1 14 0,0-22 0,-1 1 0,1-1 0,-1 0 0,1 0 0,0 0 0,0 0 0,0 0 0,1 0 0,-1 0 0,1 0 0,0-1 0,-1 1 0,1-1 0,0 1 0,1-1 0,-1 1 0,0-1 0,1 0 0,-1 0 0,1 0 0,0-1 0,-1 1 0,1-1 0,0 1 0,0-1 0,0 0 0,0 0 0,0 0 0,0 0 0,1-1 0,3 1 0,-1 0 0,0-1 0,0 0 0,0 0 0,0 0 0,0-1 0,-1 0 0,1 0 0,0 0 0,0-1 0,0 0 0,-1 0 0,1 0 0,-1-1 0,0 0 0,1 0 0,4-4 0,-8 6 0,1-3 0,1 1 0,0 0 0,0 0 0,0 1 0,0-1 0,0 1 0,5-2 0,-7 3 0,0 1 0,0 0 0,0 0 0,0 0 0,0 0 0,0 0 0,0 0 0,-1 0 0,1 1 0,0-1 0,0 1 0,0-1 0,0 1 0,0 0 0,-1-1 0,1 1 0,0 0 0,-1 0 0,1 0 0,-1 1 0,3 0 0,8 9 0,-3-3 0,1-1 0,0 0 0,0-1 0,17 9 0,-24-14 0,-1 0 0,0 0 0,1 0 0,-1 0 0,1-1 0,-1 1 0,1-1 0,-1 0 0,1 0 0,-1 0 0,1 0 0,-1 0 0,1 0 0,-1-1 0,1 1 0,-1-1 0,1 0 0,-1 1 0,0-1 0,1 0 0,-1-1 0,0 1 0,0 0 0,0-1 0,0 1 0,0-1 0,3-2 0,4-7 0,-1 0 0,0 0 0,0-1 0,-1 0 0,-1 0 0,0 0 0,6-20 0,-5 10 0,0-1 0,-2 1 0,4-39 0,-8 52 0,0 0 0,-1 0 0,0 0 0,0 1 0,-1-1 0,-1 0 0,1 0 0,-5-12 0,5 18 0,-1 0 0,0-1 0,1 1 0,-1 1 0,0-1 0,-1 0 0,1 0 0,0 1 0,-1-1 0,0 1 0,0 0 0,1 0 0,-1 0 0,0 0 0,0 0 0,-1 0 0,1 1 0,0 0 0,-1 0 0,1 0 0,0 0 0,-1 0 0,-5 0 0,-7-1 0,0 1 0,0 0 0,0 1 0,0 1 0,0 0 0,0 2 0,0 0 0,1 0 0,-1 1 0,1 1 0,0 1 0,0 0 0,1 1 0,-1 0 0,1 1 0,1 1 0,-24 19 0,27-19 0,-7 6 0,1 0 0,-19 24 0,30-33 0,1 0 0,0 1 0,0-1 0,0 1 0,1 0 0,0 0 0,1 0 0,-1 0 0,1 1 0,-2 13 0,2 3 0,1-1 0,1 1 0,0 0 0,2 0 0,1 0 0,1-1 0,1 0 0,10 31 0,-12-45 0,1-1 0,0 1 0,1-1 0,0 1 0,0-2 0,0 1 0,1 0 0,0-1 0,1 0 0,9 8 0,-10-11 0,0 0 0,0 0 0,0-1 0,0 0 0,1 0 0,0-1 0,-1 1 0,1-1 0,0-1 0,0 0 0,0 0 0,0 0 0,0 0 0,0-1 0,11-1 0,74-15-1365,-67 11-5461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6.383"/>
    </inkml:context>
    <inkml:brush xml:id="br0">
      <inkml:brushProperty name="width" value="0.035" units="cm"/>
      <inkml:brushProperty name="height" value="0.035" units="cm"/>
      <inkml:brushProperty name="color" value="#E71224"/>
    </inkml:brush>
  </inkml:definitions>
  <inkml:trace contextRef="#ctx0" brushRef="#br0">277 4 24575,'-59'-2'0,"33"1"0,-1 0 0,1 2 0,-46 7 0,68-7 0,0 0 0,1 0 0,-1 1 0,1 0 0,-1 0 0,1 0 0,0 0 0,0 0 0,0 0 0,0 1 0,0 0 0,0 0 0,1-1 0,-1 1 0,1 1 0,0-1 0,0 0 0,0 1 0,1-1 0,-1 1 0,1-1 0,-1 1 0,1 0 0,0-1 0,1 1 0,-1 0 0,1 0 0,-1 4 0,0 9 0,1 0 0,1 0 0,0 0 0,1 0 0,4 19 0,-5-31 0,0 1 0,1 0 0,0-1 0,0 0 0,0 1 0,0-1 0,1 0 0,0 0 0,0 0 0,0-1 0,0 1 0,1-1 0,0 1 0,0-1 0,0 0 0,0-1 0,1 1 0,0-1 0,0 0 0,-1 0 0,2 0 0,-1-1 0,0 0 0,0 0 0,1 0 0,-1 0 0,1-1 0,0 0 0,9 0 0,58 4-1365,-42-5-5461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6.973"/>
    </inkml:context>
    <inkml:brush xml:id="br0">
      <inkml:brushProperty name="width" value="0.035" units="cm"/>
      <inkml:brushProperty name="height" value="0.035" units="cm"/>
      <inkml:brushProperty name="color" value="#E71224"/>
    </inkml:brush>
  </inkml:definitions>
  <inkml:trace contextRef="#ctx0" brushRef="#br0">219 32 24575,'2'4'0,"-1"1"0,1 0 0,0-1 0,0 1 0,0-1 0,0 0 0,6 8 0,-3-4 0,-1-1 0,0 1 0,-1-1 0,0 0 0,0 1 0,-1-1 0,0 1 0,0 0 0,-1 0 0,0 0 0,0 9 0,-1-14 0,0 0 0,0 0 0,0-1 0,-1 1 0,1 0 0,-1 0 0,0 0 0,1 0 0,-1-1 0,-1 1 0,1 0 0,0-1 0,-1 1 0,1-1 0,-1 1 0,0-1 0,0 0 0,0 0 0,0 0 0,0 0 0,0 0 0,-1 0 0,1 0 0,-1-1 0,1 1 0,-1-1 0,0 0 0,1 0 0,-1 0 0,-5 1 0,-5 1 0,-1 0 0,1-2 0,-1 1 0,1-2 0,-1 0 0,0 0 0,1-2 0,-1 1 0,1-2 0,-27-7 0,38 9 0,-1 0 0,1-1 0,-1 1 0,1 0 0,0-1 0,-1 0 0,1 1 0,0-1 0,0 0 0,0 0 0,0 0 0,1 0 0,-1-1 0,0 1 0,1 0 0,-1-1 0,1 1 0,0-1 0,0 0 0,0 1 0,0-1 0,1 0 0,-1 1 0,1-1 0,0 0 0,-1 0 0,1 0 0,0 1 0,1-1 0,-1 0 0,0 0 0,2-3 0,-1-1 0,1 0 0,1 0 0,0 0 0,0 0 0,0 0 0,1 1 0,0-1 0,0 1 0,0 0 0,10-10 0,-5 8 0,0 0 0,0 0 0,1 1 0,0 0 0,0 1 0,1 0 0,0 1 0,18-7 0,-22 10 0,0 0 0,1 0 0,-1 1 0,0-1 0,0 2 0,0-1 0,1 1 0,-1 0 0,0 1 0,1 0 0,-1 0 0,0 0 0,0 1 0,0 0 0,12 5 0,11 10-1365,-2 1-5461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7.747"/>
    </inkml:context>
    <inkml:brush xml:id="br0">
      <inkml:brushProperty name="width" value="0.035" units="cm"/>
      <inkml:brushProperty name="height" value="0.035" units="cm"/>
      <inkml:brushProperty name="color" value="#E71224"/>
    </inkml:brush>
  </inkml:definitions>
  <inkml:trace contextRef="#ctx0" brushRef="#br0">62 5 24575,'-2'14'0,"0"1"0,-1-1 0,0 0 0,-1 0 0,-1-1 0,0 1 0,-13 21 0,-2 9 0,27-55 0,0 0 0,0 0 0,1 1 0,0 0 0,1 0 0,13-10 0,4-7 0,-19 20 0,0-1 0,1 1 0,0 1 0,0-1 0,1 1 0,-1 1 0,1-1 0,0 2 0,11-5 0,-16 7 0,0 1 0,-1 0 0,1 0 0,0 1 0,0-1 0,0 1 0,0 0 0,-1 0 0,1 0 0,0 0 0,0 0 0,0 1 0,0 0 0,-1 0 0,1 0 0,0 0 0,-1 1 0,1-1 0,-1 1 0,1 0 0,-1 0 0,0 0 0,0 1 0,0-1 0,0 1 0,0 0 0,2 3 0,0 0 12,-1 1 0,1 0 0,-2 0 0,1 0 0,-1 1 0,0-1 0,-1 1 0,0-1 0,0 1 0,1 10 0,-2-9-199,1 0-1,0-1 1,0 1 0,1-1 0,0 1 0,1-1 0,6 11 0,1-5-6639</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8.415"/>
    </inkml:context>
    <inkml:brush xml:id="br0">
      <inkml:brushProperty name="width" value="0.035" units="cm"/>
      <inkml:brushProperty name="height" value="0.035" units="cm"/>
      <inkml:brushProperty name="color" value="#E71224"/>
    </inkml:brush>
  </inkml:definitions>
  <inkml:trace contextRef="#ctx0" brushRef="#br0">103 1 24575,'-4'0'0,"0"0"0,0 0 0,0 0 0,0 1 0,0 0 0,0-1 0,0 2 0,0-1 0,0 0 0,0 1 0,0 0 0,1-1 0,-1 2 0,1-1 0,-1 0 0,1 1 0,0-1 0,0 1 0,0 0 0,0 0 0,1 0 0,-1 1 0,1-1 0,0 1 0,0-1 0,0 1 0,0-1 0,0 1 0,1 0 0,0 0 0,-1 5 0,1-6 0,0-1 0,0 1 0,1 0 0,-1 0 0,1-1 0,-1 1 0,1 0 0,0 0 0,0-1 0,1 1 0,-1 0 0,0 0 0,1-1 0,0 1 0,0 0 0,-1-1 0,1 1 0,1-1 0,-1 1 0,0-1 0,1 1 0,-1-1 0,4 4 0,2 0 0,1 1 0,0-1 0,0 0 0,0-1 0,13 6 0,-11-6 0,-1 0 0,0 1 0,-1 0 0,1 0 0,8 9 0,-15-13 0,0 0 0,0 0 0,-1 1 0,1-1 0,-1 1 0,1 0 0,-1-1 0,0 1 0,0 0 0,0 0 0,0 0 0,0 0 0,-1 0 0,1 0 0,-1 0 0,0 0 0,0 0 0,0 0 0,0 0 0,-1 0 0,1 0 0,-2 3 0,1-2 0,0-1 0,0 0 0,-1 0 0,1 0 0,-1 0 0,1 0 0,-1 0 0,0 0 0,-1 0 0,1-1 0,0 1 0,-1-1 0,1 0 0,-1 1 0,-5 2 0,-3 2 0,-1-2 0,1 1 0,-14 3 0,16-6 0,-1 1 0,1 0 0,0 0 0,-9 7 0,17-11 0,1 0-1,0 0 1,0 0-1,0 0 1,0 0 0,0 0-1,0 0 1,0 0-1,0 0 1,0 0-1,0 0 1,0 0 0,-1 0-1,1 0 1,0 1-1,0-1 1,0 0-1,0 0 1,0 0-1,0 0 1,0 0 0,0 0-1,0 0 1,0 0-1,0 0 1,0 1-1,0-1 1,0 0-1,0 0 1,0 0 0,0 0-1,0 0 1,0 0-1,0 0 1,0 0-1,0 1 1,0-1-1,0 0 1,0 0 0,0 0-1,0 0 1,0 0-1,0 0 1,1 0-1,-1 0 1,0 0 0,0 0-1,0 1 1,0-1-1,0 0 1,0 0-1,0 0 1,0 0-1,0 0 1,0 0 0,0 0-1,1 0 1,-1 0-1,0 0 1,0 0-1,0 0 1,0 0-1,0 0 1,0 0 0,0 0-1,1 0 1,12 2 72,13-2-1480,2-6-5418</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9.431"/>
    </inkml:context>
    <inkml:brush xml:id="br0">
      <inkml:brushProperty name="width" value="0.035" units="cm"/>
      <inkml:brushProperty name="height" value="0.035" units="cm"/>
      <inkml:brushProperty name="color" value="#E71224"/>
    </inkml:brush>
  </inkml:definitions>
  <inkml:trace contextRef="#ctx0" brushRef="#br0">3 299 24575,'-1'37'0,"0"34"0,1-66 0,0 0 0,1 0 0,0 0 0,0-1 0,0 1 0,0-1 0,1 1 0,0-1 0,0 1 0,0-1 0,3 5 0,-4-7 0,1-1 0,-1 1 0,0-1 0,0 1 0,1-1 0,-1 0 0,1 0 0,0 1 0,-1-1 0,1 0 0,0 0 0,-1 0 0,1-1 0,0 1 0,0 0 0,0-1 0,0 1 0,0-1 0,0 1 0,0-1 0,0 0 0,0 0 0,0 0 0,0 0 0,0 0 0,0-1 0,-1 1 0,1-1 0,0 1 0,0-1 0,0 0 0,0 1 0,0-1 0,-1 0 0,1 0 0,0 0 0,2-3 0,1 0 0,-1 1 0,0-1 0,0 0 0,0-1 0,-1 1 0,0-1 0,1 1 0,-2-1 0,1 0 0,0 0 0,-1 0 0,3-9 0,7-90 0,-12 104 0,0 0 0,0 0 0,-1 0 0,1-1 0,0 1 0,0 0 0,0 0 0,0-1 0,0 1 0,0 0 0,0 0 0,0 0 0,0-1 0,0 1 0,1 0 0,-1 0 0,0 0 0,0-1 0,0 1 0,0 0 0,0 0 0,0 0 0,0-1 0,0 1 0,1 0 0,-1 0 0,0 0 0,0 0 0,0-1 0,0 1 0,1 0 0,-1 0 0,0 0 0,0 0 0,0 0 0,1 0 0,-1 0 0,0 0 0,0-1 0,0 1 0,1 0 0,-1 0 0,0 0 0,0 0 0,1 0 0,-1 0 0,0 0 0,0 0 0,0 0 0,1 1 0,-1-1 0,0 0 0,0 0 0,1 0 0,-1 0 0,9 17 0,4 30 0,-13-45 0,2 5 0,0 1 0,0-1 0,0 0 0,1 0 0,0 0 0,1 0 0,7 12 0,-9-18 0,-1 1 0,1-1 0,-1 1 0,1-1 0,0 0 0,-1 0 0,1 0 0,0 0 0,0 0 0,0 0 0,0 0 0,0-1 0,0 1 0,0-1 0,0 1 0,0-1 0,0 0 0,0 0 0,1 0 0,-1 0 0,0 0 0,0 0 0,0-1 0,0 1 0,0-1 0,0 1 0,0-1 0,0 0 0,0 0 0,0 0 0,-1 0 0,1 0 0,3-3 0,4-1 0,0-1 0,-1 0 0,0-1 0,0 0 0,0 0 0,-1-1 0,0 0 0,-1 0 0,1 0 0,-2-1 0,1 0 0,-1 0 0,0-1 0,3-10 0,2-11 0,-2-1 0,0 0 0,2-37 0,9-37 0,-9 76 0,-2 19 0,-8 11 0,0 0 0,0 0 0,1 0 0,-1 0 0,0 0 0,0 1 0,1-1 0,-1 0 0,0 0 0,0 0 0,1 0 0,-1 0 0,0 0 0,0 0 0,0 1 0,1-1 0,-1 0 0,0 0 0,0 0 0,0 0 0,0 1 0,1-1 0,-1 0 0,0 0 0,0 0 0,0 1 0,0-1 0,0 0 0,0 0 0,0 1 0,1-1 0,-1 0 0,0 0 0,0 1 0,0-1 0,0 0 0,0 0 0,0 1 0,0-1 0,0 0 0,-1 1 0,6 32 0,-1 1 0,-2 0 0,-4 62 0,0-29 0,0-17 0,3 67 0,-1-116 5,0 1-1,0 0 0,0 0 0,1-1 1,-1 1-1,0 0 0,1-1 0,-1 1 1,1 0-1,0-1 0,0 1 1,-1-1-1,1 1 0,0-1 0,0 1 1,0-1-1,0 0 0,1 1 1,-1-1-1,0 0 0,1 0 0,-1 0 1,0 0-1,1 0 0,-1 0 0,1 0 1,2 0-1,0 0-169,1 0 0,0-1 0,0 0 0,0 0 0,-1 0 0,1 0 0,0-1 0,7-1 0,11-3-6661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49.995"/>
    </inkml:context>
    <inkml:brush xml:id="br0">
      <inkml:brushProperty name="width" value="0.035" units="cm"/>
      <inkml:brushProperty name="height" value="0.035" units="cm"/>
      <inkml:brushProperty name="color" value="#E71224"/>
    </inkml:brush>
  </inkml:definitions>
  <inkml:trace contextRef="#ctx0" brushRef="#br0">3 1 24575,'-2'146'0,"4"154"0,-2-297 0,1 0 0,-1 1 0,0-1 0,1 0 0,0 1 0,0-1 0,0 0 0,0 0 0,0 0 0,1 0 0,0 0 0,-1 0 0,1 0 0,0 0 0,0 0 0,0-1 0,1 1 0,-1-1 0,6 4 0,-5-4 0,-1-1 0,1 0 0,0 0 0,-1 0 0,1-1 0,0 1 0,0 0 0,0-1 0,0 0 0,0 0 0,0 0 0,-1 0 0,1 0 0,0-1 0,0 1 0,0-1 0,0 0 0,-1 0 0,1 0 0,0 0 0,-1 0 0,1 0 0,3-3 0,4-3-195,0-1 0,0 0 0,0 0 0,-1-1 0,0 0 0,13-19 0,-7 8-6631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50.304"/>
    </inkml:context>
    <inkml:brush xml:id="br0">
      <inkml:brushProperty name="width" value="0.035" units="cm"/>
      <inkml:brushProperty name="height" value="0.035" units="cm"/>
      <inkml:brushProperty name="color" value="#E71224"/>
    </inkml:brush>
  </inkml:definitions>
  <inkml:trace contextRef="#ctx0" brushRef="#br0">1 95 24575,'0'-5'0,"0"-5"0,4-7 0,7 1 0,10-2 0,7 2 0,-2 3-8191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51.503"/>
    </inkml:context>
    <inkml:brush xml:id="br0">
      <inkml:brushProperty name="width" value="0.035" units="cm"/>
      <inkml:brushProperty name="height" value="0.035" units="cm"/>
      <inkml:brushProperty name="color" value="#E71224"/>
    </inkml:brush>
  </inkml:definitions>
  <inkml:trace contextRef="#ctx0" brushRef="#br0">81 1 24575,'0'9'0,"-5"13"0,-5 11 0,-2 9 0,1 3 0,3 6 0,-2 5 0,1-3 0,2-6 0,2-6 0,2-15 0,6-21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52.644"/>
    </inkml:context>
    <inkml:brush xml:id="br0">
      <inkml:brushProperty name="width" value="0.035" units="cm"/>
      <inkml:brushProperty name="height" value="0.035" units="cm"/>
      <inkml:brushProperty name="color" value="#E71224"/>
    </inkml:brush>
  </inkml:definitions>
  <inkml:trace contextRef="#ctx0" brushRef="#br0">75 6 24575,'-32'24'0,"27"-21"0,0 0 0,0 1 0,0-1 0,1 1 0,-1 0 0,-6 8 0,11-11 0,0-1 0,-1 0 0,1 1 0,0-1 0,0 1 0,-1-1 0,1 0 0,0 1 0,0-1 0,0 1 0,0-1 0,-1 1 0,1-1 0,0 0 0,0 1 0,0-1 0,0 1 0,0-1 0,0 1 0,0-1 0,0 1 0,1-1 0,-1 0 0,0 1 0,0-1 0,0 1 0,0-1 0,1 1 0,-1-1 0,0 0 0,0 1 0,1-1 0,-1 0 0,0 1 0,0-1 0,1 0 0,0 1 0,18 8 0,-5-3 0,-6 0 0,0 1 0,-1 0 0,1 1 0,-2-1 0,1 1 0,-1 0 0,8 15 0,-8-14 0,1 1 0,-1-1 0,1 0 0,1 0 0,0-1 0,12 10 0,-13-13 0,0-1 0,0 1 0,1-1 0,-1-1 0,1 1 0,0-1 0,0-1 0,1 1 0,-1-1 0,0-1 0,1 0 0,-1 0 0,1-1 0,-1 1 0,1-2 0,-1 1 0,1-2 0,-1 1 0,1-1 0,14-5 0,-13 3 0,0 0 0,-1-1 0,0 0 0,0-1 0,0 0 0,-1-1 0,1 1 0,-2-1 0,1-1 0,-1 0 0,0 0 0,-1 0 0,1-1 0,-2 0 0,1 0 0,4-12 0,-6 13 0,-1 0 0,0-1 0,0 1 0,-1-1 0,0 1 0,0-1 0,0-12 0,-2 19 0,0 0 0,0-1 0,-1 1 0,1 0 0,0 0 0,-1-1 0,0 1 0,1 0 0,-1 0 0,0 0 0,0 0 0,0 0 0,0 0 0,-1 0 0,1 0 0,0 1 0,-1-1 0,1 0 0,-1 1 0,0-1 0,1 1 0,-1-1 0,0 1 0,0 0 0,0 0 0,0 0 0,0 0 0,0 0 0,0 0 0,0 1 0,-1-1 0,1 1 0,-3-1 0,2 1 0,1-1 0,-1 1 0,0-1 0,1 1 0,-1 0 0,0 0 0,0 0 0,1 1 0,-1-1 0,0 1 0,1-1 0,-1 1 0,0 0 0,1 0 0,-1 0 0,1 0 0,0 1 0,-1-1 0,1 1 0,-4 2 0,3 0 0,0 0 0,0-1 0,1 1 0,-1 0 0,1 0 0,0 1 0,0-1 0,0 0 0,1 1 0,-1-1 0,0 6 0,-1 11 0,1-1 0,0 1 0,2 0 0,2 29 0,-1-43 0,0-1 0,0 0 0,0 0 0,1 0 0,0 1 0,0-2 0,0 1 0,1 0 0,0 0 0,0-1 0,0 1 0,1-1 0,0 0 0,0 0 0,0-1 0,0 1 0,1-1 0,0 0 0,6 5 0,-2-4 0,1 1 0,0-1 0,0-1 0,0 0 0,1 0 0,0-1 0,-1 0 0,1-1 0,0 0 0,15 0 0,-19-1 0,0-1 0,1 0 0,-1 0 0,1 0 0,-1-1 0,0 0 0,1-1 0,-1 0 0,0 0 0,0 0 0,0-1 0,0 0 0,-1 0 0,1-1 0,-1 0 0,1 0 0,-2 0 0,1-1 0,0 0 0,-1 0 0,0 0 0,0-1 0,0 0 0,-1 0 0,0 0 0,0 0 0,0-1 0,-1 1 0,0-1 0,0 0 0,3-12 0,0-39 0,-6 52 0,1 25 0,-1-11 0,0 3 0,1-1 0,0 0 0,0 0 0,1 1 0,1-1 0,0 0 0,6 14 0,-8-21 0,0-1 0,0 0 0,0 0 0,1-1 0,-1 1 0,1 0 0,-1 0 0,1-1 0,-1 1 0,1-1 0,0 1 0,0-1 0,0 0 0,0 0 0,0 0 0,3 2 0,-3-3 0,1 0 0,-1 1 0,1-1 0,-1 0 0,1 0 0,0-1 0,-1 1 0,0 0 0,1-1 0,-1 0 0,1 1 0,-1-1 0,0 0 0,1 0 0,-1 0 0,0-1 0,0 1 0,3-3 0,4-3 0,-1-1 0,0 1 0,0-2 0,-1 1 0,0-1 0,10-16 0,-12 17 0,-1 0 0,1 1 0,1 0 0,-1 0 0,1 0 0,0 1 0,1 0 0,0 0 0,0 1 0,0-1 0,10-4 0,-14 8 3,1 1-1,-1 0 0,1 0 0,-1 1 1,1-1-1,-1 1 0,1-1 0,0 1 1,-1 0-1,1 0 0,0 1 0,-1-1 1,1 1-1,-1 0 0,1 0 0,-1 0 1,1 0-1,-1 1 0,0-1 1,0 1-1,1 0 0,2 2 0,6 6-77,0 0 0,0 1-1,19 23 1,-4-3-1041,-13-19-5710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53.605"/>
    </inkml:context>
    <inkml:brush xml:id="br0">
      <inkml:brushProperty name="width" value="0.035" units="cm"/>
      <inkml:brushProperty name="height" value="0.035" units="cm"/>
      <inkml:brushProperty name="color" value="#E71224"/>
    </inkml:brush>
  </inkml:definitions>
  <inkml:trace contextRef="#ctx0" brushRef="#br0">106 226 24575,'-6'0'0,"-1"0"0,1 1 0,0-1 0,0 1 0,0 1 0,1-1 0,-1 1 0,0 0 0,0 0 0,-5 4 0,8-4 0,0-1 0,1 1 0,0 0 0,-1 0 0,1 0 0,0 0 0,0 1 0,0-1 0,0 0 0,1 1 0,-1-1 0,1 1 0,-1 0 0,1 0 0,0-1 0,0 1 0,0 0 0,1 0 0,-1 0 0,1 0 0,-1 0 0,1 4 0,0-5 0,1 1 0,-1-1 0,1 1 0,0-1 0,-1 1 0,1-1 0,0 1 0,0-1 0,1 0 0,-1 0 0,0 1 0,1-1 0,0 0 0,-1 0 0,1 0 0,0-1 0,0 1 0,0 0 0,0-1 0,0 1 0,0-1 0,1 0 0,-1 1 0,0-1 0,1 0 0,-1 0 0,3 0 0,-1 0 0,0 1 0,0-1 0,0 0 0,0 0 0,0-1 0,0 1 0,0-1 0,0 0 0,0 0 0,1-1 0,-1 1 0,0-1 0,0 0 0,0 0 0,0 0 0,7-3 0,-4-2 0,0 0 0,0 0 0,0 0 0,-1-1 0,0 0 0,0 0 0,-1-1 0,0 1 0,0-1 0,-1-1 0,0 1 0,0 0 0,-1-1 0,0 0 0,0 0 0,-1 0 0,1-13 0,2-16 0,-2-1 0,-3-65 0,0 100 0,-1-14 0,0 25 0,-1 30 0,4 10 0,3-1 0,1 0 0,2 0 0,2-1 0,2 0 0,23 55 0,-31-91 0,0 0 0,1 0 0,0-1 0,11 14 0,-15-21 0,0 0 0,0 1 0,0-1 0,1 0 0,-1 0 0,0 1 0,1-1 0,-1 0 0,1-1 0,-1 1 0,1 0 0,-1 0 0,1-1 0,2 2 0,-3-2 0,0-1 0,0 1 0,0 0 0,0 0 0,0-1 0,0 1 0,0 0 0,0-1 0,0 1 0,0-1 0,-1 1 0,1-1 0,0 0 0,0 1 0,-1-1 0,1 0 0,0 1 0,-1-1 0,1 0 0,-1 0 0,1 0 0,-1 1 0,1-1 0,-1 0 0,1 0 0,-1 0 0,0 0 0,1-2 0,1-6 0,0-1 0,0 1 0,-1-1 0,0 0 0,0 1 0,-2-14 0,1 13 0,0-1 0,0 1 0,1 0 0,0-1 0,4-10 0,-5 20 0,0 0 0,0 0 0,1 0 0,-1 0 0,1 0 0,-1 0 0,1 0 0,-1 0 0,1 0 0,-1 0 0,1 0 0,0 0 0,0 0 0,-1 0 0,1 0 0,2 0 0,-3 1 0,1-1 0,-1 1 0,0 0 0,1 0 0,-1 0 0,1 0 0,-1 0 0,1 0 0,-1 1 0,1-1 0,-1 0 0,0 0 0,1 0 0,-1 0 0,1 0 0,-1 1 0,1-1 0,-1 0 0,0 0 0,1 1 0,-1-1 0,0 0 0,1 1 0,-1-1 0,0 0 0,0 1 0,1 0 0,1 2 0,0 0 0,0 1 0,0-1 0,0 1 0,-1 0 0,1 0 0,0 6 0,7 50 0,25-125 0,-31 59 0,0 1 0,0 0 0,1 0 0,0 0 0,0 0 0,0 0 0,1 1 0,-1 0 0,1 0 0,0 0 0,0 0 0,1 1 0,-1 0 0,1 0 0,-1 0 0,1 1 0,0 0 0,0 0 0,0 0 0,0 1 0,0 0 0,1 0 0,-1 1 0,0-1 0,1 1 0,-1 1 0,0-1 0,0 1 0,0 0 0,1 1 0,9 3 0,44 16-1365,-36-12-5461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54.072"/>
    </inkml:context>
    <inkml:brush xml:id="br0">
      <inkml:brushProperty name="width" value="0.035" units="cm"/>
      <inkml:brushProperty name="height" value="0.035" units="cm"/>
      <inkml:brushProperty name="color" value="#E71224"/>
    </inkml:brush>
  </inkml:definitions>
  <inkml:trace contextRef="#ctx0" brushRef="#br0">107 0 24575,'-3'1'0,"0"-1"0,1 1 0,-1 0 0,0 0 0,1 0 0,-1 0 0,1 0 0,-1 0 0,1 1 0,-1 0 0,1-1 0,0 1 0,0 0 0,0 0 0,-3 3 0,-26 36 0,26-33 0,1 1 0,-1 0 0,1 0 0,1 1 0,0-1 0,0 1 0,-3 17 0,6-25 0,0 0 0,-1 0 0,1 0 0,0 0 0,0 0 0,0 1 0,0-1 0,0 0 0,1 0 0,-1 0 0,1 0 0,-1-1 0,1 1 0,0 0 0,0 0 0,-1 0 0,1 0 0,1-1 0,-1 1 0,0 0 0,0-1 0,1 1 0,-1-1 0,0 1 0,1-1 0,0 0 0,-1 0 0,1 1 0,0-1 0,-1 0 0,1-1 0,0 1 0,0 0 0,0 0 0,0-1 0,0 1 0,0-1 0,0 0 0,0 0 0,0 1 0,0-1 0,0 0 0,4-1 0,-1 0 0,0 1 0,-1-1 0,1 0 0,0 0 0,0-1 0,-1 1 0,1-1 0,-1 0 0,1-1 0,-1 1 0,0-1 0,0 1 0,0-1 0,0-1 0,-1 1 0,1 0 0,-1-1 0,6-7 0,28-25 0,-34 34 0,0-1 0,0 1 0,1 0 0,-1 0 0,0 1 0,1-1 0,0 1 0,-1-1 0,1 1 0,0 0 0,-1 1 0,1-1 0,0 1 0,0-1 0,0 1 0,-1 0 0,1 1 0,0-1 0,0 1 0,0-1 0,-1 1 0,6 2 0,-5-1 0,-1 0 0,1 0 0,0 0 0,-1 1 0,0-1 0,0 1 0,0 0 0,0 0 0,0 0 0,0 0 0,-1 1 0,1-1 0,-1 1 0,0 0 0,0-1 0,-1 1 0,1 0 0,-1 0 0,0 0 0,1 5 0,4 45-1365,-5-29-5461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54.290"/>
    </inkml:context>
    <inkml:brush xml:id="br0">
      <inkml:brushProperty name="width" value="0.035" units="cm"/>
      <inkml:brushProperty name="height" value="0.035" units="cm"/>
      <inkml:brushProperty name="color" value="#E71224"/>
    </inkml:brush>
  </inkml:definitions>
  <inkml:trace contextRef="#ctx0" brushRef="#br0">21 0 24575,'-9'0'0,"-3"0"-8191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56.655"/>
    </inkml:context>
    <inkml:brush xml:id="br0">
      <inkml:brushProperty name="width" value="0.035" units="cm"/>
      <inkml:brushProperty name="height" value="0.035" units="cm"/>
      <inkml:brushProperty name="color" value="#E71224"/>
    </inkml:brush>
  </inkml:definitions>
  <inkml:trace contextRef="#ctx0" brushRef="#br0">75 0 24575,'-5'3'0,"0"0"0,0 0 0,1 0 0,-1 0 0,1 1 0,-1-1 0,1 1 0,0 1 0,-6 7 0,7-9 0,1 0 0,0 0 0,-1 1 0,1-1 0,1 0 0,-1 1 0,0 0 0,1-1 0,0 1 0,0 0 0,0 0 0,0-1 0,0 1 0,1 0 0,0 0 0,0 0 0,0 0 0,0 0 0,0 0 0,1 0 0,0 0 0,0-1 0,0 1 0,0 0 0,1 0 0,-1-1 0,1 1 0,0-1 0,0 1 0,5 5 0,0 0 0,1 0 0,0-1 0,1 1 0,0-2 0,0 1 0,0-1 0,1-1 0,0 1 0,13 4 0,0-1 0,1-1 0,-1-1 0,2-1 0,-1-1 0,41 5 0,-48-9 0,-1-1 0,1-1 0,0-1 0,-1 0 0,1-1 0,-1 0 0,0-2 0,0 0 0,23-9 0,-34 12 0,0-2 0,-1 1 0,0 0 0,1-1 0,-1 0 0,0 0 0,0 0 0,-1 0 0,1-1 0,-1 1 0,1-1 0,-1 0 0,0 0 0,-1 0 0,1 0 0,-1-1 0,3-6 0,-2 0 0,0 0 0,-1-1 0,0 1 0,-1-1 0,0 1 0,-2-15 0,1 24 0,0 0 0,0 0 0,0 0 0,0 0 0,0 0 0,1 0 0,-1 1 0,0-1 0,1 0 0,0 0 0,-1 0 0,1 0 0,0 1 0,0-1 0,0 0 0,0 0 0,0 1 0,0-1 0,1 1 0,-1-1 0,0 1 0,4-2 0,-4 2 0,1 1 0,-1-1 0,1 1 0,0 0 0,-1 0 0,1 0 0,0 0 0,-1 0 0,1 0 0,-1 0 0,1 0 0,0 1 0,-1-1 0,1 1 0,-1-1 0,1 1 0,-1 0 0,1-1 0,-1 1 0,0 0 0,1 0 0,-1 0 0,0 0 0,1 0 0,-1 0 0,0 0 0,1 3 0,3 3 0,0 0 0,0 0 0,-1 0 0,-1 1 0,1 0 0,-1 0 0,0 0 0,-1 0 0,0 0 0,0 1 0,-1-1 0,0 0 0,-1 1 0,1-1 0,-2 10 0,1-12 0,-1-1 0,0 1 0,0-1 0,0 1 0,0-1 0,-1 0 0,0 1 0,0-1 0,-1 0 0,-4 8 0,5-10 0,0-1 0,0 0 0,0 0 0,-1 1 0,1-1 0,0-1 0,-1 1 0,1 0 0,-1-1 0,0 1 0,1-1 0,-1 0 0,0 0 0,0 0 0,0 0 0,0 0 0,0-1 0,0 1 0,0-1 0,-4 0 0,4 0 0,0-1 0,1 1 0,-1-1 0,1 1 0,-1-1 0,1 0 0,0 0 0,-1 0 0,1-1 0,0 1 0,0 0 0,0-1 0,0 1 0,0-1 0,0 0 0,0 0 0,0 0 0,1 0 0,-1 0 0,1 0 0,0 0 0,-1 0 0,1-1 0,0 1 0,0-1 0,0 1 0,1 0 0,-1-1 0,0-4 0,0 3 0,0 0 0,0 0 0,1-1 0,-1 1 0,1 0 0,0-1 0,1 1 0,-1-1 0,1 1 0,-1 0 0,1 0 0,1-1 0,-1 1 0,0 0 0,1 0 0,4-7 0,-2 6 0,1 1 0,-1 0 0,1 0 0,0 1 0,0-1 0,0 1 0,0 0 0,1 1 0,-1-1 0,1 1 0,-1 0 0,1 0 0,0 1 0,9-2 0,10 0 0,1 1 0,27 1 0,-32 1 0,16 0 0,0 2 0,0 1 0,0 2 0,0 2 0,37 11 0,-68-16 0,1 0 0,-1 0 0,1-1 0,0 0 0,0 0 0,8-1 0,-13 0 0,0 0 0,0 0 0,1-1 0,-1 0 0,0 1 0,0-1 0,1 0 0,-1 0 0,0 0 0,0 0 0,0 0 0,0-1 0,0 1 0,-1-1 0,1 1 0,0-1 0,-1 0 0,1 1 0,-1-1 0,3-4 0,-4 6 0,0-1 0,0 1 0,0-1 0,0 0 0,1 1 0,-1-1 0,0 1 0,0-1 0,1 1 0,-1-1 0,1 1 0,-1-1 0,0 1 0,1-1 0,-1 1 0,1-1 0,-1 1 0,1 0 0,-1-1 0,1 1 0,-1 0 0,1-1 0,0 1 0,-1 0 0,1 0 0,-1 0 0,1-1 0,0 1 0,0 0 0,2 18 0,-1 3 0,-1-19 0,-1 0 0,0 1 0,1-1 0,0 1 0,-1-1 0,1 0 0,0 0 0,0 1 0,0-1 0,1 0 0,-1 0 0,0 0 0,1 0 0,-1 0 0,1-1 0,0 1 0,0 0 0,-1-1 0,5 3 0,-4-4 0,0 1 0,0-1 0,1 0 0,-1 1 0,0-1 0,1 0 0,-1 0 0,0-1 0,1 1 0,-1 0 0,0-1 0,0 0 0,0 1 0,1-1 0,-1 0 0,0 0 0,0 0 0,0 0 0,0-1 0,0 1 0,1-2 0,66-51 0,-58 43 0,1 0 0,1 1 0,-1 0 0,1 2 0,1-1 0,0 2 0,0-1 0,1 2 0,25-8 0,-7 9-18,1 1-1,-1 2 1,1 2-1,40 3 1,-7 0-1255,-40-2-5553</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17.941"/>
    </inkml:context>
    <inkml:brush xml:id="br0">
      <inkml:brushProperty name="width" value="0.035" units="cm"/>
      <inkml:brushProperty name="height" value="0.035" units="cm"/>
      <inkml:brushProperty name="color" value="#E71224"/>
    </inkml:brush>
  </inkml:definitions>
  <inkml:trace contextRef="#ctx0" brushRef="#br0">1 1 24575,'4'0'0,"16"0"0,18 0 0,16 0 0,22 0 0,17 0 0,10 0 0,11 4 0,19 3 0,9-1 0,12-1 0,-5-2 0,-15-1 0,-16 0 0,-24-2 0,-23 0 0,-19 0 0,-18-1-8191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18.657"/>
    </inkml:context>
    <inkml:brush xml:id="br0">
      <inkml:brushProperty name="width" value="0.035" units="cm"/>
      <inkml:brushProperty name="height" value="0.035" units="cm"/>
      <inkml:brushProperty name="color" value="#E71224"/>
    </inkml:brush>
  </inkml:definitions>
  <inkml:trace contextRef="#ctx0" brushRef="#br0">0 793 24575,'1'-4'0,"-1"-1"0,1 1 0,0 0 0,0 0 0,1 0 0,-1 0 0,1 0 0,3-6 0,4-8 0,120-257 0,-96 216 0,3 1 0,62-79 0,-82 118 0,69-78 0,-74 86 0,1-1 0,1 2 0,-1 0 0,2 0 0,22-11 0,-32 18 6,0 2 0,1-1-1,-1 1 1,1-1-1,-1 1 1,1 0 0,-1 1-1,1-1 1,0 1 0,-1 0-1,1 0 1,0 0-1,-1 1 1,1-1 0,-1 1-1,1 1 1,-1-1 0,6 2-1,3 4-226,0 0 0,0 1 0,0 0 0,13 12 0,-18-14-146,21 17-6459</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19.123"/>
    </inkml:context>
    <inkml:brush xml:id="br0">
      <inkml:brushProperty name="width" value="0.035" units="cm"/>
      <inkml:brushProperty name="height" value="0.035" units="cm"/>
      <inkml:brushProperty name="color" value="#E71224"/>
    </inkml:brush>
  </inkml:definitions>
  <inkml:trace contextRef="#ctx0" brushRef="#br0">1 1 24575,'9'4'0,"8"25"0,5 21 0,-1 21 0,1 2 0,-4-2 0,1 2 0,-5-4 0,-3-8 0,1-29 0,-2-19-8191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19.418"/>
    </inkml:context>
    <inkml:brush xml:id="br0">
      <inkml:brushProperty name="width" value="0.035" units="cm"/>
      <inkml:brushProperty name="height" value="0.035" units="cm"/>
      <inkml:brushProperty name="color" value="#E71224"/>
    </inkml:brush>
  </inkml:definitions>
  <inkml:trace contextRef="#ctx0" brushRef="#br0">1 0 24575,'0'14'0,"4"18"0,7 22 0,10 12 0,6 2 0,-1 5 0,0 3 0,-6-7 0,-5-5 0,-6-10 0,-3-9 0,-4-7 0,-2-7 0,-5-7 0,-3-8-8191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19.712"/>
    </inkml:context>
    <inkml:brush xml:id="br0">
      <inkml:brushProperty name="width" value="0.035" units="cm"/>
      <inkml:brushProperty name="height" value="0.035" units="cm"/>
      <inkml:brushProperty name="color" value="#E71224"/>
    </inkml:brush>
  </inkml:definitions>
  <inkml:trace contextRef="#ctx0" brushRef="#br0">1 110 24575,'9'-5'0,"8"-1"0,14-4 0,12-6 0,7 1 0,5-3 0,1 3 0,-3 3 0,-7 4 0,-10 4-8191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20.270"/>
    </inkml:context>
    <inkml:brush xml:id="br0">
      <inkml:brushProperty name="width" value="0.035" units="cm"/>
      <inkml:brushProperty name="height" value="0.035" units="cm"/>
      <inkml:brushProperty name="color" value="#E71224"/>
    </inkml:brush>
  </inkml:definitions>
  <inkml:trace contextRef="#ctx0" brushRef="#br0">5 272 24575,'13'0'0,"0"0"0,1-1 0,-1-1 0,0 0 0,0-1 0,0 0 0,13-6 0,-22 7 0,1 0 0,-1 0 0,1-1 0,-1 1 0,0-1 0,0 0 0,0 0 0,0-1 0,-1 1 0,1-1 0,-1 0 0,0 0 0,0 0 0,0 0 0,-1 0 0,1-1 0,-1 1 0,0-1 0,0 0 0,-1 1 0,2-9 0,-1 4 0,-2 0 0,1 1 0,-1-1 0,0 0 0,-1 0 0,0 0 0,0 0 0,-1 1 0,0-1 0,0 1 0,-5-11 0,6 16 0,-1 0 0,1 0 0,-1 0 0,1 0 0,-1 1 0,0-1 0,0 0 0,0 1 0,-1 0 0,1-1 0,0 1 0,-1 0 0,0 0 0,1 0 0,-1 1 0,0-1 0,0 0 0,0 1 0,0 0 0,0 0 0,0 0 0,0 0 0,-1 0 0,1 1 0,0 0 0,0-1 0,-1 1 0,1 0 0,0 1 0,-1-1 0,1 0 0,-6 2 0,5 0 0,0 0 0,-1 0 0,1 0 0,0 1 0,0-1 0,0 1 0,1 0 0,-1 0 0,1 0 0,-1 0 0,1 1 0,0-1 0,1 1 0,-1 0 0,0 0 0,1 0 0,0 0 0,0 0 0,0 1 0,1-1 0,-1 1 0,0 5 0,-3 12 0,1 0 0,0 1 0,1 25 0,1-30 0,2 0 0,0-1 0,1 1 0,1 0 0,1-1 0,0 1 0,8 21 0,-9-33 0,0 0 0,1-1 0,0 1 0,0-1 0,0 1 0,0-1 0,1 0 0,0 0 0,0-1 0,0 1 0,1-1 0,0 0 0,0 0 0,0 0 0,0-1 0,0 1 0,1-2 0,-1 1 0,1 0 0,0-1 0,0 0 0,0 0 0,12 1 0,4-1-682,37 0-1,-35-3-6143</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20.906"/>
    </inkml:context>
    <inkml:brush xml:id="br0">
      <inkml:brushProperty name="width" value="0.035" units="cm"/>
      <inkml:brushProperty name="height" value="0.035" units="cm"/>
      <inkml:brushProperty name="color" value="#E71224"/>
    </inkml:brush>
  </inkml:definitions>
  <inkml:trace contextRef="#ctx0" brushRef="#br0">142 1 24575,'-5'0'0,"-1"0"0,1 0 0,-1 1 0,1-1 0,-1 1 0,1 1 0,0-1 0,0 1 0,-1 0 0,1 0 0,0 0 0,0 1 0,1-1 0,-7 6 0,6-3 0,1-1 0,0 1 0,0 0 0,0 0 0,1 0 0,0 0 0,0 1 0,0 0 0,1-1 0,-1 1 0,1 0 0,-1 10 0,-2 4 0,1 0 0,1 1 0,1-1 0,1 27 0,1-40 0,1 1 0,0-1 0,1 0 0,-1 1 0,1-1 0,5 11 0,-6-14 0,1-1 0,0 0 0,0 1 0,0-1 0,0 0 0,1-1 0,-1 1 0,1 0 0,0-1 0,0 1 0,-1-1 0,1 0 0,1 0 0,3 2 0,-5-3 0,0 0 0,0 0 0,0 0 0,0 0 0,0 0 0,0-1 0,1 1 0,-1-1 0,0 1 0,0-1 0,1 0 0,-1 0 0,0 0 0,0 0 0,1-1 0,-1 1 0,0 0 0,0-1 0,1 0 0,-1 1 0,3-3 0,-2 1 0,-1 0 0,1 0 0,-1 0 0,0-1 0,0 1 0,0 0 0,0-1 0,0 0 0,-1 1 0,1-1 0,-1 0 0,1 0 0,0-5 0,2-6 0,-1 0 0,0 0 0,-2-1 0,1 1 0,-2-22 0,0 36 0,0-1 0,0 0 0,-1 0 0,1 0 0,0 0 0,0 0 0,0 1 0,0-1 0,1 0 0,-1 0 0,0 0 0,0 0 0,0 0 0,1 1 0,-1-1 0,0 0 0,1 0 0,-1 0 0,2-1 0,-2 2 0,1 0 0,0 1 0,-1-1 0,1 0 0,-1 0 0,1 0 0,-1 1 0,1-1 0,-1 0 0,1 1 0,-1-1 0,1 0 0,-1 1 0,1-1 0,-1 1 0,0-1 0,1 0 0,-1 1 0,0-1 0,1 1 0,-1 0 0,26 44 0,-21-35 0,12 23 0,21 49 0,-37-77-170,1-1-1,-1 0 0,1 0 1,1 0-1,-1-1 0,0 1 1,7 6-1,3 1-6655</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21.622"/>
    </inkml:context>
    <inkml:brush xml:id="br0">
      <inkml:brushProperty name="width" value="0.035" units="cm"/>
      <inkml:brushProperty name="height" value="0.035" units="cm"/>
      <inkml:brushProperty name="color" value="#E71224"/>
    </inkml:brush>
  </inkml:definitions>
  <inkml:trace contextRef="#ctx0" brushRef="#br0">168 584 24575,'-5'0'0,"-1"1"0,1 0 0,-1 0 0,1 1 0,0-1 0,0 1 0,0 0 0,0 1 0,0-1 0,0 1 0,0 0 0,1 0 0,0 1 0,-1-1 0,1 1 0,0 0 0,1 0 0,-1 0 0,1 0 0,0 1 0,0 0 0,0-1 0,-2 6 0,-4 9 0,1-1 0,0 2 0,2-1 0,-9 38 0,10-29 0,-4 43 0,8-64 0,1 0 0,0 0 0,0 0 0,1 0 0,0 0 0,0 0 0,1 0 0,0 0 0,0 0 0,0 0 0,6 10 0,-7-15 0,0-1 0,0 1 0,0 0 0,0-1 0,0 0 0,1 1 0,-1-1 0,0 0 0,1 0 0,-1 0 0,0 1 0,1-1 0,0-1 0,-1 1 0,1 0 0,0 0 0,-1-1 0,1 1 0,0-1 0,-1 1 0,1-1 0,0 0 0,2 1 0,-1-2 0,0 1 0,-1-1 0,1 0 0,0 0 0,0 0 0,0 0 0,-1 0 0,1-1 0,0 1 0,-1-1 0,0 1 0,5-5 0,2-3 0,0 0 0,0-1 0,-1 0 0,0-1 0,8-15 0,-4 1 0,-1 0 0,-1 0 0,-1-1 0,-1 0 0,-2 0 0,6-52 0,-6 14 0,-6-117 0,-4 127 0,-2-1 0,-3 1 0,-2 1 0,-32-95 0,39 137 0,-11-27 0,14 36 0,0 0 0,0 0 0,0 0 0,0 0 0,0 0 0,-1 1 0,1-1 0,0 0 0,-1 1 0,1-1 0,-1 1 0,0 0 0,1 0 0,-3-2 0,3 3 0,1 0 0,-1 0 0,1 0 0,-1 0 0,1 0 0,-1 0 0,1 0 0,-1 0 0,1 1 0,-1-1 0,1 0 0,-1 0 0,1 0 0,0 0 0,-1 1 0,1-1 0,-1 0 0,1 0 0,-1 1 0,1-1 0,0 0 0,-1 1 0,1-1 0,0 1 0,-1-1 0,1 0 0,0 1 0,0-1 0,-1 1 0,1-1 0,0 1 0,0-1 0,0 1 0,-1-1 0,1 1 0,0 0 0,-2 7 0,-1 0 0,1 0 0,1 1 0,0-1 0,0 0 0,0 1 0,1-1 0,1 12 0,14 74 0,-9-62 0,81 358 0,-64-315 0,3 0 0,4-2 0,42 74 0,-71-144-68,0 0 0,1-1-1,-1 1 1,1-1 0,0 1 0,0-1-1,0 0 1,0 0 0,0 0 0,0 0-1,1 0 1,-1 0 0,1-1 0,-1 1-1,1-1 1,0 0 0,-1 0 0,1 0-1,3 1 1,11 0-6758</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22.960"/>
    </inkml:context>
    <inkml:brush xml:id="br0">
      <inkml:brushProperty name="width" value="0.035" units="cm"/>
      <inkml:brushProperty name="height" value="0.035" units="cm"/>
      <inkml:brushProperty name="color" value="#E71224"/>
    </inkml:brush>
  </inkml:definitions>
  <inkml:trace contextRef="#ctx0" brushRef="#br0">139 0 24575,'-5'1'0,"1"0"0,-1 0 0,1 0 0,0 0 0,-1 1 0,1-1 0,0 1 0,0 0 0,0 1 0,0-1 0,0 1 0,1-1 0,-1 1 0,1 0 0,0 0 0,-5 7 0,1-2 0,0 1 0,1 0 0,0 0 0,0 0 0,-7 20 0,8-13 0,0 0 0,1 0 0,1 1 0,1-1 0,1 1 0,0 0 0,1-1 0,0 1 0,2-1 0,0 1 0,0-1 0,8 22 0,-5-19 0,2 1 0,0-1 0,2-1 0,0 0 0,0 0 0,2-1 0,0 0 0,1 0 0,25 24 0,-32-35 0,1-2 0,-1 1 0,1-1 0,0 0 0,0 0 0,1 0 0,-1-1 0,1 0 0,0-1 0,0 1 0,0-1 0,0 0 0,0-1 0,0 0 0,0 0 0,0 0 0,1-1 0,-1 0 0,0-1 0,1 0 0,-1 0 0,0 0 0,0-1 0,0 0 0,0 0 0,0-1 0,-1 0 0,1 0 0,-1 0 0,0-1 0,1 0 0,-2 0 0,1-1 0,0 0 0,-1 0 0,0 0 0,6-9 0,2-3 0,-1 0 0,-1 0 0,0-2 0,-2 1 0,0-1 0,-1 0 0,-1-1 0,-1 0 0,-1 0 0,0-1 0,-2 1 0,0-1 0,-1 0 0,-1 0 0,-1 0 0,-5-34 0,4 48 8,-1-1 0,0 1 0,0 0 0,-1 0 0,0 0 0,0 0 0,0 0 0,-1 0 0,0 1 0,0 0 0,-1 0 0,0 0 0,0 0 0,-11-9 0,8 10-132,0 0 0,0 0 1,0 1-1,0 0 0,-1 1 0,1-1 1,-1 2-1,0-1 0,0 1 0,0 1 1,-16-2-1,-12 2-6702</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24.094"/>
    </inkml:context>
    <inkml:brush xml:id="br0">
      <inkml:brushProperty name="width" value="0.035" units="cm"/>
      <inkml:brushProperty name="height" value="0.035" units="cm"/>
      <inkml:brushProperty name="color" value="#E71224"/>
    </inkml:brush>
  </inkml:definitions>
  <inkml:trace contextRef="#ctx0" brushRef="#br0">364 209 24575,'-1'-2'0,"1"0"0,0-1 0,-1 1 0,0 0 0,1 0 0,-1-1 0,0 1 0,0 0 0,0 0 0,0 0 0,0 0 0,-1 0 0,1 0 0,-1 0 0,1 1 0,-1-1 0,0 0 0,0 1 0,1-1 0,-1 1 0,0 0 0,0 0 0,0 0 0,-1 0 0,1 0 0,0 0 0,0 0 0,-1 0 0,1 1 0,0 0 0,0-1 0,-4 1 0,3-1 0,0 1 0,0 0 0,0 0 0,0 0 0,1 0 0,-1 0 0,0 1 0,0-1 0,0 1 0,0 0 0,1-1 0,-1 1 0,0 1 0,0-1 0,1 0 0,-1 1 0,1-1 0,0 1 0,-1 0 0,1 0 0,0 0 0,0 0 0,0 0 0,0 0 0,0 0 0,-2 4 0,0 6 0,1-1 0,0 0 0,1 1 0,0-1 0,1 1 0,0 0 0,0 0 0,1-1 0,1 1 0,3 16 0,2 9 0,22 68 0,61 110 0,-11-33 0,-76-177 0,1 4 0,0 1 0,0 0 0,-1 0 0,2 12 0,-4-20 0,1 0 0,-1-1 0,0 1 0,0 0 0,0-1 0,0 1 0,0-1 0,-1 1 0,1 0 0,-1-1 0,1 1 0,-1-1 0,1 1 0,-1 0 0,0-1 0,1 0 0,-1 1 0,0-1 0,0 1 0,0-1 0,0 0 0,-1 0 0,1 0 0,0 0 0,0 0 0,-1 0 0,1 0 0,-1 0 0,1 0 0,-1 0 0,1-1 0,-1 1 0,-1 0 0,-3 0 0,1-1 0,-1 1 0,1-1 0,-1 0 0,0 0 0,1-1 0,-1 0 0,1 0 0,-1 0 0,1 0 0,-6-3 0,-60-29 0,61 28 0,-19-10 0,1-2 0,1 0 0,0-2 0,-24-23 0,41 34 0,1-1 0,0 0 0,1 0 0,0-1 0,0 0 0,1-1 0,0 1 0,1-2 0,0 1 0,1 0 0,0-1 0,1 0 0,-4-18 0,7 27 0,1 0 0,0-1 0,0 1 0,0 0 0,0-1 0,0 1 0,0 0 0,1-1 0,0 1 0,0 0 0,0 0 0,0-1 0,0 1 0,1 0 0,-1 0 0,1 0 0,0 1 0,-1-1 0,2 0 0,-1 1 0,0-1 0,0 1 0,1-1 0,-1 1 0,1 0 0,4-2 0,5-3 0,0 1 0,1 1 0,0 0 0,0 1 0,16-4 0,-8 3 0,236-60 0,-237 58 0,0-1 0,0-1 0,-1-1 0,0 0 0,0-2 0,24-19 0,-17 9 0,-2 0 0,0-2 0,30-38 0,-45 49 0,0 0 0,-1-1 0,0 0 0,-1-1 0,6-16 0,-10 22 0,0 0 0,0 0 0,-1 0 0,0 0 0,-1 0 0,0-1 0,-1 1 0,0 0 0,0-1 0,-2-9 0,2 17 0,0 0 0,-1 0 0,1-1 0,0 1 0,-1 0 0,0 0 0,0 0 0,1-1 0,-1 1 0,0 0 0,0 0 0,-1 0 0,1 0 0,0 1 0,-1-1 0,1 0 0,-1 1 0,0-1 0,1 1 0,-1-1 0,0 1 0,0 0 0,0-1 0,0 1 0,0 0 0,0 0 0,0 1 0,0-1 0,-1 0 0,1 1 0,0-1 0,0 1 0,-1 0 0,1 0 0,0 0 0,-1 0 0,1 0 0,0 0 0,0 1 0,-1-1 0,1 1 0,0-1 0,0 1 0,-4 2 0,-2 0 0,0 1 0,0 0 0,1 1 0,-1 0 0,1 0 0,0 0 0,0 1 0,1 0 0,0 0 0,-9 11 0,2 4 0,1 0 0,1 1 0,1 0 0,0 1 0,2 0 0,1 1 0,-7 34 0,9-29 0,1 1 0,2 0 0,0 0 0,3 0 0,5 53 0,-1-57 0,1 0 0,2 0 0,0 0 0,16 33 0,59 92 0,-82-150 0,0 0 0,-1 0 0,1 1 0,0-1 0,0 1 0,-1-1 0,1 1 0,-1-1 0,1 1 0,-1-1 0,0 1 0,0-1 0,1 1 0,-1-1 0,0 1 0,0 0 0,-1-1 0,1 1 0,0-1 0,0 1 0,-1-1 0,1 1 0,-1-1 0,1 1 0,-2 2 0,0-2 0,-1 0 0,1 0 0,0 0 0,0 0 0,-1 0 0,1 0 0,-1 0 0,0-1 0,0 1 0,1-1 0,-1 0 0,-4 1 0,-10 3 0,1-2 0,-1 0 0,-27 1 0,43-4 0,-19 2-112,2 0-44,-1-1-1,1 0 0,-1-1 1,1-1-1,-1-1 0,1-1 1,-19-5-1,9-4-6669</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24.499"/>
    </inkml:context>
    <inkml:brush xml:id="br0">
      <inkml:brushProperty name="width" value="0.035" units="cm"/>
      <inkml:brushProperty name="height" value="0.035" units="cm"/>
      <inkml:brushProperty name="color" value="#E71224"/>
    </inkml:brush>
  </inkml:definitions>
  <inkml:trace contextRef="#ctx0" brushRef="#br0">0 0 24575,'5'0'0,"10"0"0,3 5 0,3 10 0,3 8 0,1-1 0,-3 2 0,-6 0 0,-5 1 0,-4 1 0,-4 0 0,-7-3 0,-12-7 0,-3-5-8191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24.686"/>
    </inkml:context>
    <inkml:brush xml:id="br0">
      <inkml:brushProperty name="width" value="0.035" units="cm"/>
      <inkml:brushProperty name="height" value="0.035" units="cm"/>
      <inkml:brushProperty name="color" value="#E71224"/>
    </inkml:brush>
  </inkml:definitions>
  <inkml:trace contextRef="#ctx0" brushRef="#br0">0 1 24575,'5'0'0,"6"0"0,0 5 0,4 15 0,4 13 0,-1 1-8191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2:25.407"/>
    </inkml:context>
    <inkml:brush xml:id="br0">
      <inkml:brushProperty name="width" value="0.035" units="cm"/>
      <inkml:brushProperty name="height" value="0.035" units="cm"/>
      <inkml:brushProperty name="color" value="#E71224"/>
    </inkml:brush>
  </inkml:definitions>
  <inkml:trace contextRef="#ctx0" brushRef="#br0">188 115 24575,'-11'-1'0,"1"2"0,0-1 0,0 1 0,0 1 0,0 0 0,1 0 0,-20 8 0,24-7 0,-1 0 0,1 0 0,0 0 0,1 1 0,-1 0 0,0 0 0,1 0 0,0 0 0,0 1 0,0 0 0,1 0 0,0 0 0,0 0 0,-5 10 0,4-7 0,1 1 0,0 0 0,0 0 0,1 0 0,0 0 0,1 0 0,0 0 0,0 16 0,1-21 0,0-1 0,0 1 0,1-1 0,-1 0 0,1 1 0,0-1 0,0 0 0,1 1 0,-1-1 0,0 0 0,1 0 0,0 0 0,0 0 0,0 0 0,0-1 0,0 1 0,1 0 0,-1-1 0,1 0 0,-1 0 0,1 1 0,0-2 0,0 1 0,0 0 0,0 0 0,6 1 0,0 0 0,1-1 0,-1-1 0,1 1 0,0-1 0,0-1 0,-1 0 0,1 0 0,0-1 0,-1-1 0,1 1 0,0-1 0,-1-1 0,0 0 0,15-6 0,-7 1 0,-1 0 0,0-1 0,0-1 0,-1 0 0,0-1 0,26-25 0,-34 28 0,0-1 0,0 1 0,-1-2 0,0 1 0,0 0 0,-1-1 0,-1 0 0,0-1 0,5-14 0,-7 18 0,-1 0 0,1 0 0,-1 0 0,0 0 0,-1 0 0,0 0 0,0-1 0,-1 1 0,1 0 0,-2 0 0,1 0 0,-1 0 0,0 1 0,0-1 0,-6-10 0,6 14 0,0 0 0,0 0 0,-1 0 0,1 0 0,-1 1 0,0-1 0,0 1 0,0 0 0,0 0 0,0 0 0,0 0 0,-1 0 0,1 1 0,-1-1 0,1 1 0,-1 0 0,1 0 0,-1 0 0,0 1 0,-4-1 0,4 1 0,1 0 0,0 0 0,0 0 0,0 0 0,0 0 0,0 1 0,0 0 0,0-1 0,0 1 0,0 0 0,0 0 0,0 1 0,0-1 0,0 1 0,1-1 0,-1 1 0,1 0 0,-1 0 0,1 0 0,0 0 0,0 0 0,0 1 0,0-1 0,-2 4 0,0 3 0,0 0 0,1 0 0,0 0 0,0 1 0,1 0 0,0-1 0,1 1 0,0 0 0,1 0 0,0 0 0,0-1 0,1 1 0,4 18 0,-2-13 0,1-1 0,1 0 0,0 0 0,1 0 0,0-1 0,1 1 0,1-1 0,13 18 0,-13-23 0,0 1 0,0-1 0,1 0 0,0-1 0,0 0 0,1 0 0,17 8 0,-21-12 0,0 0 0,0 0 0,0-1 0,0 0 0,1 0 0,-1-1 0,0 0 0,1 0 0,-1 0 0,1-1 0,-1 0 0,1 0 0,-1 0 0,1-1 0,6-2 0,7-7-1365,-7-3-5461</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58.848"/>
    </inkml:context>
    <inkml:brush xml:id="br0">
      <inkml:brushProperty name="width" value="0.035" units="cm"/>
      <inkml:brushProperty name="height" value="0.035" units="cm"/>
      <inkml:brushProperty name="color" value="#E71224"/>
    </inkml:brush>
  </inkml:definitions>
  <inkml:trace contextRef="#ctx0" brushRef="#br0">0 2 24575,'212'-1'0,"232"3"0,-235 11 0,68 1 0,1883-15 0,-2120 3 0,54 9 0,26 2 0,361-11 68,-244-3-1501,-215 1-5393</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3:59.862"/>
    </inkml:context>
    <inkml:brush xml:id="br0">
      <inkml:brushProperty name="width" value="0.035" units="cm"/>
      <inkml:brushProperty name="height" value="0.035" units="cm"/>
      <inkml:brushProperty name="color" value="#E71224"/>
    </inkml:brush>
  </inkml:definitions>
  <inkml:trace contextRef="#ctx0" brushRef="#br0">0 56 24575,'9'0'0,"13"0"0,20 0 0,12-4 0,12-2 0,-2 0 0,-2-3 0,-7-1 0,-9 2 0,-7 3 0,-5 1 0,-5 2 0,-2 1 0,3 1 0,2 0 0,-5 0-8191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0.829"/>
    </inkml:context>
    <inkml:brush xml:id="br0">
      <inkml:brushProperty name="width" value="0.035" units="cm"/>
      <inkml:brushProperty name="height" value="0.035" units="cm"/>
      <inkml:brushProperty name="color" value="#E71224"/>
    </inkml:brush>
  </inkml:definitions>
  <inkml:trace contextRef="#ctx0" brushRef="#br0">169 19 24575,'-1'-1'0,"1"0"0,0 0 0,0 0 0,-1 1 0,1-1 0,-1 0 0,1 0 0,-1 0 0,1 0 0,-1 0 0,1 1 0,-1-1 0,0 0 0,1 0 0,-1 1 0,0-1 0,0 1 0,1-1 0,-1 1 0,0-1 0,0 1 0,0-1 0,0 1 0,0 0 0,0-1 0,0 1 0,0 0 0,0 0 0,0 0 0,0-1 0,-1 1 0,-33 1 0,29 2 0,1-1 0,-1 1 0,1-1 0,-1 2 0,1-1 0,0 0 0,0 1 0,0 0 0,0 0 0,1 1 0,0-1 0,0 1 0,0 0 0,0 0 0,1 0 0,0 1 0,0-1 0,0 1 0,1 0 0,0-1 0,-3 12 0,1 0 0,0 0 0,1 0 0,0 0 0,2 1 0,0-1 0,3 30 0,-2-44 0,1 0 0,0 1 0,0-1 0,0 0 0,0 0 0,1 0 0,-1 0 0,1 0 0,0 0 0,0 0 0,0 0 0,0-1 0,0 1 0,1-1 0,-1 1 0,1-1 0,-1 0 0,1 0 0,0 0 0,0-1 0,0 1 0,0 0 0,0-1 0,1 0 0,-1 0 0,0 0 0,0 0 0,1-1 0,-1 1 0,1-1 0,4 0 0,-1 1 0,0-1 0,0 0 0,0 0 0,-1-1 0,1 0 0,0 0 0,0 0 0,-1-1 0,1 0 0,-1 0 0,1-1 0,-1 0 0,0 0 0,0 0 0,6-6 0,-2-1 0,-1-1 0,0 0 0,-1 0 0,0-1 0,-1 0 0,0 0 0,7-20 0,20-33 0,-32 62 0,0 0 0,0 0 0,0 0 0,0 0 0,1 0 0,-1 0 0,1 1 0,0-1 0,0 1 0,0 0 0,0 0 0,0 0 0,1 0 0,-1 0 0,0 1 0,1-1 0,0 1 0,-1 0 0,1 0 0,-1 1 0,1-1 0,0 1 0,0-1 0,-1 1 0,1 0 0,0 1 0,0-1 0,-1 1 0,1 0 0,0-1 0,-1 2 0,1-1 0,-1 0 0,1 1 0,-1-1 0,0 1 0,1 0 0,-1 0 0,0 1 0,0-1 0,4 5 0,1 1 0,0 1 0,0-1 0,-1 1 0,0 1 0,0 0 0,-1-1 0,-1 2 0,0-1 0,0 1 0,-1 0 0,0 0 0,-1 0 0,0 0 0,-1 1 0,-1-1 0,2 17 0,-4-26 0,1 0 0,0 1 0,0-1 0,-1 0 0,1 1 0,-1-1 0,0 0 0,0 0 0,1 1 0,-1-1 0,-1 0 0,1 0 0,0 0 0,-1 0 0,1-1 0,-1 1 0,1 0 0,-1 0 0,-3 2 0,2-2 0,-1 0 0,1 0 0,-1-1 0,0 1 0,0-1 0,0 1 0,1-1 0,-1 0 0,0-1 0,-8 2 0,6-2 0,1 0 0,-1 0 0,1 0 0,0-1 0,-1 1 0,1-1 0,0-1 0,0 1 0,0-1 0,-1 0 0,2 0 0,-1 0 0,0-1 0,0 1 0,1-1 0,-1 0 0,-6-7 0,9 8 7,0-1-1,1 1 0,-1 0 0,1-1 1,0 1-1,0-1 0,0 1 1,0-1-1,0 0 0,0 1 1,1-1-1,0 0 0,-1 0 0,1 1 1,0-1-1,0 0 0,0 0 1,1-4-1,1 2-141,-1 0 0,1 1 0,-1 0 0,1-1 0,0 1 0,1 0 0,-1 0 0,1 0 0,0 0 0,4-4 0,8-7-6691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1.357"/>
    </inkml:context>
    <inkml:brush xml:id="br0">
      <inkml:brushProperty name="width" value="0.035" units="cm"/>
      <inkml:brushProperty name="height" value="0.035" units="cm"/>
      <inkml:brushProperty name="color" value="#E71224"/>
    </inkml:brush>
  </inkml:definitions>
  <inkml:trace contextRef="#ctx0" brushRef="#br0">1 0 24575,'0'9'0,"0"13"0,0 16 0,4 5 0,2 6 0,0 4 0,3-4 0,1-5 0,-3-5 0,4-9 0,-2-6 0,-1-2 0,-2 1 0,2-5 0,4-5 0,1-5-8191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1.888"/>
    </inkml:context>
    <inkml:brush xml:id="br0">
      <inkml:brushProperty name="width" value="0.035" units="cm"/>
      <inkml:brushProperty name="height" value="0.035" units="cm"/>
      <inkml:brushProperty name="color" value="#E71224"/>
    </inkml:brush>
  </inkml:definitions>
  <inkml:trace contextRef="#ctx0" brushRef="#br0">34 194 24575,'0'-9'0,"-1"-7"0,1 0 0,1 0 0,1 0 0,5-25 0,-5 37 0,-1 0 0,0 0 0,1 0 0,0 0 0,0 0 0,0 1 0,0-1 0,1 1 0,0-1 0,-1 1 0,1 0 0,0 0 0,0 0 0,1 0 0,-1 1 0,1-1 0,-1 1 0,1 0 0,0 0 0,0 0 0,0 1 0,5-2 0,-1 0 0,0 1 0,0 1 0,1-1 0,-1 1 0,0 1 0,1-1 0,8 2 0,-14-1 0,0 1 0,0-1 0,0 1 0,0 0 0,-1 0 0,1 0 0,0 0 0,0 0 0,0 1 0,-1-1 0,1 1 0,-1 0 0,1 0 0,-1-1 0,0 2 0,0-1 0,0 0 0,0 0 0,0 1 0,0-1 0,-1 1 0,2 2 0,4 10 0,-1-1 0,-1 1 0,5 27 0,-8-34 0,-1-1 0,0 2 0,0-1 0,-1 0 0,0 0 0,0 0 0,-1 0 0,-3 16 0,3-22 0,-1 1 0,1-1 0,0 1 0,-1-1 0,0 0 0,1 1 0,-1-1 0,0 0 0,0 0 0,0 0 0,-1-1 0,1 1 0,0 0 0,-1-1 0,1 1 0,-1-1 0,1 0 0,-1 0 0,0 0 0,1 0 0,-1 0 0,0-1 0,0 1 0,-4-1 0,-9 2 0,-1-2 0,1 0 0,-19-2 0,11 0 0,16 2 0,1 0 0,0-1 0,-1 0 0,1-1 0,0 1 0,0-1 0,0-1 0,-9-4 0,13 6 0,1 0 0,0-1 0,0 1 0,0-1 0,0 0 0,0 0 0,0 0 0,1 0 0,-1 0 0,0 0 0,1 0 0,0 0 0,-1-1 0,1 1 0,0 0 0,0-1 0,1 1 0,-1-1 0,0 0 0,1 1 0,-1-1 0,1 1 0,0-1 0,0 0 0,0 1 0,0-1 0,1-3 0,1-1-227,0 0-1,0 0 1,0 0-1,1 0 1,7-11-1,3-6-6598</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2.742"/>
    </inkml:context>
    <inkml:brush xml:id="br0">
      <inkml:brushProperty name="width" value="0.035" units="cm"/>
      <inkml:brushProperty name="height" value="0.035" units="cm"/>
      <inkml:brushProperty name="color" value="#E71224"/>
    </inkml:brush>
  </inkml:definitions>
  <inkml:trace contextRef="#ctx0" brushRef="#br0">0 88 24575,'0'184'0,"0"-197"0,1 0 0,0 0 0,1 0 0,1 0 0,6-21 0,-8 29 0,1 0 0,0 0 0,0 1 0,0-1 0,1 1 0,0 0 0,-1 0 0,1 0 0,1 0 0,-1 0 0,1 1 0,-1-1 0,1 1 0,0 0 0,0 0 0,0 0 0,1 1 0,5-3 0,-7 4 0,0 0 0,-1 1 0,1-1 0,0 1 0,0-1 0,0 1 0,0 0 0,0 1 0,0-1 0,0 0 0,0 1 0,0 0 0,0-1 0,0 1 0,0 0 0,-1 1 0,1-1 0,0 0 0,-1 1 0,1 0 0,-1-1 0,0 1 0,5 4 0,4 5 0,-1 0 0,1 2 0,11 18 0,0-1 0,-21-29 0,1 1 0,-1 0 0,0-1 0,1 1 0,-1-1 0,0 0 0,1 1 0,0-1 0,-1 0 0,1 0 0,0 0 0,0 0 0,0 0 0,-1 0 0,1 0 0,0-1 0,0 1 0,0-1 0,0 0 0,0 1 0,0-1 0,0 0 0,4 0 0,-3-1 0,-1 0 0,1-1 0,-1 1 0,0 0 0,1-1 0,-1 0 0,0 1 0,0-1 0,0 0 0,0 0 0,0 0 0,-1 0 0,1 0 0,0-1 0,-1 1 0,0 0 0,2-4 0,26-61 0,-22 49 0,0 0 0,2 0 0,0 0 0,21-29 0,-29 46 0,-1 0 0,1 0 0,0 0 0,0 0 0,0 0 0,0 1 0,0-1 0,-1 0 0,1 1 0,1-1 0,-1 0 0,0 1 0,0-1 0,0 1 0,0-1 0,0 1 0,0 0 0,1 0 0,-1-1 0,0 1 0,0 0 0,0 0 0,2 0 0,-1 1 0,0 0 0,0-1 0,-1 1 0,1 0 0,-1 0 0,1 0 0,0 0 0,-1 0 0,0 0 0,1 1 0,-1-1 0,0 0 0,3 4 0,3 6 0,0 0 0,-1 1 0,8 21 0,-7-17 0,-3-8-83,51 118-1199,-43-92-5544</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3.431"/>
    </inkml:context>
    <inkml:brush xml:id="br0">
      <inkml:brushProperty name="width" value="0.035" units="cm"/>
      <inkml:brushProperty name="height" value="0.035" units="cm"/>
      <inkml:brushProperty name="color" value="#E71224"/>
    </inkml:brush>
  </inkml:definitions>
  <inkml:trace contextRef="#ctx0" brushRef="#br0">42 0 24575,'0'313'0,"-1"-323"0,1 1 0,1-1 0,-1 0 0,2 1 0,4-18 0,-5 24 0,0 0 0,1 0 0,-1 0 0,1 1 0,0-1 0,0 0 0,0 1 0,0 0 0,0-1 0,0 1 0,1 0 0,-1 0 0,1 0 0,0 0 0,-1 1 0,1-1 0,0 1 0,0 0 0,0-1 0,0 1 0,6-1 0,-1 0 0,0 1 0,0 0 0,0 0 0,-1 0 0,1 1 0,0 1 0,0-1 0,0 1 0,0 0 0,0 1 0,-1 0 0,1 0 0,8 4 0,-11-4 0,-1 0 0,-1 0 0,1 1 0,0-1 0,0 1 0,-1 0 0,0 0 0,1 0 0,-1 1 0,0-1 0,-1 1 0,1-1 0,0 1 0,-1 0 0,0 0 0,0 0 0,0 0 0,-1 1 0,1-1 0,-1 0 0,0 1 0,0-1 0,-1 1 0,1 5 0,-1-6 0,-1 0 0,1-1 0,-1 1 0,0 0 0,0-1 0,0 1 0,-1-1 0,1 1 0,-1-1 0,0 0 0,0 1 0,0-1 0,0 0 0,0 0 0,-1 0 0,1-1 0,-1 1 0,0-1 0,0 1 0,0-1 0,0 0 0,-6 3 0,-7 4 0,-1-1 0,0-1 0,-21 7 0,35-13 0,-9 4-151,0-1-1,0-1 0,0 0 0,0 0 1,-1-1-1,1-1 0,-1 0 1,-16-1-1,9-4-6674</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4.084"/>
    </inkml:context>
    <inkml:brush xml:id="br0">
      <inkml:brushProperty name="width" value="0.035" units="cm"/>
      <inkml:brushProperty name="height" value="0.035" units="cm"/>
      <inkml:brushProperty name="color" value="#E71224"/>
    </inkml:brush>
  </inkml:definitions>
  <inkml:trace contextRef="#ctx0" brushRef="#br0">1 107 24575,'0'-4'0,"1"1"0,0 0 0,0 0 0,0 0 0,0 0 0,0 0 0,1 0 0,-1 0 0,1 0 0,0 1 0,0-1 0,0 1 0,0-1 0,1 1 0,-1 0 0,3-2 0,43-30 0,-42 30 0,1 1 0,-1 0 0,1 0 0,-1 1 0,1 0 0,0 0 0,0 0 0,0 1 0,0 0 0,13 0 0,-16 1 0,0 1 0,1 0 0,-1 0 0,0 0 0,0 0 0,0 0 0,0 1 0,0 0 0,-1 0 0,1 0 0,0 0 0,-1 1 0,1-1 0,-1 1 0,0 0 0,0 0 0,0 0 0,0 0 0,2 4 0,2 4 0,0 0 0,-1 0 0,0 0 0,-1 1 0,0 0 0,-1 0 0,0 0 0,-1 0 0,2 15 0,-5-24 0,1 1 0,-1-1 0,1 1 0,-1-1 0,0 1 0,0-1 0,-1 1 0,1-1 0,-1 1 0,0-1 0,0 1 0,0-1 0,0 0 0,0 0 0,-1 1 0,0-1 0,1 0 0,-1 0 0,0-1 0,0 1 0,-1 0 0,1-1 0,-1 1 0,1-1 0,-1 1 0,0-1 0,0 0 0,0-1 0,0 1 0,0 0 0,0-1 0,0 1 0,-1-1 0,1 0 0,0 0 0,-1-1 0,-4 1 0,-1 1 0,0-1 0,0-1 0,0 0 0,0 0 0,0 0 0,0-1 0,1-1 0,-1 0 0,-15-4 0,20 4 0,0 1 0,0-1 0,1 0 0,-1 0 0,0-1 0,1 1 0,0-1 0,-1 1 0,1-1 0,0 0 0,1 0 0,-1 0 0,0-1 0,1 1 0,0-1 0,0 1 0,0-1 0,0 0 0,0 0 0,1 0 0,0 0 0,-2-7 0,2 5 17,0-1 0,0 0 1,1 0-1,0 0 0,0 0 0,2-10 0,-2 14-91,1 1-1,0-1 1,-1 1 0,1-1 0,0 1-1,0-1 1,1 1 0,-1 0 0,0-1-1,1 1 1,0 0 0,-1 0 0,1 0-1,0 0 1,0 1 0,0-1 0,0 0-1,0 1 1,5-3 0,11-3-6752</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4.569"/>
    </inkml:context>
    <inkml:brush xml:id="br0">
      <inkml:brushProperty name="width" value="0.035" units="cm"/>
      <inkml:brushProperty name="height" value="0.035" units="cm"/>
      <inkml:brushProperty name="color" value="#E71224"/>
    </inkml:brush>
  </inkml:definitions>
  <inkml:trace contextRef="#ctx0" brushRef="#br0">183 1 24575,'0'5'0,"0"6"0,-4 5 0,-2 6 0,-5 2 0,1 3 0,-4 0 0,1 2 0,-2-6 0,-2-5 0,-4-7 0,-3-5 0,-1-3 0,2-2-8191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5.629"/>
    </inkml:context>
    <inkml:brush xml:id="br0">
      <inkml:brushProperty name="width" value="0.035" units="cm"/>
      <inkml:brushProperty name="height" value="0.035" units="cm"/>
      <inkml:brushProperty name="color" value="#E71224"/>
    </inkml:brush>
  </inkml:definitions>
  <inkml:trace contextRef="#ctx0" brushRef="#br0">136 1 24575,'-4'0'0,"0"0"0,0 0 0,0 0 0,0 0 0,0 1 0,0-1 0,0 1 0,0 0 0,0 1 0,0-1 0,0 1 0,0-1 0,1 1 0,-1 0 0,0 1 0,1-1 0,0 0 0,0 1 0,0 0 0,0 0 0,0 0 0,0 0 0,1 0 0,-1 1 0,1-1 0,0 1 0,0 0 0,0-1 0,1 1 0,-1 0 0,1 0 0,-1 6 0,0-2 0,0-1 0,0 1 0,1 0 0,0 0 0,1 0 0,1 15 0,-1-19 0,1-1 0,0 1 0,0-1 0,0 0 0,0 0 0,1 1 0,-1-1 0,1 0 0,-1 0 0,1 0 0,0-1 0,1 1 0,-1 0 0,0-1 0,1 0 0,-1 1 0,1-1 0,4 3 0,10 4 0,0 0 0,32 11 0,-36-16 0,-1 0 0,0 1 0,0 1 0,0 0 0,-1 0 0,0 1 0,0 1 0,-1 0 0,12 10 0,-18-11 0,1 0 0,-1 1 0,-1-1 0,1 1 0,-1 0 0,-1 0 0,1 0 0,-1 0 0,-1 0 0,1 0 0,-2 1 0,1-1 0,-1 0 0,0 1 0,-1-1 0,0 0 0,0 1 0,0-1 0,-1 0 0,-6 15 0,4-18 0,1 0 0,-1-1 0,0 1 0,1-1 0,-2 0 0,1 0 0,0-1 0,-1 1 0,0-1 0,0 0 0,0 0 0,0-1 0,-8 3 0,-11 4 0,-41 9 0,47-14 0,-10 5 0,22-7 0,0 0 0,0 0 0,0 0 0,-1 0 0,1-1 0,0 0 0,-1-1 0,1 0 0,-1 0 0,-8-1 0,15 1-22,-1 0-1,1 0 1,-1 0 0,1 0-1,0 0 1,-1 0 0,1 0-1,0 0 1,-1 0-1,1 0 1,0 0 0,-1 0-1,1-1 1,0 1 0,-1 0-1,1 0 1,0 0-1,0-1 1,-1 1 0,1 0-1,0 0 1,0-1-1,-1 1 1,1 0 0,0 0-1,0-1 1,0 1 0,-1 0-1,1-1 1,0 1-1,0 0 1,0-1 0,0 1-1,0 0 1,0-1 0,0 1-1,0-1 1,0 1-1,0 0 1,0-1 0,0 1-1,0 0 1,0-1-1,0 1 1,0 0 0,0-1-1,0 1 1,1 0 0,-1-1-1,0 1 1,0 0-1,0-1 1,1 1 0,-1 0-1,0 0 1,0-1-1,1 1 1,-1 0 0,0 0-1,1-1 1,9-7-6804</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6.627"/>
    </inkml:context>
    <inkml:brush xml:id="br0">
      <inkml:brushProperty name="width" value="0.035" units="cm"/>
      <inkml:brushProperty name="height" value="0.035" units="cm"/>
      <inkml:brushProperty name="color" value="#E71224"/>
    </inkml:brush>
  </inkml:definitions>
  <inkml:trace contextRef="#ctx0" brushRef="#br0">1 47 24575,'0'185'0,"0"-207"0,1 0 0,0-1 0,8-33 0,-7 49 0,0 0 0,0 1 0,0-1 0,1 1 0,-1 0 0,2 0 0,-1 0 0,1 0 0,-1 0 0,2 1 0,-1 0 0,1 0 0,-1 0 0,2 0 0,10-7 0,-14 10-72,0 1 1,0 0-1,0 0 0,1 0 0,-1 0 0,0 1 0,1-1 0,-1 1 1,1-1-1,-1 1 0,0 0 0,1 0 0,-1 0 0,1 0 0,-1 1 1,1-1-1,-1 1 0,4 0 0,18 8-6754</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6.938"/>
    </inkml:context>
    <inkml:brush xml:id="br0">
      <inkml:brushProperty name="width" value="0.035" units="cm"/>
      <inkml:brushProperty name="height" value="0.035" units="cm"/>
      <inkml:brushProperty name="color" value="#E71224"/>
    </inkml:brush>
  </inkml:definitions>
  <inkml:trace contextRef="#ctx0" brushRef="#br0">11 1 24575,'0'4'0,"0"7"0,0 6 0,0 4 0,-5-1 0,-1-4-8191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7.095"/>
    </inkml:context>
    <inkml:brush xml:id="br0">
      <inkml:brushProperty name="width" value="0.035" units="cm"/>
      <inkml:brushProperty name="height" value="0.035" units="cm"/>
      <inkml:brushProperty name="color" value="#E71224"/>
    </inkml:brush>
  </inkml:definitions>
  <inkml:trace contextRef="#ctx0" brushRef="#br0">0 0 24575,'5'14'0,"1"13"0,-1 3-8191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7.669"/>
    </inkml:context>
    <inkml:brush xml:id="br0">
      <inkml:brushProperty name="width" value="0.035" units="cm"/>
      <inkml:brushProperty name="height" value="0.035" units="cm"/>
      <inkml:brushProperty name="color" value="#E71224"/>
    </inkml:brush>
  </inkml:definitions>
  <inkml:trace contextRef="#ctx0" brushRef="#br0">57 1 24575,'-4'4'0,"1"1"0,-1 0 0,1 0 0,0 0 0,0 1 0,1-1 0,-1 1 0,1-1 0,-2 12 0,-8 56 0,10-62 0,-5 56 0,3 1 0,6 105 0,-2-170 0,0 0 0,0-1 0,1 1 0,0 0 0,-1 0 0,1 0 0,0-1 0,0 1 0,1-1 0,-1 1 0,0-1 0,1 1 0,0-1 0,-1 0 0,1 1 0,0-1 0,0 0 0,0 0 0,4 2 0,-1-1 0,-1-1 0,1 0 0,-1 0 0,1 0 0,0-1 0,0 0 0,0 1 0,0-2 0,0 1 0,7-1 0,8 0 0,1-2 0,-1 0 0,0-1 0,29-9 0,-29 6-455,1-1 0,22-10 0,-13 1-6371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9.129"/>
    </inkml:context>
    <inkml:brush xml:id="br0">
      <inkml:brushProperty name="width" value="0.035" units="cm"/>
      <inkml:brushProperty name="height" value="0.035" units="cm"/>
      <inkml:brushProperty name="color" value="#E71224"/>
    </inkml:brush>
  </inkml:definitions>
  <inkml:trace contextRef="#ctx0" brushRef="#br0">192 26 24575,'-1'-1'0,"0"0"0,1-1 0,-1 1 0,0 0 0,1-1 0,-1 1 0,0 0 0,0 0 0,0 0 0,0 0 0,0 0 0,-1 0 0,1 0 0,0 0 0,0 1 0,0-1 0,-1 0 0,1 1 0,0-1 0,-1 1 0,1-1 0,-1 1 0,1 0 0,0-1 0,-1 1 0,1 0 0,-3 0 0,-41-3 0,40 3 0,1 1 0,-1-1 0,0 1 0,1 1 0,-1-1 0,1 1 0,-1 0 0,1-1 0,0 2 0,-1-1 0,1 1 0,0-1 0,1 1 0,-1 0 0,0 0 0,1 1 0,0-1 0,0 1 0,0 0 0,0 0 0,0 0 0,-2 5 0,2-3 0,0 0 0,0 1 0,1-1 0,0 1 0,0 0 0,0 0 0,1 0 0,0 0 0,0 0 0,1 0 0,0 0 0,0 0 0,0 0 0,3 11 0,-2-15 0,-1-1 0,1 0 0,0 0 0,0 0 0,-1 0 0,1 0 0,0 0 0,1 0 0,-1 0 0,0 0 0,1 0 0,-1-1 0,1 1 0,-1-1 0,1 1 0,0-1 0,-1 1 0,1-1 0,0 0 0,0 0 0,0 0 0,0 0 0,0 0 0,0 0 0,0-1 0,1 1 0,-1-1 0,0 0 0,0 1 0,0-1 0,1 0 0,-1 0 0,0 0 0,0 0 0,1-1 0,3 0 0,-1 0 0,0-1 0,0 0 0,0 0 0,0 0 0,0 0 0,0-1 0,0 1 0,-1-1 0,1 0 0,-1-1 0,0 1 0,0-1 0,0 0 0,5-7 0,-7 7 0,1-1 0,-1 0 0,0 0 0,0 0 0,2-9 0,7-15 0,-11 28 0,0 1 0,1 0 0,-1 0 0,0 0 0,0 0 0,0 0 0,1-1 0,-1 1 0,0 0 0,0 0 0,0 0 0,1 0 0,-1 0 0,0 0 0,0 0 0,1 0 0,-1 0 0,0 0 0,0 0 0,1 0 0,-1 0 0,0 0 0,0 0 0,0 0 0,1 0 0,-1 0 0,0 1 0,0-1 0,1 0 0,-1 0 0,0 0 0,0 0 0,0 0 0,0 1 0,1-1 0,-1 0 0,0 0 0,0 0 0,0 0 0,0 1 0,0-1 0,1 0 0,-1 0 0,0 0 0,0 1 0,0-1 0,0 0 0,0 0 0,0 1 0,0-1 0,0 0 0,0 0 0,0 1 0,0-1 0,0 0 0,0 0 0,0 1 0,0-1 0,6 19 0,-5-18 0,1 5 0,-1 0 0,2-1 0,-1 1 0,1-1 0,0 0 0,0 1 0,0-1 0,0-1 0,1 1 0,8 8 0,-9-11 0,0 0 0,0 0 0,0 0 0,0-1 0,0 1 0,1-1 0,-1 0 0,0 0 0,1 0 0,-1 0 0,0-1 0,1 1 0,-1-1 0,1 0 0,-1 0 0,1 0 0,-1 0 0,1-1 0,-1 0 0,5-1 0,-1 0 0,-1 0 0,0-1 0,0 0 0,0 0 0,0-1 0,-1 0 0,1 0 0,-1 0 0,0-1 0,0 1 0,0-1 0,-1 0 0,0-1 0,6-8 0,11-12 0,-20 25 0,0-1 0,0 1 0,0 0 0,0 0 0,0 0 0,0 0 0,0 0 0,0 0 0,1 0 0,-1 0 0,0 1 0,1-1 0,-1 0 0,0 1 0,1-1 0,-1 1 0,1 0 0,-1-1 0,1 1 0,-1 0 0,1 0 0,-1 0 0,4 0 0,-2 1 0,1 1 0,-1-1 0,1 1 0,-1 0 0,1 0 0,-1 0 0,5 4 0,-6-4 0,0 0 0,1 0 0,-1 0 0,1-1 0,-1 1 0,1-1 0,0 1 0,-1-1 0,1 0 0,0 0 0,0 0 0,0 0 0,0-1 0,0 1 0,0-1 0,0 0 0,6 0 0,36-17 0,-38 14 0,-1-1 0,1 2 0,0-1 0,0 1 0,0 0 0,10-1 0,-8 3 0,1 0 0,0 1 0,-1 0 0,0 1 0,1 0 0,-1 0 0,0 1 0,18 8 0,-17-6 0,0-1 0,1-1 0,0 0 0,0 0 0,15 1 0,-24-4-49,0 0 1,0 0-1,1 0 0,-1 0 0,0 0 1,0-1-1,0 1 0,0-1 0,1 1 1,-1-1-1,0 0 0,0 0 0,0 0 1,0 0-1,0 0 0,-1-1 0,1 1 1,0 0-1,-1-1 0,1 1 0,0-1 1,-1 0-1,0 0 0,1 1 0,-1-1 0,0 0 1,1-4-1,5-12-6777</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9.456"/>
    </inkml:context>
    <inkml:brush xml:id="br0">
      <inkml:brushProperty name="width" value="0.035" units="cm"/>
      <inkml:brushProperty name="height" value="0.035" units="cm"/>
      <inkml:brushProperty name="color" value="#E71224"/>
    </inkml:brush>
  </inkml:definitions>
  <inkml:trace contextRef="#ctx0" brushRef="#br0">0 0 24575,'0'14'0,"0"14"0,0 11 0,0 13 0,0 2 0,0 1 0,0 0 0,0-4 0,0-6 0,5-7 0,10-10 0,8-9 0,4-8 0,3-15 0,-5-7-8191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09.739"/>
    </inkml:context>
    <inkml:brush xml:id="br0">
      <inkml:brushProperty name="width" value="0.035" units="cm"/>
      <inkml:brushProperty name="height" value="0.035" units="cm"/>
      <inkml:brushProperty name="color" value="#E71224"/>
    </inkml:brush>
  </inkml:definitions>
  <inkml:trace contextRef="#ctx0" brushRef="#br0">17 1 24575,'0'4'0,"-4"7"0,-2 6 0,0 4 0,6 4 0,12-3 0,12-5 0,13-1 0,8-3 0,6-4 0,4-3 0,1-3 0,-4-6 0,-11-3-8191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10.097"/>
    </inkml:context>
    <inkml:brush xml:id="br0">
      <inkml:brushProperty name="width" value="0.035" units="cm"/>
      <inkml:brushProperty name="height" value="0.035" units="cm"/>
      <inkml:brushProperty name="color" value="#E71224"/>
    </inkml:brush>
  </inkml:definitions>
  <inkml:trace contextRef="#ctx0" brushRef="#br0">54 0 24575,'-3'1'0,"1"-1"0,0 1 0,0-1 0,0 1 0,0 0 0,0 0 0,0 0 0,0 0 0,0 0 0,0 1 0,1-1 0,-1 1 0,0-1 0,1 1 0,-1-1 0,1 1 0,0 0 0,-1 0 0,1-1 0,0 1 0,0 0 0,0 0 0,0 0 0,0 0 0,1 1 0,-1 1 0,-2 5 0,1 0 0,0-1 0,0 1 0,1 0 0,0 10 0,1-17 0,0 1 0,0-1 0,0 1 0,1-1 0,0 1 0,-1-1 0,1 0 0,0 1 0,0-1 0,0 0 0,0 1 0,1-1 0,-1 0 0,0 0 0,1 0 0,0 0 0,-1 0 0,1-1 0,0 1 0,0 0 0,0-1 0,0 0 0,0 1 0,0-1 0,1 0 0,-1 0 0,4 1 0,7 3 0,1-2 0,-1 0 0,1 0 0,15 0 0,14 4 0,9 4-682,102 11-1,-125-20-6143</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11.312"/>
    </inkml:context>
    <inkml:brush xml:id="br0">
      <inkml:brushProperty name="width" value="0.035" units="cm"/>
      <inkml:brushProperty name="height" value="0.035" units="cm"/>
      <inkml:brushProperty name="color" value="#E71224"/>
    </inkml:brush>
  </inkml:definitions>
  <inkml:trace contextRef="#ctx0" brushRef="#br0">0 1 24575,'14'0'0,"14"0"0,11 0 0,8 0 0,5 0 0,-1 0 0,-5 0 0,-1 0 0,-4 0 0,-4 0 0,1 0 0,-1 0 0,1 0 0,0 0 0,-2 0 0,-3 0 0,-3 0 0,-5 0-8191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12.240"/>
    </inkml:context>
    <inkml:brush xml:id="br0">
      <inkml:brushProperty name="width" value="0.035" units="cm"/>
      <inkml:brushProperty name="height" value="0.035" units="cm"/>
      <inkml:brushProperty name="color" value="#E71224"/>
    </inkml:brush>
  </inkml:definitions>
  <inkml:trace contextRef="#ctx0" brushRef="#br0">1 113 24575,'0'-5'0,"22"-6"0,23-6 0,30 0 0,25-1 0,15 2 0,10 3 0,7 5 0,-1 3 0,-8 3 0,-7 1 0,-15 2 0,-14-1 0,-13 1 0,-15 0 0,-17-1-8191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13.204"/>
    </inkml:context>
    <inkml:brush xml:id="br0">
      <inkml:brushProperty name="width" value="0.035" units="cm"/>
      <inkml:brushProperty name="height" value="0.035" units="cm"/>
      <inkml:brushProperty name="color" value="#E71224"/>
    </inkml:brush>
  </inkml:definitions>
  <inkml:trace contextRef="#ctx0" brushRef="#br0">1423 854 24575,'-170'-152'0,"-65"-80"0,216 215 0,0 0 0,0 2 0,-2 0 0,1 1 0,-2 1 0,-31-14 0,-140-45 0,-123-13 0,87 26 0,220 56 15,0 1 0,1-1 0,0-1 0,0 0 0,0 0 0,0 0 0,-11-9 0,16 11-83,1-1 1,0 1-1,-1-1 1,1 1-1,0-1 1,0 0-1,0 1 1,0-1-1,1 0 1,-1 0-1,1-1 1,0 1-1,0 0 1,0 0-1,0 0 1,1-1-1,-1 1 1,1-1-1,0 1 1,0 0-1,0-6 1,6-19-6759</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1T16:34:14.189"/>
    </inkml:context>
    <inkml:brush xml:id="br0">
      <inkml:brushProperty name="width" value="0.035" units="cm"/>
      <inkml:brushProperty name="height" value="0.035" units="cm"/>
      <inkml:brushProperty name="color" value="#E71224"/>
    </inkml:brush>
  </inkml:definitions>
  <inkml:trace contextRef="#ctx0" brushRef="#br0">260 0 24575,'-3'1'0,"-1"0"0,1 0 0,0 0 0,0 0 0,0 0 0,0 1 0,1 0 0,-1-1 0,0 1 0,-3 3 0,-6 3 0,-7 3 0,0 0 0,0 1 0,2 1 0,-1 0 0,2 2 0,0 0 0,1 0 0,0 2 0,1 0 0,-20 33 0,32-46 0,0 0 0,1 0 0,0 0 0,0-1 0,0 1 0,0 0 0,1 1 0,-1-1 0,1 0 0,0 0 0,0 0 0,1 0 0,-1 0 0,1 0 0,0 0 0,0 0 0,0 0 0,1-1 0,-1 1 0,1 0 0,0-1 0,0 1 0,4 5 0,5 6 0,2 0 0,0 0 0,26 22 0,-16-16 0,74 60 0,-48-43 0,-48-37 0,0 0 0,0 0 0,0 0 0,0 0 0,0 0 0,0-1 0,1 1 0,-1 0 0,0-1 0,0 1 0,1-1 0,-1 1 0,0-1 0,1 0 0,-1 0 0,1 1 0,-1-1 0,0 0 0,1 0 0,2-1 0,-3 1 0,0-1 0,0 1 0,0-1 0,0 0 0,0 0 0,0 0 0,0 1 0,0-1 0,0 0 0,-1 0 0,1 0 0,0 0 0,-1 0 0,1 0 0,-1-1 0,1 1 0,-1 0 0,1-2 0,2-9 0,-1 0 0,-1 1 0,0-1 0,0-13 0,-1 12 0,3-75 0,9-123 0,-8 176-1365,-1 7-5461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186CF-A79E-26DE-562D-6EC53AA0AE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AFEBB-7600-9686-97A4-D0991556A1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EF6EF9-ACCE-6544-5DB0-19E385CBB1FA}"/>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5" name="Footer Placeholder 4">
            <a:extLst>
              <a:ext uri="{FF2B5EF4-FFF2-40B4-BE49-F238E27FC236}">
                <a16:creationId xmlns:a16="http://schemas.microsoft.com/office/drawing/2014/main" id="{EC483C1C-9B87-DCEA-D51E-AECA85BFA6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66EDDB-7D9B-E9AA-1D73-5CD01C034241}"/>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848636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5EC8E-3BFD-06D8-3270-9E4EF8D639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317053-298C-1B5E-9A07-FD06C7B297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3DFD16-E61C-BBA6-F88D-7450C3C13039}"/>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5" name="Footer Placeholder 4">
            <a:extLst>
              <a:ext uri="{FF2B5EF4-FFF2-40B4-BE49-F238E27FC236}">
                <a16:creationId xmlns:a16="http://schemas.microsoft.com/office/drawing/2014/main" id="{086D4FCF-7A70-CB91-E62E-A52B72D1F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3A8E8C-4B23-AA34-9846-86735A71F44A}"/>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3300493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72D7B-6AFB-74BC-0598-2A711A6A38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82AD53-E1FC-E96D-5E11-DF6BC1474B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36C7D9-96FF-8AD0-F5A9-FAC6A197CDF6}"/>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5" name="Footer Placeholder 4">
            <a:extLst>
              <a:ext uri="{FF2B5EF4-FFF2-40B4-BE49-F238E27FC236}">
                <a16:creationId xmlns:a16="http://schemas.microsoft.com/office/drawing/2014/main" id="{9D29544A-8A43-9768-9A88-72BA700675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EF03D-0B0A-276A-9BF2-1121C99750AA}"/>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2380914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FD9C9-E8F2-A374-F2F8-5C975566A0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3CFD40-A18D-8707-ECA3-389620E6FA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928EE9-CA82-5773-5560-6703991CF1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D4AB16-06F5-179E-0200-7BB0A2CFFAA1}"/>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6" name="Footer Placeholder 5">
            <a:extLst>
              <a:ext uri="{FF2B5EF4-FFF2-40B4-BE49-F238E27FC236}">
                <a16:creationId xmlns:a16="http://schemas.microsoft.com/office/drawing/2014/main" id="{1DD4204E-1AFC-4622-FBA3-1490EB0EC6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181B0E-1644-CBC6-E154-2AA3313E1E2A}"/>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734766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A3C4F-6761-9F6D-DD62-93AB78D49E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2E976B-8DAB-A357-A44B-D487D63861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BB405-DAF9-9E3E-C03A-B7280B51ED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1C5EF4-9E59-D498-6F67-528939A2F5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971FCD-5B88-9C03-56FC-B9AAE301C4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20924A-9B8E-347F-19EC-541C51559187}"/>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8" name="Footer Placeholder 7">
            <a:extLst>
              <a:ext uri="{FF2B5EF4-FFF2-40B4-BE49-F238E27FC236}">
                <a16:creationId xmlns:a16="http://schemas.microsoft.com/office/drawing/2014/main" id="{B4E445AA-DA23-485B-3866-C5B5356A13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4D67AE-FCCB-F9C6-BF0F-D609DE64BD33}"/>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3085132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9E792-A689-7BFC-1DDE-19E0CC7E48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769453-5595-DDC1-1939-D6F67EC877BF}"/>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4" name="Footer Placeholder 3">
            <a:extLst>
              <a:ext uri="{FF2B5EF4-FFF2-40B4-BE49-F238E27FC236}">
                <a16:creationId xmlns:a16="http://schemas.microsoft.com/office/drawing/2014/main" id="{7B11D688-DA74-1E54-9F09-7DB6448018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FFAC9C-01CE-15C3-B679-5D3A98E3AF9F}"/>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3183496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95247-EFC3-08AA-5E8B-C42AFBC0C51F}"/>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3" name="Footer Placeholder 2">
            <a:extLst>
              <a:ext uri="{FF2B5EF4-FFF2-40B4-BE49-F238E27FC236}">
                <a16:creationId xmlns:a16="http://schemas.microsoft.com/office/drawing/2014/main" id="{4F3AFC6F-2980-923E-572A-C935A2A707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60C285-206D-5A5B-7652-7F649EA3154F}"/>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1658489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F7236-F9C0-D639-1566-EBE8F7C6D3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792A6C-91A8-0026-35EC-31BEA15B29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6C1DBA-FE8F-34A9-EB20-CE198F13E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F4E1E5-43D0-76B2-9599-59F8520199F1}"/>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6" name="Footer Placeholder 5">
            <a:extLst>
              <a:ext uri="{FF2B5EF4-FFF2-40B4-BE49-F238E27FC236}">
                <a16:creationId xmlns:a16="http://schemas.microsoft.com/office/drawing/2014/main" id="{3795B89A-7A42-F3F4-ABB1-790EDFDB43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A2BE2-8FC8-313E-D7B6-2CAD96736528}"/>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3467354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60DD9-FEA6-5128-4248-074519202E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80F4A6-C7F1-3655-802E-A6F122EF94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78FE56-7060-A529-53A6-8CFB6D32C4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7FA88A-E535-2FDF-E2C5-C881B9E1CC1E}"/>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6" name="Footer Placeholder 5">
            <a:extLst>
              <a:ext uri="{FF2B5EF4-FFF2-40B4-BE49-F238E27FC236}">
                <a16:creationId xmlns:a16="http://schemas.microsoft.com/office/drawing/2014/main" id="{959AE878-341F-0955-946F-4CEBC9040B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5799E8-C125-D621-EFFD-1793E07AFA67}"/>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3706335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01306-C64E-E979-5D2D-4FFEE72DE9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C976FB-240F-3959-ACF7-C787241597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B3ECA6-4E2A-ABBD-1BDD-2263C6806AC1}"/>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5" name="Footer Placeholder 4">
            <a:extLst>
              <a:ext uri="{FF2B5EF4-FFF2-40B4-BE49-F238E27FC236}">
                <a16:creationId xmlns:a16="http://schemas.microsoft.com/office/drawing/2014/main" id="{24A4117B-9F2C-1245-A336-51741C6953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E57B0B-474E-6FD1-9950-3F53F5A2F653}"/>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1309110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018D8F-6394-1EFA-67E6-01B4B5D42F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3A28FA-50A5-7BF9-8FD5-FB32173538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DF503F-DE9A-B863-2D81-44C7932464F0}"/>
              </a:ext>
            </a:extLst>
          </p:cNvPr>
          <p:cNvSpPr>
            <a:spLocks noGrp="1"/>
          </p:cNvSpPr>
          <p:nvPr>
            <p:ph type="dt" sz="half" idx="10"/>
          </p:nvPr>
        </p:nvSpPr>
        <p:spPr/>
        <p:txBody>
          <a:bodyPr/>
          <a:lstStyle/>
          <a:p>
            <a:fld id="{48278622-B0A4-406C-A5FD-3B0AC2CECAF7}" type="datetimeFigureOut">
              <a:rPr lang="en-US" smtClean="0"/>
              <a:t>8/1/2026</a:t>
            </a:fld>
            <a:endParaRPr lang="en-US"/>
          </a:p>
        </p:txBody>
      </p:sp>
      <p:sp>
        <p:nvSpPr>
          <p:cNvPr id="5" name="Footer Placeholder 4">
            <a:extLst>
              <a:ext uri="{FF2B5EF4-FFF2-40B4-BE49-F238E27FC236}">
                <a16:creationId xmlns:a16="http://schemas.microsoft.com/office/drawing/2014/main" id="{AB66E89D-B5F3-2577-2557-EA1DD0D92D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EDC7A0-B7FB-4C1F-EA73-8BB80328C096}"/>
              </a:ext>
            </a:extLst>
          </p:cNvPr>
          <p:cNvSpPr>
            <a:spLocks noGrp="1"/>
          </p:cNvSpPr>
          <p:nvPr>
            <p:ph type="sldNum" sz="quarter" idx="12"/>
          </p:nvPr>
        </p:nvSpPr>
        <p:spPr/>
        <p:txBody>
          <a:bodyPr/>
          <a:lstStyle/>
          <a:p>
            <a:fld id="{467B2C06-E34B-4FDC-B234-FAEF550A36C3}" type="slidenum">
              <a:rPr lang="en-US" smtClean="0"/>
              <a:t>‹#›</a:t>
            </a:fld>
            <a:endParaRPr lang="en-US"/>
          </a:p>
        </p:txBody>
      </p:sp>
    </p:spTree>
    <p:extLst>
      <p:ext uri="{BB962C8B-B14F-4D97-AF65-F5344CB8AC3E}">
        <p14:creationId xmlns:p14="http://schemas.microsoft.com/office/powerpoint/2010/main" val="1750897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3FA81-4334-5B46-75EE-97C8855A9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EB4E74-31C4-07A6-62C7-1D99A8D6CE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F6A60-9216-8960-6B9A-DCA0235F26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278622-B0A4-406C-A5FD-3B0AC2CECAF7}" type="datetimeFigureOut">
              <a:rPr lang="en-US" smtClean="0"/>
              <a:t>8/1/2026</a:t>
            </a:fld>
            <a:endParaRPr lang="en-US"/>
          </a:p>
        </p:txBody>
      </p:sp>
      <p:sp>
        <p:nvSpPr>
          <p:cNvPr id="5" name="Footer Placeholder 4">
            <a:extLst>
              <a:ext uri="{FF2B5EF4-FFF2-40B4-BE49-F238E27FC236}">
                <a16:creationId xmlns:a16="http://schemas.microsoft.com/office/drawing/2014/main" id="{2C04971B-BF4A-935B-6458-AA8D06492D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53F45-0F5B-96DB-38A8-17DFCA8177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7B2C06-E34B-4FDC-B234-FAEF550A36C3}" type="slidenum">
              <a:rPr lang="en-US" smtClean="0"/>
              <a:t>‹#›</a:t>
            </a:fld>
            <a:endParaRPr lang="en-US"/>
          </a:p>
        </p:txBody>
      </p:sp>
    </p:spTree>
    <p:extLst>
      <p:ext uri="{BB962C8B-B14F-4D97-AF65-F5344CB8AC3E}">
        <p14:creationId xmlns:p14="http://schemas.microsoft.com/office/powerpoint/2010/main" val="4116323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13.png"/><Relationship Id="rId21" Type="http://schemas.openxmlformats.org/officeDocument/2006/relationships/customXml" Target="../ink/ink10.xml"/><Relationship Id="rId42" Type="http://schemas.openxmlformats.org/officeDocument/2006/relationships/image" Target="../media/image21.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34.png"/><Relationship Id="rId84" Type="http://schemas.openxmlformats.org/officeDocument/2006/relationships/image" Target="../media/image42.png"/><Relationship Id="rId89" Type="http://schemas.openxmlformats.org/officeDocument/2006/relationships/customXml" Target="../ink/ink44.xml"/><Relationship Id="rId16" Type="http://schemas.openxmlformats.org/officeDocument/2006/relationships/image" Target="../media/image8.png"/><Relationship Id="rId11" Type="http://schemas.openxmlformats.org/officeDocument/2006/relationships/customXml" Target="../ink/ink5.xml"/><Relationship Id="rId32" Type="http://schemas.openxmlformats.org/officeDocument/2006/relationships/image" Target="../media/image16.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29.png"/><Relationship Id="rId74" Type="http://schemas.openxmlformats.org/officeDocument/2006/relationships/image" Target="../media/image37.png"/><Relationship Id="rId79" Type="http://schemas.openxmlformats.org/officeDocument/2006/relationships/customXml" Target="../ink/ink39.xml"/><Relationship Id="rId5" Type="http://schemas.openxmlformats.org/officeDocument/2006/relationships/customXml" Target="../ink/ink2.xml"/><Relationship Id="rId90" Type="http://schemas.openxmlformats.org/officeDocument/2006/relationships/image" Target="../media/image45.png"/><Relationship Id="rId95" Type="http://schemas.openxmlformats.org/officeDocument/2006/relationships/customXml" Target="../ink/ink47.xml"/><Relationship Id="rId22" Type="http://schemas.openxmlformats.org/officeDocument/2006/relationships/image" Target="../media/image11.png"/><Relationship Id="rId27" Type="http://schemas.openxmlformats.org/officeDocument/2006/relationships/customXml" Target="../ink/ink13.xml"/><Relationship Id="rId43" Type="http://schemas.openxmlformats.org/officeDocument/2006/relationships/customXml" Target="../ink/ink21.xml"/><Relationship Id="rId48" Type="http://schemas.openxmlformats.org/officeDocument/2006/relationships/image" Target="../media/image24.png"/><Relationship Id="rId64" Type="http://schemas.openxmlformats.org/officeDocument/2006/relationships/image" Target="../media/image32.png"/><Relationship Id="rId69" Type="http://schemas.openxmlformats.org/officeDocument/2006/relationships/customXml" Target="../ink/ink34.xml"/><Relationship Id="rId8" Type="http://schemas.openxmlformats.org/officeDocument/2006/relationships/image" Target="../media/image4.png"/><Relationship Id="rId51" Type="http://schemas.openxmlformats.org/officeDocument/2006/relationships/customXml" Target="../ink/ink25.xml"/><Relationship Id="rId72" Type="http://schemas.openxmlformats.org/officeDocument/2006/relationships/image" Target="../media/image36.png"/><Relationship Id="rId80" Type="http://schemas.openxmlformats.org/officeDocument/2006/relationships/image" Target="../media/image40.png"/><Relationship Id="rId85" Type="http://schemas.openxmlformats.org/officeDocument/2006/relationships/customXml" Target="../ink/ink42.xml"/><Relationship Id="rId93" Type="http://schemas.openxmlformats.org/officeDocument/2006/relationships/customXml" Target="../ink/ink46.xml"/><Relationship Id="rId3" Type="http://schemas.openxmlformats.org/officeDocument/2006/relationships/customXml" Target="../ink/ink1.xml"/><Relationship Id="rId12" Type="http://schemas.openxmlformats.org/officeDocument/2006/relationships/image" Target="../media/image6.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19.png"/><Relationship Id="rId46" Type="http://schemas.openxmlformats.org/officeDocument/2006/relationships/image" Target="../media/image23.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image" Target="../media/image10.png"/><Relationship Id="rId41" Type="http://schemas.openxmlformats.org/officeDocument/2006/relationships/customXml" Target="../ink/ink20.xml"/><Relationship Id="rId54" Type="http://schemas.openxmlformats.org/officeDocument/2006/relationships/image" Target="../media/image27.png"/><Relationship Id="rId62" Type="http://schemas.openxmlformats.org/officeDocument/2006/relationships/image" Target="../media/image31.png"/><Relationship Id="rId70" Type="http://schemas.openxmlformats.org/officeDocument/2006/relationships/image" Target="../media/image35.png"/><Relationship Id="rId75" Type="http://schemas.openxmlformats.org/officeDocument/2006/relationships/customXml" Target="../ink/ink37.xml"/><Relationship Id="rId83" Type="http://schemas.openxmlformats.org/officeDocument/2006/relationships/customXml" Target="../ink/ink41.xml"/><Relationship Id="rId88" Type="http://schemas.openxmlformats.org/officeDocument/2006/relationships/image" Target="../media/image44.png"/><Relationship Id="rId91" Type="http://schemas.openxmlformats.org/officeDocument/2006/relationships/customXml" Target="../ink/ink45.xml"/><Relationship Id="rId96"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3.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4.png"/><Relationship Id="rId36" Type="http://schemas.openxmlformats.org/officeDocument/2006/relationships/image" Target="../media/image18.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image" Target="../media/image5.png"/><Relationship Id="rId31" Type="http://schemas.openxmlformats.org/officeDocument/2006/relationships/customXml" Target="../ink/ink15.xml"/><Relationship Id="rId44" Type="http://schemas.openxmlformats.org/officeDocument/2006/relationships/image" Target="../media/image22.png"/><Relationship Id="rId52" Type="http://schemas.openxmlformats.org/officeDocument/2006/relationships/image" Target="../media/image26.png"/><Relationship Id="rId60" Type="http://schemas.openxmlformats.org/officeDocument/2006/relationships/image" Target="../media/image30.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39.png"/><Relationship Id="rId81" Type="http://schemas.openxmlformats.org/officeDocument/2006/relationships/customXml" Target="../ink/ink40.xml"/><Relationship Id="rId86" Type="http://schemas.openxmlformats.org/officeDocument/2006/relationships/image" Target="../media/image43.png"/><Relationship Id="rId94" Type="http://schemas.openxmlformats.org/officeDocument/2006/relationships/image" Target="../media/image47.png"/><Relationship Id="rId4" Type="http://schemas.openxmlformats.org/officeDocument/2006/relationships/image" Target="../media/image2.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9.png"/><Relationship Id="rId39" Type="http://schemas.openxmlformats.org/officeDocument/2006/relationships/customXml" Target="../ink/ink19.xml"/><Relationship Id="rId34" Type="http://schemas.openxmlformats.org/officeDocument/2006/relationships/image" Target="../media/image17.png"/><Relationship Id="rId50" Type="http://schemas.openxmlformats.org/officeDocument/2006/relationships/image" Target="../media/image25.png"/><Relationship Id="rId55" Type="http://schemas.openxmlformats.org/officeDocument/2006/relationships/customXml" Target="../ink/ink27.xml"/><Relationship Id="rId76" Type="http://schemas.openxmlformats.org/officeDocument/2006/relationships/image" Target="../media/image38.png"/><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46.png"/><Relationship Id="rId2" Type="http://schemas.openxmlformats.org/officeDocument/2006/relationships/image" Target="../media/image1.jpeg"/><Relationship Id="rId29" Type="http://schemas.openxmlformats.org/officeDocument/2006/relationships/customXml" Target="../ink/ink14.xml"/><Relationship Id="rId24" Type="http://schemas.openxmlformats.org/officeDocument/2006/relationships/image" Target="../media/image12.png"/><Relationship Id="rId40" Type="http://schemas.openxmlformats.org/officeDocument/2006/relationships/image" Target="../media/image20.png"/><Relationship Id="rId45" Type="http://schemas.openxmlformats.org/officeDocument/2006/relationships/customXml" Target="../ink/ink22.xml"/><Relationship Id="rId66" Type="http://schemas.openxmlformats.org/officeDocument/2006/relationships/image" Target="../media/image33.png"/><Relationship Id="rId87" Type="http://schemas.openxmlformats.org/officeDocument/2006/relationships/customXml" Target="../ink/ink43.xml"/><Relationship Id="rId61" Type="http://schemas.openxmlformats.org/officeDocument/2006/relationships/customXml" Target="../ink/ink30.xml"/><Relationship Id="rId82" Type="http://schemas.openxmlformats.org/officeDocument/2006/relationships/image" Target="../media/image41.png"/><Relationship Id="rId19" Type="http://schemas.openxmlformats.org/officeDocument/2006/relationships/customXml" Target="../ink/ink9.xml"/><Relationship Id="rId14" Type="http://schemas.openxmlformats.org/officeDocument/2006/relationships/image" Target="../media/image7.png"/><Relationship Id="rId30" Type="http://schemas.openxmlformats.org/officeDocument/2006/relationships/image" Target="../media/image15.png"/><Relationship Id="rId35" Type="http://schemas.openxmlformats.org/officeDocument/2006/relationships/customXml" Target="../ink/ink17.xml"/><Relationship Id="rId56" Type="http://schemas.openxmlformats.org/officeDocument/2006/relationships/image" Target="../media/image28.png"/><Relationship Id="rId77" Type="http://schemas.openxmlformats.org/officeDocument/2006/relationships/customXml" Target="../ink/ink38.xml"/></Relationships>
</file>

<file path=ppt/slides/_rels/slide2.xml.rels><?xml version="1.0" encoding="UTF-8" standalone="yes"?>
<Relationships xmlns="http://schemas.openxmlformats.org/package/2006/relationships"><Relationship Id="rId13" Type="http://schemas.openxmlformats.org/officeDocument/2006/relationships/customXml" Target="../ink/ink53.xml"/><Relationship Id="rId18" Type="http://schemas.openxmlformats.org/officeDocument/2006/relationships/image" Target="../media/image54.png"/><Relationship Id="rId26" Type="http://schemas.openxmlformats.org/officeDocument/2006/relationships/image" Target="../media/image58.png"/><Relationship Id="rId39" Type="http://schemas.openxmlformats.org/officeDocument/2006/relationships/customXml" Target="../ink/ink67.xml"/><Relationship Id="rId21" Type="http://schemas.openxmlformats.org/officeDocument/2006/relationships/customXml" Target="../ink/ink58.xml"/><Relationship Id="rId34" Type="http://schemas.openxmlformats.org/officeDocument/2006/relationships/image" Target="../media/image62.png"/><Relationship Id="rId42" Type="http://schemas.openxmlformats.org/officeDocument/2006/relationships/image" Target="../media/image66.png"/><Relationship Id="rId47" Type="http://schemas.openxmlformats.org/officeDocument/2006/relationships/customXml" Target="../ink/ink71.xml"/><Relationship Id="rId50" Type="http://schemas.openxmlformats.org/officeDocument/2006/relationships/image" Target="../media/image69.png"/><Relationship Id="rId7" Type="http://schemas.openxmlformats.org/officeDocument/2006/relationships/customXml" Target="../ink/ink50.xml"/><Relationship Id="rId2" Type="http://schemas.openxmlformats.org/officeDocument/2006/relationships/image" Target="../media/image1.jpeg"/><Relationship Id="rId16" Type="http://schemas.openxmlformats.org/officeDocument/2006/relationships/customXml" Target="../ink/ink55.xml"/><Relationship Id="rId29" Type="http://schemas.openxmlformats.org/officeDocument/2006/relationships/customXml" Target="../ink/ink62.xml"/><Relationship Id="rId11" Type="http://schemas.openxmlformats.org/officeDocument/2006/relationships/customXml" Target="../ink/ink52.xml"/><Relationship Id="rId24" Type="http://schemas.openxmlformats.org/officeDocument/2006/relationships/image" Target="../media/image57.png"/><Relationship Id="rId32" Type="http://schemas.openxmlformats.org/officeDocument/2006/relationships/image" Target="../media/image61.png"/><Relationship Id="rId37" Type="http://schemas.openxmlformats.org/officeDocument/2006/relationships/customXml" Target="../ink/ink66.xml"/><Relationship Id="rId40" Type="http://schemas.openxmlformats.org/officeDocument/2006/relationships/image" Target="../media/image65.png"/><Relationship Id="rId45" Type="http://schemas.openxmlformats.org/officeDocument/2006/relationships/customXml" Target="../ink/ink70.xml"/><Relationship Id="rId5" Type="http://schemas.openxmlformats.org/officeDocument/2006/relationships/customXml" Target="../ink/ink49.xml"/><Relationship Id="rId15" Type="http://schemas.openxmlformats.org/officeDocument/2006/relationships/image" Target="../media/image53.png"/><Relationship Id="rId23" Type="http://schemas.openxmlformats.org/officeDocument/2006/relationships/customXml" Target="../ink/ink59.xml"/><Relationship Id="rId28" Type="http://schemas.openxmlformats.org/officeDocument/2006/relationships/image" Target="../media/image59.png"/><Relationship Id="rId36" Type="http://schemas.openxmlformats.org/officeDocument/2006/relationships/image" Target="../media/image63.png"/><Relationship Id="rId49" Type="http://schemas.openxmlformats.org/officeDocument/2006/relationships/customXml" Target="../ink/ink72.xml"/><Relationship Id="rId10" Type="http://schemas.openxmlformats.org/officeDocument/2006/relationships/image" Target="../media/image51.png"/><Relationship Id="rId19" Type="http://schemas.openxmlformats.org/officeDocument/2006/relationships/customXml" Target="../ink/ink57.xml"/><Relationship Id="rId31" Type="http://schemas.openxmlformats.org/officeDocument/2006/relationships/customXml" Target="../ink/ink63.xml"/><Relationship Id="rId44" Type="http://schemas.openxmlformats.org/officeDocument/2006/relationships/image" Target="../media/image15.png"/><Relationship Id="rId52" Type="http://schemas.openxmlformats.org/officeDocument/2006/relationships/image" Target="../media/image70.png"/><Relationship Id="rId4" Type="http://schemas.openxmlformats.org/officeDocument/2006/relationships/image" Target="../media/image34.png"/><Relationship Id="rId9" Type="http://schemas.openxmlformats.org/officeDocument/2006/relationships/customXml" Target="../ink/ink51.xml"/><Relationship Id="rId14" Type="http://schemas.openxmlformats.org/officeDocument/2006/relationships/customXml" Target="../ink/ink54.xml"/><Relationship Id="rId22" Type="http://schemas.openxmlformats.org/officeDocument/2006/relationships/image" Target="../media/image56.png"/><Relationship Id="rId27" Type="http://schemas.openxmlformats.org/officeDocument/2006/relationships/customXml" Target="../ink/ink61.xml"/><Relationship Id="rId30" Type="http://schemas.openxmlformats.org/officeDocument/2006/relationships/image" Target="../media/image60.png"/><Relationship Id="rId35" Type="http://schemas.openxmlformats.org/officeDocument/2006/relationships/customXml" Target="../ink/ink65.xml"/><Relationship Id="rId43" Type="http://schemas.openxmlformats.org/officeDocument/2006/relationships/customXml" Target="../ink/ink69.xml"/><Relationship Id="rId48" Type="http://schemas.openxmlformats.org/officeDocument/2006/relationships/image" Target="../media/image68.png"/><Relationship Id="rId8" Type="http://schemas.openxmlformats.org/officeDocument/2006/relationships/image" Target="../media/image50.png"/><Relationship Id="rId51" Type="http://schemas.openxmlformats.org/officeDocument/2006/relationships/customXml" Target="../ink/ink73.xml"/><Relationship Id="rId3" Type="http://schemas.openxmlformats.org/officeDocument/2006/relationships/customXml" Target="../ink/ink48.xml"/><Relationship Id="rId12" Type="http://schemas.openxmlformats.org/officeDocument/2006/relationships/image" Target="../media/image52.png"/><Relationship Id="rId17" Type="http://schemas.openxmlformats.org/officeDocument/2006/relationships/customXml" Target="../ink/ink56.xml"/><Relationship Id="rId25" Type="http://schemas.openxmlformats.org/officeDocument/2006/relationships/customXml" Target="../ink/ink60.xml"/><Relationship Id="rId33" Type="http://schemas.openxmlformats.org/officeDocument/2006/relationships/customXml" Target="../ink/ink64.xml"/><Relationship Id="rId38" Type="http://schemas.openxmlformats.org/officeDocument/2006/relationships/image" Target="../media/image64.png"/><Relationship Id="rId46" Type="http://schemas.openxmlformats.org/officeDocument/2006/relationships/image" Target="../media/image67.png"/><Relationship Id="rId20" Type="http://schemas.openxmlformats.org/officeDocument/2006/relationships/image" Target="../media/image55.png"/><Relationship Id="rId41" Type="http://schemas.openxmlformats.org/officeDocument/2006/relationships/customXml" Target="../ink/ink68.xml"/><Relationship Id="rId1" Type="http://schemas.openxmlformats.org/officeDocument/2006/relationships/slideLayout" Target="../slideLayouts/slideLayout1.xml"/><Relationship Id="rId6" Type="http://schemas.openxmlformats.org/officeDocument/2006/relationships/image" Target="../media/image49.png"/></Relationships>
</file>

<file path=ppt/slides/_rels/slide3.xml.rels><?xml version="1.0" encoding="UTF-8" standalone="yes"?>
<Relationships xmlns="http://schemas.openxmlformats.org/package/2006/relationships"><Relationship Id="rId26" Type="http://schemas.openxmlformats.org/officeDocument/2006/relationships/image" Target="../media/image81.png"/><Relationship Id="rId117" Type="http://schemas.openxmlformats.org/officeDocument/2006/relationships/image" Target="../media/image125.png"/><Relationship Id="rId21" Type="http://schemas.openxmlformats.org/officeDocument/2006/relationships/customXml" Target="../ink/ink83.xml"/><Relationship Id="rId42" Type="http://schemas.openxmlformats.org/officeDocument/2006/relationships/customXml" Target="../ink/ink94.xml"/><Relationship Id="rId47" Type="http://schemas.openxmlformats.org/officeDocument/2006/relationships/image" Target="../media/image91.png"/><Relationship Id="rId63" Type="http://schemas.openxmlformats.org/officeDocument/2006/relationships/image" Target="../media/image99.png"/><Relationship Id="rId68" Type="http://schemas.openxmlformats.org/officeDocument/2006/relationships/customXml" Target="../ink/ink107.xml"/><Relationship Id="rId84" Type="http://schemas.openxmlformats.org/officeDocument/2006/relationships/customXml" Target="../ink/ink115.xml"/><Relationship Id="rId89" Type="http://schemas.openxmlformats.org/officeDocument/2006/relationships/image" Target="../media/image112.png"/><Relationship Id="rId112" Type="http://schemas.openxmlformats.org/officeDocument/2006/relationships/customXml" Target="../ink/ink129.xml"/><Relationship Id="rId16" Type="http://schemas.openxmlformats.org/officeDocument/2006/relationships/image" Target="../media/image76.png"/><Relationship Id="rId107" Type="http://schemas.openxmlformats.org/officeDocument/2006/relationships/image" Target="../media/image120.png"/><Relationship Id="rId11" Type="http://schemas.openxmlformats.org/officeDocument/2006/relationships/customXml" Target="../ink/ink78.xml"/><Relationship Id="rId32" Type="http://schemas.openxmlformats.org/officeDocument/2006/relationships/image" Target="../media/image84.png"/><Relationship Id="rId37" Type="http://schemas.openxmlformats.org/officeDocument/2006/relationships/customXml" Target="../ink/ink91.xml"/><Relationship Id="rId53" Type="http://schemas.openxmlformats.org/officeDocument/2006/relationships/image" Target="../media/image94.png"/><Relationship Id="rId58" Type="http://schemas.openxmlformats.org/officeDocument/2006/relationships/customXml" Target="../ink/ink102.xml"/><Relationship Id="rId74" Type="http://schemas.openxmlformats.org/officeDocument/2006/relationships/customXml" Target="../ink/ink110.xml"/><Relationship Id="rId79" Type="http://schemas.openxmlformats.org/officeDocument/2006/relationships/image" Target="../media/image107.png"/><Relationship Id="rId102" Type="http://schemas.openxmlformats.org/officeDocument/2006/relationships/customXml" Target="../ink/ink124.xml"/><Relationship Id="rId5" Type="http://schemas.openxmlformats.org/officeDocument/2006/relationships/customXml" Target="../ink/ink75.xml"/><Relationship Id="rId90" Type="http://schemas.openxmlformats.org/officeDocument/2006/relationships/customXml" Target="../ink/ink118.xml"/><Relationship Id="rId95" Type="http://schemas.openxmlformats.org/officeDocument/2006/relationships/image" Target="../media/image115.png"/><Relationship Id="rId22" Type="http://schemas.openxmlformats.org/officeDocument/2006/relationships/image" Target="../media/image79.png"/><Relationship Id="rId27" Type="http://schemas.openxmlformats.org/officeDocument/2006/relationships/customXml" Target="../ink/ink86.xml"/><Relationship Id="rId43" Type="http://schemas.openxmlformats.org/officeDocument/2006/relationships/image" Target="../media/image89.png"/><Relationship Id="rId48" Type="http://schemas.openxmlformats.org/officeDocument/2006/relationships/customXml" Target="../ink/ink97.xml"/><Relationship Id="rId64" Type="http://schemas.openxmlformats.org/officeDocument/2006/relationships/customXml" Target="../ink/ink105.xml"/><Relationship Id="rId69" Type="http://schemas.openxmlformats.org/officeDocument/2006/relationships/image" Target="../media/image102.png"/><Relationship Id="rId113" Type="http://schemas.openxmlformats.org/officeDocument/2006/relationships/image" Target="../media/image123.png"/><Relationship Id="rId118" Type="http://schemas.openxmlformats.org/officeDocument/2006/relationships/customXml" Target="../ink/ink132.xml"/><Relationship Id="rId80" Type="http://schemas.openxmlformats.org/officeDocument/2006/relationships/customXml" Target="../ink/ink113.xml"/><Relationship Id="rId85" Type="http://schemas.openxmlformats.org/officeDocument/2006/relationships/image" Target="../media/image110.png"/><Relationship Id="rId12" Type="http://schemas.openxmlformats.org/officeDocument/2006/relationships/image" Target="../media/image74.png"/><Relationship Id="rId17" Type="http://schemas.openxmlformats.org/officeDocument/2006/relationships/customXml" Target="../ink/ink81.xml"/><Relationship Id="rId33" Type="http://schemas.openxmlformats.org/officeDocument/2006/relationships/customXml" Target="../ink/ink89.xml"/><Relationship Id="rId38" Type="http://schemas.openxmlformats.org/officeDocument/2006/relationships/customXml" Target="../ink/ink92.xml"/><Relationship Id="rId59" Type="http://schemas.openxmlformats.org/officeDocument/2006/relationships/image" Target="../media/image97.png"/><Relationship Id="rId103" Type="http://schemas.openxmlformats.org/officeDocument/2006/relationships/image" Target="../media/image119.png"/><Relationship Id="rId108" Type="http://schemas.openxmlformats.org/officeDocument/2006/relationships/customXml" Target="../ink/ink127.xml"/><Relationship Id="rId54" Type="http://schemas.openxmlformats.org/officeDocument/2006/relationships/customXml" Target="../ink/ink100.xml"/><Relationship Id="rId70" Type="http://schemas.openxmlformats.org/officeDocument/2006/relationships/customXml" Target="../ink/ink108.xml"/><Relationship Id="rId75" Type="http://schemas.openxmlformats.org/officeDocument/2006/relationships/image" Target="../media/image105.png"/><Relationship Id="rId91" Type="http://schemas.openxmlformats.org/officeDocument/2006/relationships/image" Target="../media/image113.png"/><Relationship Id="rId96" Type="http://schemas.openxmlformats.org/officeDocument/2006/relationships/customXml" Target="../ink/ink121.xml"/><Relationship Id="rId1" Type="http://schemas.openxmlformats.org/officeDocument/2006/relationships/slideLayout" Target="../slideLayouts/slideLayout1.xml"/><Relationship Id="rId6" Type="http://schemas.openxmlformats.org/officeDocument/2006/relationships/image" Target="../media/image71.png"/><Relationship Id="rId23" Type="http://schemas.openxmlformats.org/officeDocument/2006/relationships/customXml" Target="../ink/ink84.xml"/><Relationship Id="rId28" Type="http://schemas.openxmlformats.org/officeDocument/2006/relationships/image" Target="../media/image82.png"/><Relationship Id="rId49" Type="http://schemas.openxmlformats.org/officeDocument/2006/relationships/image" Target="../media/image92.png"/><Relationship Id="rId114" Type="http://schemas.openxmlformats.org/officeDocument/2006/relationships/customXml" Target="../ink/ink130.xml"/><Relationship Id="rId119" Type="http://schemas.openxmlformats.org/officeDocument/2006/relationships/image" Target="../media/image126.png"/><Relationship Id="rId10" Type="http://schemas.openxmlformats.org/officeDocument/2006/relationships/image" Target="../media/image73.png"/><Relationship Id="rId31" Type="http://schemas.openxmlformats.org/officeDocument/2006/relationships/customXml" Target="../ink/ink88.xml"/><Relationship Id="rId44" Type="http://schemas.openxmlformats.org/officeDocument/2006/relationships/customXml" Target="../ink/ink95.xml"/><Relationship Id="rId52" Type="http://schemas.openxmlformats.org/officeDocument/2006/relationships/customXml" Target="../ink/ink99.xml"/><Relationship Id="rId60" Type="http://schemas.openxmlformats.org/officeDocument/2006/relationships/customXml" Target="../ink/ink103.xml"/><Relationship Id="rId65" Type="http://schemas.openxmlformats.org/officeDocument/2006/relationships/image" Target="../media/image100.png"/><Relationship Id="rId73" Type="http://schemas.openxmlformats.org/officeDocument/2006/relationships/image" Target="../media/image104.png"/><Relationship Id="rId78" Type="http://schemas.openxmlformats.org/officeDocument/2006/relationships/customXml" Target="../ink/ink112.xml"/><Relationship Id="rId81" Type="http://schemas.openxmlformats.org/officeDocument/2006/relationships/image" Target="../media/image108.png"/><Relationship Id="rId86" Type="http://schemas.openxmlformats.org/officeDocument/2006/relationships/customXml" Target="../ink/ink116.xml"/><Relationship Id="rId94" Type="http://schemas.openxmlformats.org/officeDocument/2006/relationships/customXml" Target="../ink/ink120.xml"/><Relationship Id="rId99" Type="http://schemas.openxmlformats.org/officeDocument/2006/relationships/image" Target="../media/image117.png"/><Relationship Id="rId101" Type="http://schemas.openxmlformats.org/officeDocument/2006/relationships/image" Target="../media/image118.png"/><Relationship Id="rId4" Type="http://schemas.openxmlformats.org/officeDocument/2006/relationships/image" Target="../media/image34.png"/><Relationship Id="rId9" Type="http://schemas.openxmlformats.org/officeDocument/2006/relationships/customXml" Target="../ink/ink77.xml"/><Relationship Id="rId13" Type="http://schemas.openxmlformats.org/officeDocument/2006/relationships/customXml" Target="../ink/ink79.xml"/><Relationship Id="rId18" Type="http://schemas.openxmlformats.org/officeDocument/2006/relationships/image" Target="../media/image77.png"/><Relationship Id="rId39" Type="http://schemas.openxmlformats.org/officeDocument/2006/relationships/image" Target="../media/image87.png"/><Relationship Id="rId109" Type="http://schemas.openxmlformats.org/officeDocument/2006/relationships/image" Target="../media/image121.png"/><Relationship Id="rId34" Type="http://schemas.openxmlformats.org/officeDocument/2006/relationships/image" Target="../media/image85.png"/><Relationship Id="rId50" Type="http://schemas.openxmlformats.org/officeDocument/2006/relationships/customXml" Target="../ink/ink98.xml"/><Relationship Id="rId55" Type="http://schemas.openxmlformats.org/officeDocument/2006/relationships/image" Target="../media/image95.png"/><Relationship Id="rId76" Type="http://schemas.openxmlformats.org/officeDocument/2006/relationships/customXml" Target="../ink/ink111.xml"/><Relationship Id="rId97" Type="http://schemas.openxmlformats.org/officeDocument/2006/relationships/image" Target="../media/image116.png"/><Relationship Id="rId104" Type="http://schemas.openxmlformats.org/officeDocument/2006/relationships/customXml" Target="../ink/ink125.xml"/><Relationship Id="rId7" Type="http://schemas.openxmlformats.org/officeDocument/2006/relationships/customXml" Target="../ink/ink76.xml"/><Relationship Id="rId71" Type="http://schemas.openxmlformats.org/officeDocument/2006/relationships/image" Target="../media/image103.png"/><Relationship Id="rId92" Type="http://schemas.openxmlformats.org/officeDocument/2006/relationships/customXml" Target="../ink/ink119.xml"/><Relationship Id="rId2" Type="http://schemas.openxmlformats.org/officeDocument/2006/relationships/image" Target="../media/image1.jpeg"/><Relationship Id="rId29" Type="http://schemas.openxmlformats.org/officeDocument/2006/relationships/customXml" Target="../ink/ink87.xml"/><Relationship Id="rId24" Type="http://schemas.openxmlformats.org/officeDocument/2006/relationships/image" Target="../media/image80.png"/><Relationship Id="rId40" Type="http://schemas.openxmlformats.org/officeDocument/2006/relationships/customXml" Target="../ink/ink93.xml"/><Relationship Id="rId45" Type="http://schemas.openxmlformats.org/officeDocument/2006/relationships/image" Target="../media/image90.png"/><Relationship Id="rId66" Type="http://schemas.openxmlformats.org/officeDocument/2006/relationships/customXml" Target="../ink/ink106.xml"/><Relationship Id="rId87" Type="http://schemas.openxmlformats.org/officeDocument/2006/relationships/image" Target="../media/image111.png"/><Relationship Id="rId110" Type="http://schemas.openxmlformats.org/officeDocument/2006/relationships/customXml" Target="../ink/ink128.xml"/><Relationship Id="rId115" Type="http://schemas.openxmlformats.org/officeDocument/2006/relationships/image" Target="../media/image124.png"/><Relationship Id="rId61" Type="http://schemas.openxmlformats.org/officeDocument/2006/relationships/image" Target="../media/image98.png"/><Relationship Id="rId82" Type="http://schemas.openxmlformats.org/officeDocument/2006/relationships/customXml" Target="../ink/ink114.xml"/><Relationship Id="rId19" Type="http://schemas.openxmlformats.org/officeDocument/2006/relationships/customXml" Target="../ink/ink82.xml"/><Relationship Id="rId14" Type="http://schemas.openxmlformats.org/officeDocument/2006/relationships/image" Target="../media/image75.png"/><Relationship Id="rId30" Type="http://schemas.openxmlformats.org/officeDocument/2006/relationships/image" Target="../media/image83.png"/><Relationship Id="rId35" Type="http://schemas.openxmlformats.org/officeDocument/2006/relationships/customXml" Target="../ink/ink90.xml"/><Relationship Id="rId56" Type="http://schemas.openxmlformats.org/officeDocument/2006/relationships/customXml" Target="../ink/ink101.xml"/><Relationship Id="rId77" Type="http://schemas.openxmlformats.org/officeDocument/2006/relationships/image" Target="../media/image106.png"/><Relationship Id="rId100" Type="http://schemas.openxmlformats.org/officeDocument/2006/relationships/customXml" Target="../ink/ink123.xml"/><Relationship Id="rId105" Type="http://schemas.openxmlformats.org/officeDocument/2006/relationships/image" Target="../media/image15.png"/><Relationship Id="rId8" Type="http://schemas.openxmlformats.org/officeDocument/2006/relationships/image" Target="../media/image72.png"/><Relationship Id="rId51" Type="http://schemas.openxmlformats.org/officeDocument/2006/relationships/image" Target="../media/image93.png"/><Relationship Id="rId72" Type="http://schemas.openxmlformats.org/officeDocument/2006/relationships/customXml" Target="../ink/ink109.xml"/><Relationship Id="rId93" Type="http://schemas.openxmlformats.org/officeDocument/2006/relationships/image" Target="../media/image114.png"/><Relationship Id="rId98" Type="http://schemas.openxmlformats.org/officeDocument/2006/relationships/customXml" Target="../ink/ink122.xml"/><Relationship Id="rId3" Type="http://schemas.openxmlformats.org/officeDocument/2006/relationships/customXml" Target="../ink/ink74.xml"/><Relationship Id="rId25" Type="http://schemas.openxmlformats.org/officeDocument/2006/relationships/customXml" Target="../ink/ink85.xml"/><Relationship Id="rId46" Type="http://schemas.openxmlformats.org/officeDocument/2006/relationships/customXml" Target="../ink/ink96.xml"/><Relationship Id="rId67" Type="http://schemas.openxmlformats.org/officeDocument/2006/relationships/image" Target="../media/image101.png"/><Relationship Id="rId116" Type="http://schemas.openxmlformats.org/officeDocument/2006/relationships/customXml" Target="../ink/ink131.xml"/><Relationship Id="rId20" Type="http://schemas.openxmlformats.org/officeDocument/2006/relationships/image" Target="../media/image78.png"/><Relationship Id="rId41" Type="http://schemas.openxmlformats.org/officeDocument/2006/relationships/image" Target="../media/image88.png"/><Relationship Id="rId62" Type="http://schemas.openxmlformats.org/officeDocument/2006/relationships/customXml" Target="../ink/ink104.xml"/><Relationship Id="rId83" Type="http://schemas.openxmlformats.org/officeDocument/2006/relationships/image" Target="../media/image109.png"/><Relationship Id="rId88" Type="http://schemas.openxmlformats.org/officeDocument/2006/relationships/customXml" Target="../ink/ink117.xml"/><Relationship Id="rId111" Type="http://schemas.openxmlformats.org/officeDocument/2006/relationships/image" Target="../media/image122.png"/><Relationship Id="rId15" Type="http://schemas.openxmlformats.org/officeDocument/2006/relationships/customXml" Target="../ink/ink80.xml"/><Relationship Id="rId36" Type="http://schemas.openxmlformats.org/officeDocument/2006/relationships/image" Target="../media/image86.png"/><Relationship Id="rId57" Type="http://schemas.openxmlformats.org/officeDocument/2006/relationships/image" Target="../media/image96.png"/><Relationship Id="rId106" Type="http://schemas.openxmlformats.org/officeDocument/2006/relationships/customXml" Target="../ink/ink126.xml"/></Relationships>
</file>

<file path=ppt/slides/_rels/slide4.xml.rels><?xml version="1.0" encoding="UTF-8" standalone="yes"?>
<Relationships xmlns="http://schemas.openxmlformats.org/package/2006/relationships"><Relationship Id="rId26" Type="http://schemas.openxmlformats.org/officeDocument/2006/relationships/image" Target="../media/image138.png"/><Relationship Id="rId117" Type="http://schemas.openxmlformats.org/officeDocument/2006/relationships/customXml" Target="../ink/ink190.xml"/><Relationship Id="rId21" Type="http://schemas.openxmlformats.org/officeDocument/2006/relationships/customXml" Target="../ink/ink142.xml"/><Relationship Id="rId42" Type="http://schemas.openxmlformats.org/officeDocument/2006/relationships/image" Target="../media/image146.png"/><Relationship Id="rId47" Type="http://schemas.openxmlformats.org/officeDocument/2006/relationships/customXml" Target="../ink/ink155.xml"/><Relationship Id="rId63" Type="http://schemas.openxmlformats.org/officeDocument/2006/relationships/customXml" Target="../ink/ink163.xml"/><Relationship Id="rId68" Type="http://schemas.openxmlformats.org/officeDocument/2006/relationships/image" Target="../media/image159.png"/><Relationship Id="rId84" Type="http://schemas.openxmlformats.org/officeDocument/2006/relationships/image" Target="../media/image166.png"/><Relationship Id="rId89" Type="http://schemas.openxmlformats.org/officeDocument/2006/relationships/customXml" Target="../ink/ink176.xml"/><Relationship Id="rId112" Type="http://schemas.openxmlformats.org/officeDocument/2006/relationships/image" Target="../media/image179.png"/><Relationship Id="rId16" Type="http://schemas.openxmlformats.org/officeDocument/2006/relationships/image" Target="../media/image133.png"/><Relationship Id="rId107" Type="http://schemas.openxmlformats.org/officeDocument/2006/relationships/customXml" Target="../ink/ink185.xml"/><Relationship Id="rId11" Type="http://schemas.openxmlformats.org/officeDocument/2006/relationships/customXml" Target="../ink/ink137.xml"/><Relationship Id="rId32" Type="http://schemas.openxmlformats.org/officeDocument/2006/relationships/image" Target="../media/image141.png"/><Relationship Id="rId37" Type="http://schemas.openxmlformats.org/officeDocument/2006/relationships/customXml" Target="../ink/ink150.xml"/><Relationship Id="rId53" Type="http://schemas.openxmlformats.org/officeDocument/2006/relationships/customXml" Target="../ink/ink158.xml"/><Relationship Id="rId58" Type="http://schemas.openxmlformats.org/officeDocument/2006/relationships/image" Target="../media/image154.png"/><Relationship Id="rId74" Type="http://schemas.openxmlformats.org/officeDocument/2006/relationships/image" Target="../media/image161.png"/><Relationship Id="rId79" Type="http://schemas.openxmlformats.org/officeDocument/2006/relationships/customXml" Target="../ink/ink171.xml"/><Relationship Id="rId102" Type="http://schemas.openxmlformats.org/officeDocument/2006/relationships/image" Target="../media/image175.png"/><Relationship Id="rId123" Type="http://schemas.openxmlformats.org/officeDocument/2006/relationships/customXml" Target="../ink/ink193.xml"/><Relationship Id="rId128" Type="http://schemas.openxmlformats.org/officeDocument/2006/relationships/image" Target="../media/image187.png"/><Relationship Id="rId5" Type="http://schemas.openxmlformats.org/officeDocument/2006/relationships/customXml" Target="../ink/ink134.xml"/><Relationship Id="rId90" Type="http://schemas.openxmlformats.org/officeDocument/2006/relationships/image" Target="../media/image169.png"/><Relationship Id="rId95" Type="http://schemas.openxmlformats.org/officeDocument/2006/relationships/customXml" Target="../ink/ink179.xml"/><Relationship Id="rId22" Type="http://schemas.openxmlformats.org/officeDocument/2006/relationships/image" Target="../media/image136.png"/><Relationship Id="rId27" Type="http://schemas.openxmlformats.org/officeDocument/2006/relationships/customXml" Target="../ink/ink145.xml"/><Relationship Id="rId43" Type="http://schemas.openxmlformats.org/officeDocument/2006/relationships/customXml" Target="../ink/ink153.xml"/><Relationship Id="rId48" Type="http://schemas.openxmlformats.org/officeDocument/2006/relationships/image" Target="../media/image149.png"/><Relationship Id="rId64" Type="http://schemas.openxmlformats.org/officeDocument/2006/relationships/image" Target="../media/image157.png"/><Relationship Id="rId69" Type="http://schemas.openxmlformats.org/officeDocument/2006/relationships/customXml" Target="../ink/ink166.xml"/><Relationship Id="rId113" Type="http://schemas.openxmlformats.org/officeDocument/2006/relationships/customXml" Target="../ink/ink188.xml"/><Relationship Id="rId118" Type="http://schemas.openxmlformats.org/officeDocument/2006/relationships/image" Target="../media/image182.png"/><Relationship Id="rId80" Type="http://schemas.openxmlformats.org/officeDocument/2006/relationships/image" Target="../media/image164.png"/><Relationship Id="rId85" Type="http://schemas.openxmlformats.org/officeDocument/2006/relationships/customXml" Target="../ink/ink174.xml"/><Relationship Id="rId12" Type="http://schemas.openxmlformats.org/officeDocument/2006/relationships/image" Target="../media/image131.png"/><Relationship Id="rId17" Type="http://schemas.openxmlformats.org/officeDocument/2006/relationships/customXml" Target="../ink/ink140.xml"/><Relationship Id="rId33" Type="http://schemas.openxmlformats.org/officeDocument/2006/relationships/customXml" Target="../ink/ink148.xml"/><Relationship Id="rId38" Type="http://schemas.openxmlformats.org/officeDocument/2006/relationships/image" Target="../media/image144.png"/><Relationship Id="rId59" Type="http://schemas.openxmlformats.org/officeDocument/2006/relationships/customXml" Target="../ink/ink161.xml"/><Relationship Id="rId103" Type="http://schemas.openxmlformats.org/officeDocument/2006/relationships/customXml" Target="../ink/ink183.xml"/><Relationship Id="rId108" Type="http://schemas.openxmlformats.org/officeDocument/2006/relationships/image" Target="../media/image15.png"/><Relationship Id="rId124" Type="http://schemas.openxmlformats.org/officeDocument/2006/relationships/image" Target="../media/image185.png"/><Relationship Id="rId54" Type="http://schemas.openxmlformats.org/officeDocument/2006/relationships/image" Target="../media/image152.png"/><Relationship Id="rId70" Type="http://schemas.openxmlformats.org/officeDocument/2006/relationships/image" Target="../media/image34.png"/><Relationship Id="rId75" Type="http://schemas.openxmlformats.org/officeDocument/2006/relationships/customXml" Target="../ink/ink169.xml"/><Relationship Id="rId91" Type="http://schemas.openxmlformats.org/officeDocument/2006/relationships/customXml" Target="../ink/ink177.xml"/><Relationship Id="rId96" Type="http://schemas.openxmlformats.org/officeDocument/2006/relationships/image" Target="../media/image172.png"/><Relationship Id="rId1" Type="http://schemas.openxmlformats.org/officeDocument/2006/relationships/slideLayout" Target="../slideLayouts/slideLayout1.xml"/><Relationship Id="rId6" Type="http://schemas.openxmlformats.org/officeDocument/2006/relationships/image" Target="../media/image128.png"/><Relationship Id="rId23" Type="http://schemas.openxmlformats.org/officeDocument/2006/relationships/customXml" Target="../ink/ink143.xml"/><Relationship Id="rId28" Type="http://schemas.openxmlformats.org/officeDocument/2006/relationships/image" Target="../media/image139.png"/><Relationship Id="rId49" Type="http://schemas.openxmlformats.org/officeDocument/2006/relationships/customXml" Target="../ink/ink156.xml"/><Relationship Id="rId114" Type="http://schemas.openxmlformats.org/officeDocument/2006/relationships/image" Target="../media/image180.png"/><Relationship Id="rId119" Type="http://schemas.openxmlformats.org/officeDocument/2006/relationships/customXml" Target="../ink/ink191.xml"/><Relationship Id="rId44" Type="http://schemas.openxmlformats.org/officeDocument/2006/relationships/image" Target="../media/image147.png"/><Relationship Id="rId60" Type="http://schemas.openxmlformats.org/officeDocument/2006/relationships/image" Target="../media/image155.png"/><Relationship Id="rId65" Type="http://schemas.openxmlformats.org/officeDocument/2006/relationships/customXml" Target="../ink/ink164.xml"/><Relationship Id="rId81" Type="http://schemas.openxmlformats.org/officeDocument/2006/relationships/customXml" Target="../ink/ink172.xml"/><Relationship Id="rId86" Type="http://schemas.openxmlformats.org/officeDocument/2006/relationships/image" Target="../media/image167.png"/><Relationship Id="rId13" Type="http://schemas.openxmlformats.org/officeDocument/2006/relationships/customXml" Target="../ink/ink138.xml"/><Relationship Id="rId18" Type="http://schemas.openxmlformats.org/officeDocument/2006/relationships/image" Target="../media/image134.png"/><Relationship Id="rId39" Type="http://schemas.openxmlformats.org/officeDocument/2006/relationships/customXml" Target="../ink/ink151.xml"/><Relationship Id="rId109" Type="http://schemas.openxmlformats.org/officeDocument/2006/relationships/customXml" Target="../ink/ink186.xml"/><Relationship Id="rId34" Type="http://schemas.openxmlformats.org/officeDocument/2006/relationships/image" Target="../media/image142.png"/><Relationship Id="rId50" Type="http://schemas.openxmlformats.org/officeDocument/2006/relationships/image" Target="../media/image150.png"/><Relationship Id="rId55" Type="http://schemas.openxmlformats.org/officeDocument/2006/relationships/customXml" Target="../ink/ink159.xml"/><Relationship Id="rId76" Type="http://schemas.openxmlformats.org/officeDocument/2006/relationships/image" Target="../media/image162.png"/><Relationship Id="rId97" Type="http://schemas.openxmlformats.org/officeDocument/2006/relationships/customXml" Target="../ink/ink180.xml"/><Relationship Id="rId104" Type="http://schemas.openxmlformats.org/officeDocument/2006/relationships/image" Target="../media/image176.png"/><Relationship Id="rId120" Type="http://schemas.openxmlformats.org/officeDocument/2006/relationships/image" Target="../media/image183.png"/><Relationship Id="rId125" Type="http://schemas.openxmlformats.org/officeDocument/2006/relationships/customXml" Target="../ink/ink194.xml"/><Relationship Id="rId7" Type="http://schemas.openxmlformats.org/officeDocument/2006/relationships/customXml" Target="../ink/ink135.xml"/><Relationship Id="rId71" Type="http://schemas.openxmlformats.org/officeDocument/2006/relationships/customXml" Target="../ink/ink167.xml"/><Relationship Id="rId92" Type="http://schemas.openxmlformats.org/officeDocument/2006/relationships/image" Target="../media/image170.png"/><Relationship Id="rId2" Type="http://schemas.openxmlformats.org/officeDocument/2006/relationships/image" Target="../media/image1.jpeg"/><Relationship Id="rId29" Type="http://schemas.openxmlformats.org/officeDocument/2006/relationships/customXml" Target="../ink/ink146.xml"/><Relationship Id="rId24" Type="http://schemas.openxmlformats.org/officeDocument/2006/relationships/image" Target="../media/image137.png"/><Relationship Id="rId40" Type="http://schemas.openxmlformats.org/officeDocument/2006/relationships/image" Target="../media/image145.png"/><Relationship Id="rId45" Type="http://schemas.openxmlformats.org/officeDocument/2006/relationships/customXml" Target="../ink/ink154.xml"/><Relationship Id="rId66" Type="http://schemas.openxmlformats.org/officeDocument/2006/relationships/image" Target="../media/image158.png"/><Relationship Id="rId87" Type="http://schemas.openxmlformats.org/officeDocument/2006/relationships/customXml" Target="../ink/ink175.xml"/><Relationship Id="rId110" Type="http://schemas.openxmlformats.org/officeDocument/2006/relationships/image" Target="../media/image178.png"/><Relationship Id="rId115" Type="http://schemas.openxmlformats.org/officeDocument/2006/relationships/customXml" Target="../ink/ink189.xml"/><Relationship Id="rId61" Type="http://schemas.openxmlformats.org/officeDocument/2006/relationships/customXml" Target="../ink/ink162.xml"/><Relationship Id="rId82" Type="http://schemas.openxmlformats.org/officeDocument/2006/relationships/image" Target="../media/image165.png"/><Relationship Id="rId19" Type="http://schemas.openxmlformats.org/officeDocument/2006/relationships/customXml" Target="../ink/ink141.xml"/><Relationship Id="rId14" Type="http://schemas.openxmlformats.org/officeDocument/2006/relationships/image" Target="../media/image132.png"/><Relationship Id="rId30" Type="http://schemas.openxmlformats.org/officeDocument/2006/relationships/image" Target="../media/image140.png"/><Relationship Id="rId35" Type="http://schemas.openxmlformats.org/officeDocument/2006/relationships/customXml" Target="../ink/ink149.xml"/><Relationship Id="rId56" Type="http://schemas.openxmlformats.org/officeDocument/2006/relationships/image" Target="../media/image153.png"/><Relationship Id="rId77" Type="http://schemas.openxmlformats.org/officeDocument/2006/relationships/customXml" Target="../ink/ink170.xml"/><Relationship Id="rId100" Type="http://schemas.openxmlformats.org/officeDocument/2006/relationships/image" Target="../media/image174.png"/><Relationship Id="rId105" Type="http://schemas.openxmlformats.org/officeDocument/2006/relationships/customXml" Target="../ink/ink184.xml"/><Relationship Id="rId126" Type="http://schemas.openxmlformats.org/officeDocument/2006/relationships/image" Target="../media/image186.png"/><Relationship Id="rId8" Type="http://schemas.openxmlformats.org/officeDocument/2006/relationships/image" Target="../media/image129.png"/><Relationship Id="rId51" Type="http://schemas.openxmlformats.org/officeDocument/2006/relationships/customXml" Target="../ink/ink157.xml"/><Relationship Id="rId72" Type="http://schemas.openxmlformats.org/officeDocument/2006/relationships/image" Target="../media/image160.png"/><Relationship Id="rId93" Type="http://schemas.openxmlformats.org/officeDocument/2006/relationships/customXml" Target="../ink/ink178.xml"/><Relationship Id="rId98" Type="http://schemas.openxmlformats.org/officeDocument/2006/relationships/image" Target="../media/image173.png"/><Relationship Id="rId121" Type="http://schemas.openxmlformats.org/officeDocument/2006/relationships/customXml" Target="../ink/ink192.xml"/><Relationship Id="rId3" Type="http://schemas.openxmlformats.org/officeDocument/2006/relationships/customXml" Target="../ink/ink133.xml"/><Relationship Id="rId25" Type="http://schemas.openxmlformats.org/officeDocument/2006/relationships/customXml" Target="../ink/ink144.xml"/><Relationship Id="rId46" Type="http://schemas.openxmlformats.org/officeDocument/2006/relationships/image" Target="../media/image148.png"/><Relationship Id="rId67" Type="http://schemas.openxmlformats.org/officeDocument/2006/relationships/customXml" Target="../ink/ink165.xml"/><Relationship Id="rId116" Type="http://schemas.openxmlformats.org/officeDocument/2006/relationships/image" Target="../media/image181.png"/><Relationship Id="rId20" Type="http://schemas.openxmlformats.org/officeDocument/2006/relationships/image" Target="../media/image135.png"/><Relationship Id="rId41" Type="http://schemas.openxmlformats.org/officeDocument/2006/relationships/customXml" Target="../ink/ink152.xml"/><Relationship Id="rId62" Type="http://schemas.openxmlformats.org/officeDocument/2006/relationships/image" Target="../media/image156.png"/><Relationship Id="rId83" Type="http://schemas.openxmlformats.org/officeDocument/2006/relationships/customXml" Target="../ink/ink173.xml"/><Relationship Id="rId88" Type="http://schemas.openxmlformats.org/officeDocument/2006/relationships/image" Target="../media/image168.png"/><Relationship Id="rId111" Type="http://schemas.openxmlformats.org/officeDocument/2006/relationships/customXml" Target="../ink/ink187.xml"/><Relationship Id="rId15" Type="http://schemas.openxmlformats.org/officeDocument/2006/relationships/customXml" Target="../ink/ink139.xml"/><Relationship Id="rId36" Type="http://schemas.openxmlformats.org/officeDocument/2006/relationships/image" Target="../media/image143.png"/><Relationship Id="rId57" Type="http://schemas.openxmlformats.org/officeDocument/2006/relationships/customXml" Target="../ink/ink160.xml"/><Relationship Id="rId106" Type="http://schemas.openxmlformats.org/officeDocument/2006/relationships/image" Target="../media/image177.png"/><Relationship Id="rId127" Type="http://schemas.openxmlformats.org/officeDocument/2006/relationships/customXml" Target="../ink/ink195.xml"/><Relationship Id="rId10" Type="http://schemas.openxmlformats.org/officeDocument/2006/relationships/image" Target="../media/image130.png"/><Relationship Id="rId31" Type="http://schemas.openxmlformats.org/officeDocument/2006/relationships/customXml" Target="../ink/ink147.xml"/><Relationship Id="rId52" Type="http://schemas.openxmlformats.org/officeDocument/2006/relationships/image" Target="../media/image151.png"/><Relationship Id="rId73" Type="http://schemas.openxmlformats.org/officeDocument/2006/relationships/customXml" Target="../ink/ink168.xml"/><Relationship Id="rId78" Type="http://schemas.openxmlformats.org/officeDocument/2006/relationships/image" Target="../media/image163.png"/><Relationship Id="rId94" Type="http://schemas.openxmlformats.org/officeDocument/2006/relationships/image" Target="../media/image171.png"/><Relationship Id="rId99" Type="http://schemas.openxmlformats.org/officeDocument/2006/relationships/customXml" Target="../ink/ink181.xml"/><Relationship Id="rId101" Type="http://schemas.openxmlformats.org/officeDocument/2006/relationships/customXml" Target="../ink/ink182.xml"/><Relationship Id="rId122" Type="http://schemas.openxmlformats.org/officeDocument/2006/relationships/image" Target="../media/image184.png"/><Relationship Id="rId4" Type="http://schemas.openxmlformats.org/officeDocument/2006/relationships/image" Target="../media/image127.png"/><Relationship Id="rId9" Type="http://schemas.openxmlformats.org/officeDocument/2006/relationships/customXml" Target="../ink/ink136.xml"/></Relationships>
</file>

<file path=ppt/slides/_rels/slide5.xml.rels><?xml version="1.0" encoding="UTF-8" standalone="yes"?>
<Relationships xmlns="http://schemas.openxmlformats.org/package/2006/relationships"><Relationship Id="rId13" Type="http://schemas.openxmlformats.org/officeDocument/2006/relationships/customXml" Target="../ink/ink201.xml"/><Relationship Id="rId18" Type="http://schemas.openxmlformats.org/officeDocument/2006/relationships/image" Target="../media/image195.png"/><Relationship Id="rId26" Type="http://schemas.openxmlformats.org/officeDocument/2006/relationships/image" Target="../media/image199.png"/><Relationship Id="rId39" Type="http://schemas.openxmlformats.org/officeDocument/2006/relationships/customXml" Target="../ink/ink214.xml"/><Relationship Id="rId21" Type="http://schemas.openxmlformats.org/officeDocument/2006/relationships/customXml" Target="../ink/ink205.xml"/><Relationship Id="rId34" Type="http://schemas.openxmlformats.org/officeDocument/2006/relationships/image" Target="../media/image203.png"/><Relationship Id="rId42" Type="http://schemas.openxmlformats.org/officeDocument/2006/relationships/image" Target="../media/image207.png"/><Relationship Id="rId47" Type="http://schemas.openxmlformats.org/officeDocument/2006/relationships/customXml" Target="../ink/ink218.xml"/><Relationship Id="rId50" Type="http://schemas.openxmlformats.org/officeDocument/2006/relationships/image" Target="../media/image211.png"/><Relationship Id="rId7" Type="http://schemas.openxmlformats.org/officeDocument/2006/relationships/customXml" Target="../ink/ink198.xml"/><Relationship Id="rId2" Type="http://schemas.openxmlformats.org/officeDocument/2006/relationships/image" Target="../media/image188.jpeg"/><Relationship Id="rId16" Type="http://schemas.openxmlformats.org/officeDocument/2006/relationships/image" Target="../media/image194.png"/><Relationship Id="rId29" Type="http://schemas.openxmlformats.org/officeDocument/2006/relationships/customXml" Target="../ink/ink209.xml"/><Relationship Id="rId11" Type="http://schemas.openxmlformats.org/officeDocument/2006/relationships/customXml" Target="../ink/ink200.xml"/><Relationship Id="rId24" Type="http://schemas.openxmlformats.org/officeDocument/2006/relationships/image" Target="../media/image198.png"/><Relationship Id="rId32" Type="http://schemas.openxmlformats.org/officeDocument/2006/relationships/image" Target="../media/image202.png"/><Relationship Id="rId37" Type="http://schemas.openxmlformats.org/officeDocument/2006/relationships/customXml" Target="../ink/ink213.xml"/><Relationship Id="rId40" Type="http://schemas.openxmlformats.org/officeDocument/2006/relationships/image" Target="../media/image206.png"/><Relationship Id="rId45" Type="http://schemas.openxmlformats.org/officeDocument/2006/relationships/customXml" Target="../ink/ink217.xml"/><Relationship Id="rId5" Type="http://schemas.openxmlformats.org/officeDocument/2006/relationships/customXml" Target="../ink/ink197.xml"/><Relationship Id="rId15" Type="http://schemas.openxmlformats.org/officeDocument/2006/relationships/customXml" Target="../ink/ink202.xml"/><Relationship Id="rId23" Type="http://schemas.openxmlformats.org/officeDocument/2006/relationships/customXml" Target="../ink/ink206.xml"/><Relationship Id="rId28" Type="http://schemas.openxmlformats.org/officeDocument/2006/relationships/image" Target="../media/image200.png"/><Relationship Id="rId36" Type="http://schemas.openxmlformats.org/officeDocument/2006/relationships/image" Target="../media/image204.png"/><Relationship Id="rId49" Type="http://schemas.openxmlformats.org/officeDocument/2006/relationships/customXml" Target="../ink/ink219.xml"/><Relationship Id="rId10" Type="http://schemas.openxmlformats.org/officeDocument/2006/relationships/image" Target="../media/image191.png"/><Relationship Id="rId19" Type="http://schemas.openxmlformats.org/officeDocument/2006/relationships/customXml" Target="../ink/ink204.xml"/><Relationship Id="rId31" Type="http://schemas.openxmlformats.org/officeDocument/2006/relationships/customXml" Target="../ink/ink210.xml"/><Relationship Id="rId44" Type="http://schemas.openxmlformats.org/officeDocument/2006/relationships/image" Target="../media/image208.png"/><Relationship Id="rId4" Type="http://schemas.openxmlformats.org/officeDocument/2006/relationships/image" Target="../media/image15.png"/><Relationship Id="rId9" Type="http://schemas.openxmlformats.org/officeDocument/2006/relationships/customXml" Target="../ink/ink199.xml"/><Relationship Id="rId14" Type="http://schemas.openxmlformats.org/officeDocument/2006/relationships/image" Target="../media/image193.png"/><Relationship Id="rId22" Type="http://schemas.openxmlformats.org/officeDocument/2006/relationships/image" Target="../media/image197.png"/><Relationship Id="rId27" Type="http://schemas.openxmlformats.org/officeDocument/2006/relationships/customXml" Target="../ink/ink208.xml"/><Relationship Id="rId30" Type="http://schemas.openxmlformats.org/officeDocument/2006/relationships/image" Target="../media/image201.png"/><Relationship Id="rId35" Type="http://schemas.openxmlformats.org/officeDocument/2006/relationships/customXml" Target="../ink/ink212.xml"/><Relationship Id="rId43" Type="http://schemas.openxmlformats.org/officeDocument/2006/relationships/customXml" Target="../ink/ink216.xml"/><Relationship Id="rId48" Type="http://schemas.openxmlformats.org/officeDocument/2006/relationships/image" Target="../media/image210.png"/><Relationship Id="rId8" Type="http://schemas.openxmlformats.org/officeDocument/2006/relationships/image" Target="../media/image190.png"/><Relationship Id="rId3" Type="http://schemas.openxmlformats.org/officeDocument/2006/relationships/customXml" Target="../ink/ink196.xml"/><Relationship Id="rId12" Type="http://schemas.openxmlformats.org/officeDocument/2006/relationships/image" Target="../media/image192.png"/><Relationship Id="rId17" Type="http://schemas.openxmlformats.org/officeDocument/2006/relationships/customXml" Target="../ink/ink203.xml"/><Relationship Id="rId25" Type="http://schemas.openxmlformats.org/officeDocument/2006/relationships/customXml" Target="../ink/ink207.xml"/><Relationship Id="rId33" Type="http://schemas.openxmlformats.org/officeDocument/2006/relationships/customXml" Target="../ink/ink211.xml"/><Relationship Id="rId38" Type="http://schemas.openxmlformats.org/officeDocument/2006/relationships/image" Target="../media/image205.png"/><Relationship Id="rId46" Type="http://schemas.openxmlformats.org/officeDocument/2006/relationships/image" Target="../media/image209.png"/><Relationship Id="rId20" Type="http://schemas.openxmlformats.org/officeDocument/2006/relationships/image" Target="../media/image196.png"/><Relationship Id="rId41" Type="http://schemas.openxmlformats.org/officeDocument/2006/relationships/customXml" Target="../ink/ink215.xml"/><Relationship Id="rId1" Type="http://schemas.openxmlformats.org/officeDocument/2006/relationships/slideLayout" Target="../slideLayouts/slideLayout1.xml"/><Relationship Id="rId6" Type="http://schemas.openxmlformats.org/officeDocument/2006/relationships/image" Target="../media/image18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13.png"/><Relationship Id="rId13" Type="http://schemas.openxmlformats.org/officeDocument/2006/relationships/customXml" Target="../ink/ink225.xml"/><Relationship Id="rId18" Type="http://schemas.openxmlformats.org/officeDocument/2006/relationships/image" Target="../media/image218.png"/><Relationship Id="rId3" Type="http://schemas.openxmlformats.org/officeDocument/2006/relationships/customXml" Target="../ink/ink220.xml"/><Relationship Id="rId21" Type="http://schemas.openxmlformats.org/officeDocument/2006/relationships/customXml" Target="../ink/ink229.xml"/><Relationship Id="rId7" Type="http://schemas.openxmlformats.org/officeDocument/2006/relationships/customXml" Target="../ink/ink222.xml"/><Relationship Id="rId12" Type="http://schemas.openxmlformats.org/officeDocument/2006/relationships/image" Target="../media/image215.png"/><Relationship Id="rId17" Type="http://schemas.openxmlformats.org/officeDocument/2006/relationships/customXml" Target="../ink/ink227.xml"/><Relationship Id="rId2" Type="http://schemas.openxmlformats.org/officeDocument/2006/relationships/image" Target="../media/image188.jpeg"/><Relationship Id="rId16" Type="http://schemas.openxmlformats.org/officeDocument/2006/relationships/image" Target="../media/image217.png"/><Relationship Id="rId20" Type="http://schemas.openxmlformats.org/officeDocument/2006/relationships/image" Target="../media/image219.png"/><Relationship Id="rId1" Type="http://schemas.openxmlformats.org/officeDocument/2006/relationships/slideLayout" Target="../slideLayouts/slideLayout1.xml"/><Relationship Id="rId6" Type="http://schemas.openxmlformats.org/officeDocument/2006/relationships/image" Target="../media/image212.png"/><Relationship Id="rId11" Type="http://schemas.openxmlformats.org/officeDocument/2006/relationships/customXml" Target="../ink/ink224.xml"/><Relationship Id="rId5" Type="http://schemas.openxmlformats.org/officeDocument/2006/relationships/customXml" Target="../ink/ink221.xml"/><Relationship Id="rId15" Type="http://schemas.openxmlformats.org/officeDocument/2006/relationships/customXml" Target="../ink/ink226.xml"/><Relationship Id="rId10" Type="http://schemas.openxmlformats.org/officeDocument/2006/relationships/image" Target="../media/image214.png"/><Relationship Id="rId19" Type="http://schemas.openxmlformats.org/officeDocument/2006/relationships/customXml" Target="../ink/ink228.xml"/><Relationship Id="rId4" Type="http://schemas.openxmlformats.org/officeDocument/2006/relationships/image" Target="../media/image34.png"/><Relationship Id="rId9" Type="http://schemas.openxmlformats.org/officeDocument/2006/relationships/customXml" Target="../ink/ink223.xml"/><Relationship Id="rId14" Type="http://schemas.openxmlformats.org/officeDocument/2006/relationships/image" Target="../media/image216.png"/><Relationship Id="rId22" Type="http://schemas.openxmlformats.org/officeDocument/2006/relationships/image" Target="../media/image220.png"/></Relationships>
</file>

<file path=ppt/slides/_rels/slide8.xml.rels><?xml version="1.0" encoding="UTF-8" standalone="yes"?>
<Relationships xmlns="http://schemas.openxmlformats.org/package/2006/relationships"><Relationship Id="rId8" Type="http://schemas.openxmlformats.org/officeDocument/2006/relationships/image" Target="../media/image222.png"/><Relationship Id="rId3" Type="http://schemas.openxmlformats.org/officeDocument/2006/relationships/customXml" Target="../ink/ink230.xml"/><Relationship Id="rId7" Type="http://schemas.openxmlformats.org/officeDocument/2006/relationships/customXml" Target="../ink/ink232.xml"/><Relationship Id="rId2" Type="http://schemas.openxmlformats.org/officeDocument/2006/relationships/image" Target="../media/image188.jpeg"/><Relationship Id="rId1" Type="http://schemas.openxmlformats.org/officeDocument/2006/relationships/slideLayout" Target="../slideLayouts/slideLayout1.xml"/><Relationship Id="rId6" Type="http://schemas.openxmlformats.org/officeDocument/2006/relationships/image" Target="../media/image221.png"/><Relationship Id="rId5" Type="http://schemas.openxmlformats.org/officeDocument/2006/relationships/customXml" Target="../ink/ink231.xml"/><Relationship Id="rId10" Type="http://schemas.openxmlformats.org/officeDocument/2006/relationships/image" Target="../media/image223.png"/><Relationship Id="rId4" Type="http://schemas.openxmlformats.org/officeDocument/2006/relationships/image" Target="../media/image34.png"/><Relationship Id="rId9" Type="http://schemas.openxmlformats.org/officeDocument/2006/relationships/customXml" Target="../ink/ink233.xml"/></Relationships>
</file>

<file path=ppt/slides/_rels/slide9.xml.rels><?xml version="1.0" encoding="UTF-8" standalone="yes"?>
<Relationships xmlns="http://schemas.openxmlformats.org/package/2006/relationships"><Relationship Id="rId3" Type="http://schemas.openxmlformats.org/officeDocument/2006/relationships/customXml" Target="../ink/ink234.xml"/><Relationship Id="rId2" Type="http://schemas.openxmlformats.org/officeDocument/2006/relationships/image" Target="../media/image224.jpeg"/><Relationship Id="rId1" Type="http://schemas.openxmlformats.org/officeDocument/2006/relationships/slideLayout" Target="../slideLayouts/slideLayout1.xml"/><Relationship Id="rId6" Type="http://schemas.openxmlformats.org/officeDocument/2006/relationships/image" Target="../media/image226.png"/><Relationship Id="rId5" Type="http://schemas.openxmlformats.org/officeDocument/2006/relationships/customXml" Target="../ink/ink235.xml"/><Relationship Id="rId4" Type="http://schemas.openxmlformats.org/officeDocument/2006/relationships/image" Target="../media/image225.png"/></Relationships>
</file>

<file path=ppt/slides/_rels/slide10.xml.rels><?xml version="1.0" encoding="UTF-8" standalone="yes"?>
<Relationships xmlns="http://schemas.openxmlformats.org/package/2006/relationships"><Relationship Id="rId2" Type="http://schemas.openxmlformats.org/officeDocument/2006/relationships/image" Target="../media/image22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2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2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2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2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24.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29.png"/><Relationship Id="rId13" Type="http://schemas.openxmlformats.org/officeDocument/2006/relationships/customXml" Target="../ink/ink241.xml"/><Relationship Id="rId3" Type="http://schemas.openxmlformats.org/officeDocument/2006/relationships/customXml" Target="../ink/ink236.xml"/><Relationship Id="rId7" Type="http://schemas.openxmlformats.org/officeDocument/2006/relationships/customXml" Target="../ink/ink238.xml"/><Relationship Id="rId12" Type="http://schemas.openxmlformats.org/officeDocument/2006/relationships/image" Target="../media/image34.png"/><Relationship Id="rId17" Type="http://schemas.openxmlformats.org/officeDocument/2006/relationships/customXml" Target="../ink/ink243.xml"/><Relationship Id="rId2" Type="http://schemas.openxmlformats.org/officeDocument/2006/relationships/image" Target="../media/image224.jpeg"/><Relationship Id="rId16" Type="http://schemas.openxmlformats.org/officeDocument/2006/relationships/image" Target="../media/image232.png"/><Relationship Id="rId1" Type="http://schemas.openxmlformats.org/officeDocument/2006/relationships/slideLayout" Target="../slideLayouts/slideLayout1.xml"/><Relationship Id="rId6" Type="http://schemas.openxmlformats.org/officeDocument/2006/relationships/image" Target="../media/image228.png"/><Relationship Id="rId11" Type="http://schemas.openxmlformats.org/officeDocument/2006/relationships/customXml" Target="../ink/ink240.xml"/><Relationship Id="rId5" Type="http://schemas.openxmlformats.org/officeDocument/2006/relationships/customXml" Target="../ink/ink237.xml"/><Relationship Id="rId15" Type="http://schemas.openxmlformats.org/officeDocument/2006/relationships/customXml" Target="../ink/ink242.xml"/><Relationship Id="rId10" Type="http://schemas.openxmlformats.org/officeDocument/2006/relationships/image" Target="../media/image230.png"/><Relationship Id="rId4" Type="http://schemas.openxmlformats.org/officeDocument/2006/relationships/image" Target="../media/image227.png"/><Relationship Id="rId9" Type="http://schemas.openxmlformats.org/officeDocument/2006/relationships/customXml" Target="../ink/ink239.xml"/><Relationship Id="rId14" Type="http://schemas.openxmlformats.org/officeDocument/2006/relationships/image" Target="../media/image231.png"/></Relationships>
</file>

<file path=ppt/slides/_rels/slide17.xml.rels><?xml version="1.0" encoding="UTF-8" standalone="yes"?>
<Relationships xmlns="http://schemas.openxmlformats.org/package/2006/relationships"><Relationship Id="rId117" Type="http://schemas.openxmlformats.org/officeDocument/2006/relationships/customXml" Target="../ink/ink301.xml"/><Relationship Id="rId299" Type="http://schemas.openxmlformats.org/officeDocument/2006/relationships/image" Target="../media/image380.png"/><Relationship Id="rId21" Type="http://schemas.openxmlformats.org/officeDocument/2006/relationships/customXml" Target="../ink/ink253.xml"/><Relationship Id="rId63" Type="http://schemas.openxmlformats.org/officeDocument/2006/relationships/customXml" Target="../ink/ink274.xml"/><Relationship Id="rId159" Type="http://schemas.openxmlformats.org/officeDocument/2006/relationships/customXml" Target="../ink/ink322.xml"/><Relationship Id="rId170" Type="http://schemas.openxmlformats.org/officeDocument/2006/relationships/image" Target="../media/image316.png"/><Relationship Id="rId226" Type="http://schemas.openxmlformats.org/officeDocument/2006/relationships/customXml" Target="../ink/ink356.xml"/><Relationship Id="rId268" Type="http://schemas.openxmlformats.org/officeDocument/2006/relationships/customXml" Target="../ink/ink377.xml"/><Relationship Id="rId32" Type="http://schemas.openxmlformats.org/officeDocument/2006/relationships/image" Target="../media/image248.png"/><Relationship Id="rId74" Type="http://schemas.openxmlformats.org/officeDocument/2006/relationships/image" Target="../media/image269.png"/><Relationship Id="rId128" Type="http://schemas.openxmlformats.org/officeDocument/2006/relationships/image" Target="../media/image296.png"/><Relationship Id="rId5" Type="http://schemas.openxmlformats.org/officeDocument/2006/relationships/customXml" Target="../ink/ink245.xml"/><Relationship Id="rId181" Type="http://schemas.openxmlformats.org/officeDocument/2006/relationships/customXml" Target="../ink/ink333.xml"/><Relationship Id="rId237" Type="http://schemas.openxmlformats.org/officeDocument/2006/relationships/image" Target="../media/image349.png"/><Relationship Id="rId279" Type="http://schemas.openxmlformats.org/officeDocument/2006/relationships/image" Target="../media/image370.png"/><Relationship Id="rId43" Type="http://schemas.openxmlformats.org/officeDocument/2006/relationships/customXml" Target="../ink/ink264.xml"/><Relationship Id="rId139" Type="http://schemas.openxmlformats.org/officeDocument/2006/relationships/customXml" Target="../ink/ink312.xml"/><Relationship Id="rId290" Type="http://schemas.openxmlformats.org/officeDocument/2006/relationships/customXml" Target="../ink/ink388.xml"/><Relationship Id="rId304" Type="http://schemas.openxmlformats.org/officeDocument/2006/relationships/customXml" Target="../ink/ink395.xml"/><Relationship Id="rId85" Type="http://schemas.openxmlformats.org/officeDocument/2006/relationships/customXml" Target="../ink/ink285.xml"/><Relationship Id="rId150" Type="http://schemas.openxmlformats.org/officeDocument/2006/relationships/image" Target="../media/image306.png"/><Relationship Id="rId192" Type="http://schemas.openxmlformats.org/officeDocument/2006/relationships/image" Target="../media/image327.png"/><Relationship Id="rId206" Type="http://schemas.openxmlformats.org/officeDocument/2006/relationships/customXml" Target="../ink/ink346.xml"/><Relationship Id="rId248" Type="http://schemas.openxmlformats.org/officeDocument/2006/relationships/customXml" Target="../ink/ink367.xml"/><Relationship Id="rId12" Type="http://schemas.openxmlformats.org/officeDocument/2006/relationships/image" Target="../media/image238.png"/><Relationship Id="rId108" Type="http://schemas.openxmlformats.org/officeDocument/2006/relationships/image" Target="../media/image286.png"/><Relationship Id="rId315" Type="http://schemas.openxmlformats.org/officeDocument/2006/relationships/image" Target="../media/image388.png"/><Relationship Id="rId54" Type="http://schemas.openxmlformats.org/officeDocument/2006/relationships/image" Target="../media/image259.png"/><Relationship Id="rId96" Type="http://schemas.openxmlformats.org/officeDocument/2006/relationships/image" Target="../media/image280.png"/><Relationship Id="rId161" Type="http://schemas.openxmlformats.org/officeDocument/2006/relationships/customXml" Target="../ink/ink323.xml"/><Relationship Id="rId217" Type="http://schemas.openxmlformats.org/officeDocument/2006/relationships/image" Target="../media/image339.png"/><Relationship Id="rId259" Type="http://schemas.openxmlformats.org/officeDocument/2006/relationships/image" Target="../media/image360.png"/><Relationship Id="rId23" Type="http://schemas.openxmlformats.org/officeDocument/2006/relationships/customXml" Target="../ink/ink254.xml"/><Relationship Id="rId119" Type="http://schemas.openxmlformats.org/officeDocument/2006/relationships/customXml" Target="../ink/ink302.xml"/><Relationship Id="rId270" Type="http://schemas.openxmlformats.org/officeDocument/2006/relationships/customXml" Target="../ink/ink378.xml"/><Relationship Id="rId65" Type="http://schemas.openxmlformats.org/officeDocument/2006/relationships/customXml" Target="../ink/ink275.xml"/><Relationship Id="rId130" Type="http://schemas.openxmlformats.org/officeDocument/2006/relationships/image" Target="../media/image297.png"/><Relationship Id="rId172" Type="http://schemas.openxmlformats.org/officeDocument/2006/relationships/image" Target="../media/image317.png"/><Relationship Id="rId193" Type="http://schemas.openxmlformats.org/officeDocument/2006/relationships/customXml" Target="../ink/ink339.xml"/><Relationship Id="rId207" Type="http://schemas.openxmlformats.org/officeDocument/2006/relationships/image" Target="../media/image334.png"/><Relationship Id="rId228" Type="http://schemas.openxmlformats.org/officeDocument/2006/relationships/customXml" Target="../ink/ink357.xml"/><Relationship Id="rId249" Type="http://schemas.openxmlformats.org/officeDocument/2006/relationships/image" Target="../media/image355.png"/><Relationship Id="rId13" Type="http://schemas.openxmlformats.org/officeDocument/2006/relationships/customXml" Target="../ink/ink249.xml"/><Relationship Id="rId109" Type="http://schemas.openxmlformats.org/officeDocument/2006/relationships/customXml" Target="../ink/ink297.xml"/><Relationship Id="rId260" Type="http://schemas.openxmlformats.org/officeDocument/2006/relationships/customXml" Target="../ink/ink373.xml"/><Relationship Id="rId281" Type="http://schemas.openxmlformats.org/officeDocument/2006/relationships/image" Target="../media/image371.png"/><Relationship Id="rId34" Type="http://schemas.openxmlformats.org/officeDocument/2006/relationships/image" Target="../media/image249.png"/><Relationship Id="rId55" Type="http://schemas.openxmlformats.org/officeDocument/2006/relationships/customXml" Target="../ink/ink270.xml"/><Relationship Id="rId76" Type="http://schemas.openxmlformats.org/officeDocument/2006/relationships/image" Target="../media/image270.png"/><Relationship Id="rId97" Type="http://schemas.openxmlformats.org/officeDocument/2006/relationships/customXml" Target="../ink/ink291.xml"/><Relationship Id="rId120" Type="http://schemas.openxmlformats.org/officeDocument/2006/relationships/image" Target="../media/image292.png"/><Relationship Id="rId141" Type="http://schemas.openxmlformats.org/officeDocument/2006/relationships/customXml" Target="../ink/ink313.xml"/><Relationship Id="rId7" Type="http://schemas.openxmlformats.org/officeDocument/2006/relationships/customXml" Target="../ink/ink246.xml"/><Relationship Id="rId162" Type="http://schemas.openxmlformats.org/officeDocument/2006/relationships/image" Target="../media/image312.png"/><Relationship Id="rId183" Type="http://schemas.openxmlformats.org/officeDocument/2006/relationships/customXml" Target="../ink/ink334.xml"/><Relationship Id="rId218" Type="http://schemas.openxmlformats.org/officeDocument/2006/relationships/customXml" Target="../ink/ink352.xml"/><Relationship Id="rId239" Type="http://schemas.openxmlformats.org/officeDocument/2006/relationships/image" Target="../media/image350.png"/><Relationship Id="rId250" Type="http://schemas.openxmlformats.org/officeDocument/2006/relationships/customXml" Target="../ink/ink368.xml"/><Relationship Id="rId271" Type="http://schemas.openxmlformats.org/officeDocument/2006/relationships/image" Target="../media/image366.png"/><Relationship Id="rId292" Type="http://schemas.openxmlformats.org/officeDocument/2006/relationships/customXml" Target="../ink/ink389.xml"/><Relationship Id="rId306" Type="http://schemas.openxmlformats.org/officeDocument/2006/relationships/customXml" Target="../ink/ink396.xml"/><Relationship Id="rId24" Type="http://schemas.openxmlformats.org/officeDocument/2006/relationships/image" Target="../media/image244.png"/><Relationship Id="rId45" Type="http://schemas.openxmlformats.org/officeDocument/2006/relationships/customXml" Target="../ink/ink265.xml"/><Relationship Id="rId66" Type="http://schemas.openxmlformats.org/officeDocument/2006/relationships/image" Target="../media/image265.png"/><Relationship Id="rId87" Type="http://schemas.openxmlformats.org/officeDocument/2006/relationships/customXml" Target="../ink/ink286.xml"/><Relationship Id="rId110" Type="http://schemas.openxmlformats.org/officeDocument/2006/relationships/image" Target="../media/image287.png"/><Relationship Id="rId131" Type="http://schemas.openxmlformats.org/officeDocument/2006/relationships/customXml" Target="../ink/ink308.xml"/><Relationship Id="rId152" Type="http://schemas.openxmlformats.org/officeDocument/2006/relationships/image" Target="../media/image307.png"/><Relationship Id="rId173" Type="http://schemas.openxmlformats.org/officeDocument/2006/relationships/customXml" Target="../ink/ink329.xml"/><Relationship Id="rId194" Type="http://schemas.openxmlformats.org/officeDocument/2006/relationships/image" Target="../media/image328.png"/><Relationship Id="rId208" Type="http://schemas.openxmlformats.org/officeDocument/2006/relationships/customXml" Target="../ink/ink347.xml"/><Relationship Id="rId229" Type="http://schemas.openxmlformats.org/officeDocument/2006/relationships/image" Target="../media/image345.png"/><Relationship Id="rId240" Type="http://schemas.openxmlformats.org/officeDocument/2006/relationships/customXml" Target="../ink/ink363.xml"/><Relationship Id="rId261" Type="http://schemas.openxmlformats.org/officeDocument/2006/relationships/image" Target="../media/image361.png"/><Relationship Id="rId14" Type="http://schemas.openxmlformats.org/officeDocument/2006/relationships/image" Target="../media/image239.png"/><Relationship Id="rId35" Type="http://schemas.openxmlformats.org/officeDocument/2006/relationships/customXml" Target="../ink/ink260.xml"/><Relationship Id="rId56" Type="http://schemas.openxmlformats.org/officeDocument/2006/relationships/image" Target="../media/image260.png"/><Relationship Id="rId77" Type="http://schemas.openxmlformats.org/officeDocument/2006/relationships/customXml" Target="../ink/ink281.xml"/><Relationship Id="rId100" Type="http://schemas.openxmlformats.org/officeDocument/2006/relationships/image" Target="../media/image282.png"/><Relationship Id="rId282" Type="http://schemas.openxmlformats.org/officeDocument/2006/relationships/customXml" Target="../ink/ink384.xml"/><Relationship Id="rId8" Type="http://schemas.openxmlformats.org/officeDocument/2006/relationships/image" Target="../media/image236.png"/><Relationship Id="rId98" Type="http://schemas.openxmlformats.org/officeDocument/2006/relationships/image" Target="../media/image281.png"/><Relationship Id="rId121" Type="http://schemas.openxmlformats.org/officeDocument/2006/relationships/customXml" Target="../ink/ink303.xml"/><Relationship Id="rId142" Type="http://schemas.openxmlformats.org/officeDocument/2006/relationships/image" Target="../media/image303.png"/><Relationship Id="rId163" Type="http://schemas.openxmlformats.org/officeDocument/2006/relationships/customXml" Target="../ink/ink324.xml"/><Relationship Id="rId184" Type="http://schemas.openxmlformats.org/officeDocument/2006/relationships/image" Target="../media/image323.png"/><Relationship Id="rId219" Type="http://schemas.openxmlformats.org/officeDocument/2006/relationships/image" Target="../media/image340.png"/><Relationship Id="rId230" Type="http://schemas.openxmlformats.org/officeDocument/2006/relationships/customXml" Target="../ink/ink358.xml"/><Relationship Id="rId251" Type="http://schemas.openxmlformats.org/officeDocument/2006/relationships/image" Target="../media/image356.png"/><Relationship Id="rId25" Type="http://schemas.openxmlformats.org/officeDocument/2006/relationships/customXml" Target="../ink/ink255.xml"/><Relationship Id="rId46" Type="http://schemas.openxmlformats.org/officeDocument/2006/relationships/image" Target="../media/image255.png"/><Relationship Id="rId67" Type="http://schemas.openxmlformats.org/officeDocument/2006/relationships/customXml" Target="../ink/ink276.xml"/><Relationship Id="rId272" Type="http://schemas.openxmlformats.org/officeDocument/2006/relationships/customXml" Target="../ink/ink379.xml"/><Relationship Id="rId293" Type="http://schemas.openxmlformats.org/officeDocument/2006/relationships/image" Target="../media/image377.png"/><Relationship Id="rId307" Type="http://schemas.openxmlformats.org/officeDocument/2006/relationships/image" Target="../media/image384.png"/><Relationship Id="rId88" Type="http://schemas.openxmlformats.org/officeDocument/2006/relationships/image" Target="../media/image276.png"/><Relationship Id="rId111" Type="http://schemas.openxmlformats.org/officeDocument/2006/relationships/customXml" Target="../ink/ink298.xml"/><Relationship Id="rId132" Type="http://schemas.openxmlformats.org/officeDocument/2006/relationships/image" Target="../media/image298.png"/><Relationship Id="rId153" Type="http://schemas.openxmlformats.org/officeDocument/2006/relationships/customXml" Target="../ink/ink319.xml"/><Relationship Id="rId174" Type="http://schemas.openxmlformats.org/officeDocument/2006/relationships/image" Target="../media/image318.png"/><Relationship Id="rId195" Type="http://schemas.openxmlformats.org/officeDocument/2006/relationships/customXml" Target="../ink/ink340.xml"/><Relationship Id="rId209" Type="http://schemas.openxmlformats.org/officeDocument/2006/relationships/image" Target="../media/image335.png"/><Relationship Id="rId220" Type="http://schemas.openxmlformats.org/officeDocument/2006/relationships/customXml" Target="../ink/ink353.xml"/><Relationship Id="rId241" Type="http://schemas.openxmlformats.org/officeDocument/2006/relationships/image" Target="../media/image351.png"/><Relationship Id="rId15" Type="http://schemas.openxmlformats.org/officeDocument/2006/relationships/customXml" Target="../ink/ink250.xml"/><Relationship Id="rId36" Type="http://schemas.openxmlformats.org/officeDocument/2006/relationships/image" Target="../media/image250.png"/><Relationship Id="rId57" Type="http://schemas.openxmlformats.org/officeDocument/2006/relationships/customXml" Target="../ink/ink271.xml"/><Relationship Id="rId262" Type="http://schemas.openxmlformats.org/officeDocument/2006/relationships/customXml" Target="../ink/ink374.xml"/><Relationship Id="rId283" Type="http://schemas.openxmlformats.org/officeDocument/2006/relationships/image" Target="../media/image372.png"/><Relationship Id="rId78" Type="http://schemas.openxmlformats.org/officeDocument/2006/relationships/image" Target="../media/image271.png"/><Relationship Id="rId99" Type="http://schemas.openxmlformats.org/officeDocument/2006/relationships/customXml" Target="../ink/ink292.xml"/><Relationship Id="rId101" Type="http://schemas.openxmlformats.org/officeDocument/2006/relationships/customXml" Target="../ink/ink293.xml"/><Relationship Id="rId122" Type="http://schemas.openxmlformats.org/officeDocument/2006/relationships/image" Target="../media/image293.png"/><Relationship Id="rId143" Type="http://schemas.openxmlformats.org/officeDocument/2006/relationships/customXml" Target="../ink/ink314.xml"/><Relationship Id="rId164" Type="http://schemas.openxmlformats.org/officeDocument/2006/relationships/image" Target="../media/image313.png"/><Relationship Id="rId185" Type="http://schemas.openxmlformats.org/officeDocument/2006/relationships/customXml" Target="../ink/ink335.xml"/><Relationship Id="rId9" Type="http://schemas.openxmlformats.org/officeDocument/2006/relationships/customXml" Target="../ink/ink247.xml"/><Relationship Id="rId210" Type="http://schemas.openxmlformats.org/officeDocument/2006/relationships/customXml" Target="../ink/ink348.xml"/><Relationship Id="rId26" Type="http://schemas.openxmlformats.org/officeDocument/2006/relationships/image" Target="../media/image245.png"/><Relationship Id="rId231" Type="http://schemas.openxmlformats.org/officeDocument/2006/relationships/image" Target="../media/image346.png"/><Relationship Id="rId252" Type="http://schemas.openxmlformats.org/officeDocument/2006/relationships/customXml" Target="../ink/ink369.xml"/><Relationship Id="rId273" Type="http://schemas.openxmlformats.org/officeDocument/2006/relationships/image" Target="../media/image367.png"/><Relationship Id="rId294" Type="http://schemas.openxmlformats.org/officeDocument/2006/relationships/customXml" Target="../ink/ink390.xml"/><Relationship Id="rId308" Type="http://schemas.openxmlformats.org/officeDocument/2006/relationships/customXml" Target="../ink/ink397.xml"/><Relationship Id="rId47" Type="http://schemas.openxmlformats.org/officeDocument/2006/relationships/customXml" Target="../ink/ink266.xml"/><Relationship Id="rId68" Type="http://schemas.openxmlformats.org/officeDocument/2006/relationships/image" Target="../media/image266.png"/><Relationship Id="rId89" Type="http://schemas.openxmlformats.org/officeDocument/2006/relationships/customXml" Target="../ink/ink287.xml"/><Relationship Id="rId112" Type="http://schemas.openxmlformats.org/officeDocument/2006/relationships/image" Target="../media/image288.png"/><Relationship Id="rId133" Type="http://schemas.openxmlformats.org/officeDocument/2006/relationships/customXml" Target="../ink/ink309.xml"/><Relationship Id="rId154" Type="http://schemas.openxmlformats.org/officeDocument/2006/relationships/image" Target="../media/image308.png"/><Relationship Id="rId175" Type="http://schemas.openxmlformats.org/officeDocument/2006/relationships/customXml" Target="../ink/ink330.xml"/><Relationship Id="rId196" Type="http://schemas.openxmlformats.org/officeDocument/2006/relationships/image" Target="../media/image329.png"/><Relationship Id="rId200" Type="http://schemas.openxmlformats.org/officeDocument/2006/relationships/image" Target="../media/image331.png"/><Relationship Id="rId16" Type="http://schemas.openxmlformats.org/officeDocument/2006/relationships/image" Target="../media/image240.png"/><Relationship Id="rId221" Type="http://schemas.openxmlformats.org/officeDocument/2006/relationships/image" Target="../media/image341.png"/><Relationship Id="rId242" Type="http://schemas.openxmlformats.org/officeDocument/2006/relationships/customXml" Target="../ink/ink364.xml"/><Relationship Id="rId263" Type="http://schemas.openxmlformats.org/officeDocument/2006/relationships/image" Target="../media/image362.png"/><Relationship Id="rId284" Type="http://schemas.openxmlformats.org/officeDocument/2006/relationships/customXml" Target="../ink/ink385.xml"/><Relationship Id="rId37" Type="http://schemas.openxmlformats.org/officeDocument/2006/relationships/customXml" Target="../ink/ink261.xml"/><Relationship Id="rId58" Type="http://schemas.openxmlformats.org/officeDocument/2006/relationships/image" Target="../media/image261.png"/><Relationship Id="rId79" Type="http://schemas.openxmlformats.org/officeDocument/2006/relationships/customXml" Target="../ink/ink282.xml"/><Relationship Id="rId102" Type="http://schemas.openxmlformats.org/officeDocument/2006/relationships/image" Target="../media/image283.png"/><Relationship Id="rId123" Type="http://schemas.openxmlformats.org/officeDocument/2006/relationships/customXml" Target="../ink/ink304.xml"/><Relationship Id="rId144" Type="http://schemas.openxmlformats.org/officeDocument/2006/relationships/image" Target="../media/image304.png"/><Relationship Id="rId90" Type="http://schemas.openxmlformats.org/officeDocument/2006/relationships/image" Target="../media/image277.png"/><Relationship Id="rId165" Type="http://schemas.openxmlformats.org/officeDocument/2006/relationships/customXml" Target="../ink/ink325.xml"/><Relationship Id="rId186" Type="http://schemas.openxmlformats.org/officeDocument/2006/relationships/image" Target="../media/image324.png"/><Relationship Id="rId211" Type="http://schemas.openxmlformats.org/officeDocument/2006/relationships/image" Target="../media/image336.png"/><Relationship Id="rId232" Type="http://schemas.openxmlformats.org/officeDocument/2006/relationships/customXml" Target="../ink/ink359.xml"/><Relationship Id="rId253" Type="http://schemas.openxmlformats.org/officeDocument/2006/relationships/image" Target="../media/image357.png"/><Relationship Id="rId274" Type="http://schemas.openxmlformats.org/officeDocument/2006/relationships/customXml" Target="../ink/ink380.xml"/><Relationship Id="rId295" Type="http://schemas.openxmlformats.org/officeDocument/2006/relationships/image" Target="../media/image378.png"/><Relationship Id="rId309" Type="http://schemas.openxmlformats.org/officeDocument/2006/relationships/image" Target="../media/image385.png"/><Relationship Id="rId27" Type="http://schemas.openxmlformats.org/officeDocument/2006/relationships/customXml" Target="../ink/ink256.xml"/><Relationship Id="rId48" Type="http://schemas.openxmlformats.org/officeDocument/2006/relationships/image" Target="../media/image256.png"/><Relationship Id="rId69" Type="http://schemas.openxmlformats.org/officeDocument/2006/relationships/customXml" Target="../ink/ink277.xml"/><Relationship Id="rId113" Type="http://schemas.openxmlformats.org/officeDocument/2006/relationships/customXml" Target="../ink/ink299.xml"/><Relationship Id="rId134" Type="http://schemas.openxmlformats.org/officeDocument/2006/relationships/image" Target="../media/image299.png"/><Relationship Id="rId80" Type="http://schemas.openxmlformats.org/officeDocument/2006/relationships/image" Target="../media/image272.png"/><Relationship Id="rId155" Type="http://schemas.openxmlformats.org/officeDocument/2006/relationships/customXml" Target="../ink/ink320.xml"/><Relationship Id="rId176" Type="http://schemas.openxmlformats.org/officeDocument/2006/relationships/image" Target="../media/image319.png"/><Relationship Id="rId197" Type="http://schemas.openxmlformats.org/officeDocument/2006/relationships/customXml" Target="../ink/ink341.xml"/><Relationship Id="rId201" Type="http://schemas.openxmlformats.org/officeDocument/2006/relationships/customXml" Target="../ink/ink343.xml"/><Relationship Id="rId222" Type="http://schemas.openxmlformats.org/officeDocument/2006/relationships/customXml" Target="../ink/ink354.xml"/><Relationship Id="rId243" Type="http://schemas.openxmlformats.org/officeDocument/2006/relationships/image" Target="../media/image352.png"/><Relationship Id="rId264" Type="http://schemas.openxmlformats.org/officeDocument/2006/relationships/customXml" Target="../ink/ink375.xml"/><Relationship Id="rId285" Type="http://schemas.openxmlformats.org/officeDocument/2006/relationships/image" Target="../media/image373.png"/><Relationship Id="rId17" Type="http://schemas.openxmlformats.org/officeDocument/2006/relationships/customXml" Target="../ink/ink251.xml"/><Relationship Id="rId38" Type="http://schemas.openxmlformats.org/officeDocument/2006/relationships/image" Target="../media/image251.png"/><Relationship Id="rId59" Type="http://schemas.openxmlformats.org/officeDocument/2006/relationships/customXml" Target="../ink/ink272.xml"/><Relationship Id="rId103" Type="http://schemas.openxmlformats.org/officeDocument/2006/relationships/customXml" Target="../ink/ink294.xml"/><Relationship Id="rId124" Type="http://schemas.openxmlformats.org/officeDocument/2006/relationships/image" Target="../media/image294.png"/><Relationship Id="rId310" Type="http://schemas.openxmlformats.org/officeDocument/2006/relationships/customXml" Target="../ink/ink398.xml"/><Relationship Id="rId70" Type="http://schemas.openxmlformats.org/officeDocument/2006/relationships/image" Target="../media/image267.png"/><Relationship Id="rId91" Type="http://schemas.openxmlformats.org/officeDocument/2006/relationships/customXml" Target="../ink/ink288.xml"/><Relationship Id="rId145" Type="http://schemas.openxmlformats.org/officeDocument/2006/relationships/customXml" Target="../ink/ink315.xml"/><Relationship Id="rId166" Type="http://schemas.openxmlformats.org/officeDocument/2006/relationships/image" Target="../media/image314.png"/><Relationship Id="rId187" Type="http://schemas.openxmlformats.org/officeDocument/2006/relationships/customXml" Target="../ink/ink336.xml"/><Relationship Id="rId1" Type="http://schemas.openxmlformats.org/officeDocument/2006/relationships/slideLayout" Target="../slideLayouts/slideLayout1.xml"/><Relationship Id="rId212" Type="http://schemas.openxmlformats.org/officeDocument/2006/relationships/customXml" Target="../ink/ink349.xml"/><Relationship Id="rId233" Type="http://schemas.openxmlformats.org/officeDocument/2006/relationships/image" Target="../media/image347.png"/><Relationship Id="rId254" Type="http://schemas.openxmlformats.org/officeDocument/2006/relationships/customXml" Target="../ink/ink370.xml"/><Relationship Id="rId28" Type="http://schemas.openxmlformats.org/officeDocument/2006/relationships/image" Target="../media/image246.png"/><Relationship Id="rId49" Type="http://schemas.openxmlformats.org/officeDocument/2006/relationships/customXml" Target="../ink/ink267.xml"/><Relationship Id="rId114" Type="http://schemas.openxmlformats.org/officeDocument/2006/relationships/image" Target="../media/image289.png"/><Relationship Id="rId275" Type="http://schemas.openxmlformats.org/officeDocument/2006/relationships/image" Target="../media/image368.png"/><Relationship Id="rId296" Type="http://schemas.openxmlformats.org/officeDocument/2006/relationships/customXml" Target="../ink/ink391.xml"/><Relationship Id="rId300" Type="http://schemas.openxmlformats.org/officeDocument/2006/relationships/customXml" Target="../ink/ink393.xml"/><Relationship Id="rId60" Type="http://schemas.openxmlformats.org/officeDocument/2006/relationships/image" Target="../media/image262.png"/><Relationship Id="rId81" Type="http://schemas.openxmlformats.org/officeDocument/2006/relationships/customXml" Target="../ink/ink283.xml"/><Relationship Id="rId135" Type="http://schemas.openxmlformats.org/officeDocument/2006/relationships/customXml" Target="../ink/ink310.xml"/><Relationship Id="rId156" Type="http://schemas.openxmlformats.org/officeDocument/2006/relationships/image" Target="../media/image309.png"/><Relationship Id="rId177" Type="http://schemas.openxmlformats.org/officeDocument/2006/relationships/customXml" Target="../ink/ink331.xml"/><Relationship Id="rId198" Type="http://schemas.openxmlformats.org/officeDocument/2006/relationships/image" Target="../media/image330.png"/><Relationship Id="rId202" Type="http://schemas.openxmlformats.org/officeDocument/2006/relationships/customXml" Target="../ink/ink344.xml"/><Relationship Id="rId223" Type="http://schemas.openxmlformats.org/officeDocument/2006/relationships/image" Target="../media/image342.png"/><Relationship Id="rId244" Type="http://schemas.openxmlformats.org/officeDocument/2006/relationships/customXml" Target="../ink/ink365.xml"/><Relationship Id="rId18" Type="http://schemas.openxmlformats.org/officeDocument/2006/relationships/image" Target="../media/image241.png"/><Relationship Id="rId39" Type="http://schemas.openxmlformats.org/officeDocument/2006/relationships/customXml" Target="../ink/ink262.xml"/><Relationship Id="rId265" Type="http://schemas.openxmlformats.org/officeDocument/2006/relationships/image" Target="../media/image363.png"/><Relationship Id="rId286" Type="http://schemas.openxmlformats.org/officeDocument/2006/relationships/customXml" Target="../ink/ink386.xml"/><Relationship Id="rId50" Type="http://schemas.openxmlformats.org/officeDocument/2006/relationships/image" Target="../media/image257.png"/><Relationship Id="rId104" Type="http://schemas.openxmlformats.org/officeDocument/2006/relationships/image" Target="../media/image284.png"/><Relationship Id="rId125" Type="http://schemas.openxmlformats.org/officeDocument/2006/relationships/customXml" Target="../ink/ink305.xml"/><Relationship Id="rId146" Type="http://schemas.openxmlformats.org/officeDocument/2006/relationships/image" Target="../media/image15.png"/><Relationship Id="rId167" Type="http://schemas.openxmlformats.org/officeDocument/2006/relationships/customXml" Target="../ink/ink326.xml"/><Relationship Id="rId188" Type="http://schemas.openxmlformats.org/officeDocument/2006/relationships/image" Target="../media/image325.png"/><Relationship Id="rId311" Type="http://schemas.openxmlformats.org/officeDocument/2006/relationships/image" Target="../media/image386.png"/><Relationship Id="rId71" Type="http://schemas.openxmlformats.org/officeDocument/2006/relationships/customXml" Target="../ink/ink278.xml"/><Relationship Id="rId92" Type="http://schemas.openxmlformats.org/officeDocument/2006/relationships/image" Target="../media/image278.png"/><Relationship Id="rId213" Type="http://schemas.openxmlformats.org/officeDocument/2006/relationships/image" Target="../media/image337.png"/><Relationship Id="rId234" Type="http://schemas.openxmlformats.org/officeDocument/2006/relationships/customXml" Target="../ink/ink360.xml"/><Relationship Id="rId2" Type="http://schemas.openxmlformats.org/officeDocument/2006/relationships/image" Target="../media/image233.jpeg"/><Relationship Id="rId29" Type="http://schemas.openxmlformats.org/officeDocument/2006/relationships/customXml" Target="../ink/ink257.xml"/><Relationship Id="rId255" Type="http://schemas.openxmlformats.org/officeDocument/2006/relationships/image" Target="../media/image358.png"/><Relationship Id="rId276" Type="http://schemas.openxmlformats.org/officeDocument/2006/relationships/customXml" Target="../ink/ink381.xml"/><Relationship Id="rId297" Type="http://schemas.openxmlformats.org/officeDocument/2006/relationships/image" Target="../media/image379.png"/><Relationship Id="rId40" Type="http://schemas.openxmlformats.org/officeDocument/2006/relationships/image" Target="../media/image252.png"/><Relationship Id="rId115" Type="http://schemas.openxmlformats.org/officeDocument/2006/relationships/customXml" Target="../ink/ink300.xml"/><Relationship Id="rId136" Type="http://schemas.openxmlformats.org/officeDocument/2006/relationships/image" Target="../media/image300.png"/><Relationship Id="rId157" Type="http://schemas.openxmlformats.org/officeDocument/2006/relationships/customXml" Target="../ink/ink321.xml"/><Relationship Id="rId178" Type="http://schemas.openxmlformats.org/officeDocument/2006/relationships/image" Target="../media/image320.png"/><Relationship Id="rId301" Type="http://schemas.openxmlformats.org/officeDocument/2006/relationships/image" Target="../media/image381.png"/><Relationship Id="rId61" Type="http://schemas.openxmlformats.org/officeDocument/2006/relationships/customXml" Target="../ink/ink273.xml"/><Relationship Id="rId82" Type="http://schemas.openxmlformats.org/officeDocument/2006/relationships/image" Target="../media/image273.png"/><Relationship Id="rId199" Type="http://schemas.openxmlformats.org/officeDocument/2006/relationships/customXml" Target="../ink/ink342.xml"/><Relationship Id="rId203" Type="http://schemas.openxmlformats.org/officeDocument/2006/relationships/image" Target="../media/image332.png"/><Relationship Id="rId19" Type="http://schemas.openxmlformats.org/officeDocument/2006/relationships/customXml" Target="../ink/ink252.xml"/><Relationship Id="rId224" Type="http://schemas.openxmlformats.org/officeDocument/2006/relationships/customXml" Target="../ink/ink355.xml"/><Relationship Id="rId245" Type="http://schemas.openxmlformats.org/officeDocument/2006/relationships/image" Target="../media/image353.png"/><Relationship Id="rId266" Type="http://schemas.openxmlformats.org/officeDocument/2006/relationships/customXml" Target="../ink/ink376.xml"/><Relationship Id="rId287" Type="http://schemas.openxmlformats.org/officeDocument/2006/relationships/image" Target="../media/image374.png"/><Relationship Id="rId30" Type="http://schemas.openxmlformats.org/officeDocument/2006/relationships/image" Target="../media/image247.png"/><Relationship Id="rId105" Type="http://schemas.openxmlformats.org/officeDocument/2006/relationships/customXml" Target="../ink/ink295.xml"/><Relationship Id="rId126" Type="http://schemas.openxmlformats.org/officeDocument/2006/relationships/image" Target="../media/image295.png"/><Relationship Id="rId147" Type="http://schemas.openxmlformats.org/officeDocument/2006/relationships/customXml" Target="../ink/ink316.xml"/><Relationship Id="rId168" Type="http://schemas.openxmlformats.org/officeDocument/2006/relationships/image" Target="../media/image315.png"/><Relationship Id="rId312" Type="http://schemas.openxmlformats.org/officeDocument/2006/relationships/customXml" Target="../ink/ink399.xml"/><Relationship Id="rId51" Type="http://schemas.openxmlformats.org/officeDocument/2006/relationships/customXml" Target="../ink/ink268.xml"/><Relationship Id="rId72" Type="http://schemas.openxmlformats.org/officeDocument/2006/relationships/image" Target="../media/image268.png"/><Relationship Id="rId93" Type="http://schemas.openxmlformats.org/officeDocument/2006/relationships/customXml" Target="../ink/ink289.xml"/><Relationship Id="rId189" Type="http://schemas.openxmlformats.org/officeDocument/2006/relationships/customXml" Target="../ink/ink337.xml"/><Relationship Id="rId3" Type="http://schemas.openxmlformats.org/officeDocument/2006/relationships/customXml" Target="../ink/ink244.xml"/><Relationship Id="rId214" Type="http://schemas.openxmlformats.org/officeDocument/2006/relationships/customXml" Target="../ink/ink350.xml"/><Relationship Id="rId235" Type="http://schemas.openxmlformats.org/officeDocument/2006/relationships/image" Target="../media/image348.png"/><Relationship Id="rId256" Type="http://schemas.openxmlformats.org/officeDocument/2006/relationships/customXml" Target="../ink/ink371.xml"/><Relationship Id="rId277" Type="http://schemas.openxmlformats.org/officeDocument/2006/relationships/image" Target="../media/image369.png"/><Relationship Id="rId298" Type="http://schemas.openxmlformats.org/officeDocument/2006/relationships/customXml" Target="../ink/ink392.xml"/><Relationship Id="rId116" Type="http://schemas.openxmlformats.org/officeDocument/2006/relationships/image" Target="../media/image290.png"/><Relationship Id="rId137" Type="http://schemas.openxmlformats.org/officeDocument/2006/relationships/customXml" Target="../ink/ink311.xml"/><Relationship Id="rId158" Type="http://schemas.openxmlformats.org/officeDocument/2006/relationships/image" Target="../media/image310.png"/><Relationship Id="rId302" Type="http://schemas.openxmlformats.org/officeDocument/2006/relationships/customXml" Target="../ink/ink394.xml"/><Relationship Id="rId20" Type="http://schemas.openxmlformats.org/officeDocument/2006/relationships/image" Target="../media/image242.png"/><Relationship Id="rId41" Type="http://schemas.openxmlformats.org/officeDocument/2006/relationships/customXml" Target="../ink/ink263.xml"/><Relationship Id="rId62" Type="http://schemas.openxmlformats.org/officeDocument/2006/relationships/image" Target="../media/image263.png"/><Relationship Id="rId83" Type="http://schemas.openxmlformats.org/officeDocument/2006/relationships/customXml" Target="../ink/ink284.xml"/><Relationship Id="rId179" Type="http://schemas.openxmlformats.org/officeDocument/2006/relationships/customXml" Target="../ink/ink332.xml"/><Relationship Id="rId190" Type="http://schemas.openxmlformats.org/officeDocument/2006/relationships/image" Target="../media/image326.png"/><Relationship Id="rId204" Type="http://schemas.openxmlformats.org/officeDocument/2006/relationships/customXml" Target="../ink/ink345.xml"/><Relationship Id="rId225" Type="http://schemas.openxmlformats.org/officeDocument/2006/relationships/image" Target="../media/image343.png"/><Relationship Id="rId246" Type="http://schemas.openxmlformats.org/officeDocument/2006/relationships/customXml" Target="../ink/ink366.xml"/><Relationship Id="rId267" Type="http://schemas.openxmlformats.org/officeDocument/2006/relationships/image" Target="../media/image364.png"/><Relationship Id="rId288" Type="http://schemas.openxmlformats.org/officeDocument/2006/relationships/customXml" Target="../ink/ink387.xml"/><Relationship Id="rId106" Type="http://schemas.openxmlformats.org/officeDocument/2006/relationships/image" Target="../media/image285.png"/><Relationship Id="rId127" Type="http://schemas.openxmlformats.org/officeDocument/2006/relationships/customXml" Target="../ink/ink306.xml"/><Relationship Id="rId313" Type="http://schemas.openxmlformats.org/officeDocument/2006/relationships/image" Target="../media/image387.png"/><Relationship Id="rId10" Type="http://schemas.openxmlformats.org/officeDocument/2006/relationships/image" Target="../media/image237.png"/><Relationship Id="rId31" Type="http://schemas.openxmlformats.org/officeDocument/2006/relationships/customXml" Target="../ink/ink258.xml"/><Relationship Id="rId52" Type="http://schemas.openxmlformats.org/officeDocument/2006/relationships/image" Target="../media/image258.png"/><Relationship Id="rId73" Type="http://schemas.openxmlformats.org/officeDocument/2006/relationships/customXml" Target="../ink/ink279.xml"/><Relationship Id="rId94" Type="http://schemas.openxmlformats.org/officeDocument/2006/relationships/image" Target="../media/image279.png"/><Relationship Id="rId148" Type="http://schemas.openxmlformats.org/officeDocument/2006/relationships/image" Target="../media/image305.png"/><Relationship Id="rId169" Type="http://schemas.openxmlformats.org/officeDocument/2006/relationships/customXml" Target="../ink/ink327.xml"/><Relationship Id="rId4" Type="http://schemas.openxmlformats.org/officeDocument/2006/relationships/image" Target="../media/image234.png"/><Relationship Id="rId180" Type="http://schemas.openxmlformats.org/officeDocument/2006/relationships/image" Target="../media/image321.png"/><Relationship Id="rId215" Type="http://schemas.openxmlformats.org/officeDocument/2006/relationships/image" Target="../media/image338.png"/><Relationship Id="rId236" Type="http://schemas.openxmlformats.org/officeDocument/2006/relationships/customXml" Target="../ink/ink361.xml"/><Relationship Id="rId257" Type="http://schemas.openxmlformats.org/officeDocument/2006/relationships/image" Target="../media/image359.png"/><Relationship Id="rId278" Type="http://schemas.openxmlformats.org/officeDocument/2006/relationships/customXml" Target="../ink/ink382.xml"/><Relationship Id="rId303" Type="http://schemas.openxmlformats.org/officeDocument/2006/relationships/image" Target="../media/image382.png"/><Relationship Id="rId42" Type="http://schemas.openxmlformats.org/officeDocument/2006/relationships/image" Target="../media/image253.png"/><Relationship Id="rId84" Type="http://schemas.openxmlformats.org/officeDocument/2006/relationships/image" Target="../media/image274.png"/><Relationship Id="rId138" Type="http://schemas.openxmlformats.org/officeDocument/2006/relationships/image" Target="../media/image301.png"/><Relationship Id="rId191" Type="http://schemas.openxmlformats.org/officeDocument/2006/relationships/customXml" Target="../ink/ink338.xml"/><Relationship Id="rId205" Type="http://schemas.openxmlformats.org/officeDocument/2006/relationships/image" Target="../media/image333.png"/><Relationship Id="rId247" Type="http://schemas.openxmlformats.org/officeDocument/2006/relationships/image" Target="../media/image354.png"/><Relationship Id="rId107" Type="http://schemas.openxmlformats.org/officeDocument/2006/relationships/customXml" Target="../ink/ink296.xml"/><Relationship Id="rId289" Type="http://schemas.openxmlformats.org/officeDocument/2006/relationships/image" Target="../media/image375.png"/><Relationship Id="rId11" Type="http://schemas.openxmlformats.org/officeDocument/2006/relationships/customXml" Target="../ink/ink248.xml"/><Relationship Id="rId53" Type="http://schemas.openxmlformats.org/officeDocument/2006/relationships/customXml" Target="../ink/ink269.xml"/><Relationship Id="rId149" Type="http://schemas.openxmlformats.org/officeDocument/2006/relationships/customXml" Target="../ink/ink317.xml"/><Relationship Id="rId314" Type="http://schemas.openxmlformats.org/officeDocument/2006/relationships/customXml" Target="../ink/ink400.xml"/><Relationship Id="rId95" Type="http://schemas.openxmlformats.org/officeDocument/2006/relationships/customXml" Target="../ink/ink290.xml"/><Relationship Id="rId160" Type="http://schemas.openxmlformats.org/officeDocument/2006/relationships/image" Target="../media/image311.png"/><Relationship Id="rId216" Type="http://schemas.openxmlformats.org/officeDocument/2006/relationships/customXml" Target="../ink/ink351.xml"/><Relationship Id="rId258" Type="http://schemas.openxmlformats.org/officeDocument/2006/relationships/customXml" Target="../ink/ink372.xml"/><Relationship Id="rId22" Type="http://schemas.openxmlformats.org/officeDocument/2006/relationships/image" Target="../media/image243.png"/><Relationship Id="rId64" Type="http://schemas.openxmlformats.org/officeDocument/2006/relationships/image" Target="../media/image264.png"/><Relationship Id="rId118" Type="http://schemas.openxmlformats.org/officeDocument/2006/relationships/image" Target="../media/image291.png"/><Relationship Id="rId171" Type="http://schemas.openxmlformats.org/officeDocument/2006/relationships/customXml" Target="../ink/ink328.xml"/><Relationship Id="rId227" Type="http://schemas.openxmlformats.org/officeDocument/2006/relationships/image" Target="../media/image344.png"/><Relationship Id="rId269" Type="http://schemas.openxmlformats.org/officeDocument/2006/relationships/image" Target="../media/image365.png"/><Relationship Id="rId33" Type="http://schemas.openxmlformats.org/officeDocument/2006/relationships/customXml" Target="../ink/ink259.xml"/><Relationship Id="rId129" Type="http://schemas.openxmlformats.org/officeDocument/2006/relationships/customXml" Target="../ink/ink307.xml"/><Relationship Id="rId280" Type="http://schemas.openxmlformats.org/officeDocument/2006/relationships/customXml" Target="../ink/ink383.xml"/><Relationship Id="rId75" Type="http://schemas.openxmlformats.org/officeDocument/2006/relationships/customXml" Target="../ink/ink280.xml"/><Relationship Id="rId140" Type="http://schemas.openxmlformats.org/officeDocument/2006/relationships/image" Target="../media/image302.png"/><Relationship Id="rId182" Type="http://schemas.openxmlformats.org/officeDocument/2006/relationships/image" Target="../media/image322.png"/><Relationship Id="rId6" Type="http://schemas.openxmlformats.org/officeDocument/2006/relationships/image" Target="../media/image235.png"/><Relationship Id="rId238" Type="http://schemas.openxmlformats.org/officeDocument/2006/relationships/customXml" Target="../ink/ink362.xml"/><Relationship Id="rId291" Type="http://schemas.openxmlformats.org/officeDocument/2006/relationships/image" Target="../media/image376.png"/><Relationship Id="rId305" Type="http://schemas.openxmlformats.org/officeDocument/2006/relationships/image" Target="../media/image383.png"/><Relationship Id="rId44" Type="http://schemas.openxmlformats.org/officeDocument/2006/relationships/image" Target="../media/image254.png"/><Relationship Id="rId86" Type="http://schemas.openxmlformats.org/officeDocument/2006/relationships/image" Target="../media/image275.png"/><Relationship Id="rId151" Type="http://schemas.openxmlformats.org/officeDocument/2006/relationships/customXml" Target="../ink/ink3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F0794-3B64-F816-E9C4-7CEC9102B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EC145-F089-0576-6177-5BFC12E60125}"/>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605E95B2-4BEF-63C8-270B-9B1F91F24E7F}"/>
              </a:ext>
            </a:extLst>
          </p:cNvPr>
          <p:cNvSpPr>
            <a:spLocks noGrp="1"/>
          </p:cNvSpPr>
          <p:nvPr>
            <p:ph type="subTitle" idx="1"/>
          </p:nvPr>
        </p:nvSpPr>
        <p:spPr/>
        <p:txBody>
          <a:bodyPr/>
          <a:lstStyle/>
          <a:p>
            <a:endParaRPr lang="en-US"/>
          </a:p>
        </p:txBody>
      </p:sp>
      <p:pic>
        <p:nvPicPr>
          <p:cNvPr id="11" name="Picture 10">
            <a:extLst>
              <a:ext uri="{FF2B5EF4-FFF2-40B4-BE49-F238E27FC236}">
                <a16:creationId xmlns:a16="http://schemas.microsoft.com/office/drawing/2014/main" id="{E67CA0A9-9DC7-CF2E-4668-C5075FF7834C}"/>
              </a:ext>
            </a:extLst>
          </p:cNvPr>
          <p:cNvPicPr>
            <a:picLocks noChangeAspect="1"/>
          </p:cNvPicPr>
          <p:nvPr/>
        </p:nvPicPr>
        <p:blipFill>
          <a:blip r:embed="rId2">
            <a:extLst>
              <a:ext uri="{28A0092B-C50C-407E-A947-70E740481C1C}">
                <a14:useLocalDpi xmlns:a14="http://schemas.microsoft.com/office/drawing/2010/main" val="0"/>
              </a:ext>
            </a:extLst>
          </a:blip>
          <a:srcRect b="70922"/>
          <a:stretch>
            <a:fillRect/>
          </a:stretch>
        </p:blipFill>
        <p:spPr>
          <a:xfrm>
            <a:off x="923728" y="283125"/>
            <a:ext cx="10338926" cy="6143252"/>
          </a:xfrm>
          <a:prstGeom prst="rect">
            <a:avLst/>
          </a:prstGeom>
        </p:spPr>
      </p:pic>
      <p:grpSp>
        <p:nvGrpSpPr>
          <p:cNvPr id="10" name="Group 9">
            <a:extLst>
              <a:ext uri="{FF2B5EF4-FFF2-40B4-BE49-F238E27FC236}">
                <a16:creationId xmlns:a16="http://schemas.microsoft.com/office/drawing/2014/main" id="{BAC17B24-F0C3-64D2-3204-5DC29D4BA463}"/>
              </a:ext>
            </a:extLst>
          </p:cNvPr>
          <p:cNvGrpSpPr/>
          <p:nvPr/>
        </p:nvGrpSpPr>
        <p:grpSpPr>
          <a:xfrm>
            <a:off x="9297444" y="241085"/>
            <a:ext cx="820080" cy="907920"/>
            <a:chOff x="9297444" y="241085"/>
            <a:chExt cx="820080" cy="907920"/>
          </a:xfrm>
        </p:grpSpPr>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6B8B0CB-3606-C076-E135-959102A03CD5}"/>
                    </a:ext>
                  </a:extLst>
                </p14:cNvPr>
                <p14:cNvContentPartPr/>
                <p14:nvPr/>
              </p14:nvContentPartPr>
              <p14:xfrm>
                <a:off x="9297444" y="241085"/>
                <a:ext cx="820080" cy="539280"/>
              </p14:xfrm>
            </p:contentPart>
          </mc:Choice>
          <mc:Fallback>
            <p:pic>
              <p:nvPicPr>
                <p:cNvPr id="4" name="Ink 3">
                  <a:extLst>
                    <a:ext uri="{FF2B5EF4-FFF2-40B4-BE49-F238E27FC236}">
                      <a16:creationId xmlns:a16="http://schemas.microsoft.com/office/drawing/2014/main" id="{C6B8B0CB-3606-C076-E135-959102A03CD5}"/>
                    </a:ext>
                  </a:extLst>
                </p:cNvPr>
                <p:cNvPicPr/>
                <p:nvPr/>
              </p:nvPicPr>
              <p:blipFill>
                <a:blip r:embed="rId4"/>
                <a:stretch>
                  <a:fillRect/>
                </a:stretch>
              </p:blipFill>
              <p:spPr>
                <a:xfrm>
                  <a:off x="9291324" y="234965"/>
                  <a:ext cx="832320" cy="5515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5665C7F1-0301-1D17-25E8-448CFD4F1EF9}"/>
                    </a:ext>
                  </a:extLst>
                </p14:cNvPr>
                <p14:cNvContentPartPr/>
                <p14:nvPr/>
              </p14:nvContentPartPr>
              <p14:xfrm>
                <a:off x="9814764" y="728885"/>
                <a:ext cx="209520" cy="420120"/>
              </p14:xfrm>
            </p:contentPart>
          </mc:Choice>
          <mc:Fallback>
            <p:pic>
              <p:nvPicPr>
                <p:cNvPr id="6" name="Ink 5">
                  <a:extLst>
                    <a:ext uri="{FF2B5EF4-FFF2-40B4-BE49-F238E27FC236}">
                      <a16:creationId xmlns:a16="http://schemas.microsoft.com/office/drawing/2014/main" id="{5665C7F1-0301-1D17-25E8-448CFD4F1EF9}"/>
                    </a:ext>
                  </a:extLst>
                </p:cNvPr>
                <p:cNvPicPr/>
                <p:nvPr/>
              </p:nvPicPr>
              <p:blipFill>
                <a:blip r:embed="rId6"/>
                <a:stretch>
                  <a:fillRect/>
                </a:stretch>
              </p:blipFill>
              <p:spPr>
                <a:xfrm>
                  <a:off x="9808644" y="722765"/>
                  <a:ext cx="221760" cy="4323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7959EDB9-3B0F-56E1-10D7-F4E193371942}"/>
                    </a:ext>
                  </a:extLst>
                </p14:cNvPr>
                <p14:cNvContentPartPr/>
                <p14:nvPr/>
              </p14:nvContentPartPr>
              <p14:xfrm>
                <a:off x="9804684" y="719525"/>
                <a:ext cx="154800" cy="176040"/>
              </p14:xfrm>
            </p:contentPart>
          </mc:Choice>
          <mc:Fallback>
            <p:pic>
              <p:nvPicPr>
                <p:cNvPr id="8" name="Ink 7">
                  <a:extLst>
                    <a:ext uri="{FF2B5EF4-FFF2-40B4-BE49-F238E27FC236}">
                      <a16:creationId xmlns:a16="http://schemas.microsoft.com/office/drawing/2014/main" id="{7959EDB9-3B0F-56E1-10D7-F4E193371942}"/>
                    </a:ext>
                  </a:extLst>
                </p:cNvPr>
                <p:cNvPicPr/>
                <p:nvPr/>
              </p:nvPicPr>
              <p:blipFill>
                <a:blip r:embed="rId8"/>
                <a:stretch>
                  <a:fillRect/>
                </a:stretch>
              </p:blipFill>
              <p:spPr>
                <a:xfrm>
                  <a:off x="9798564" y="713405"/>
                  <a:ext cx="167040" cy="188280"/>
                </a:xfrm>
                <a:prstGeom prst="rect">
                  <a:avLst/>
                </a:prstGeom>
              </p:spPr>
            </p:pic>
          </mc:Fallback>
        </mc:AlternateContent>
      </p:grpSp>
      <p:sp>
        <p:nvSpPr>
          <p:cNvPr id="12" name="TextBox 11">
            <a:extLst>
              <a:ext uri="{FF2B5EF4-FFF2-40B4-BE49-F238E27FC236}">
                <a16:creationId xmlns:a16="http://schemas.microsoft.com/office/drawing/2014/main" id="{26FA14E2-5E6F-6499-6C8C-6FDFD30EF81F}"/>
              </a:ext>
            </a:extLst>
          </p:cNvPr>
          <p:cNvSpPr txBox="1"/>
          <p:nvPr/>
        </p:nvSpPr>
        <p:spPr>
          <a:xfrm>
            <a:off x="9723411" y="994287"/>
            <a:ext cx="1856007" cy="646331"/>
          </a:xfrm>
          <a:prstGeom prst="rect">
            <a:avLst/>
          </a:prstGeom>
          <a:noFill/>
        </p:spPr>
        <p:txBody>
          <a:bodyPr wrap="square" rtlCol="0">
            <a:spAutoFit/>
          </a:bodyPr>
          <a:lstStyle/>
          <a:p>
            <a:r>
              <a:rPr lang="en-US" dirty="0"/>
              <a:t>Write - </a:t>
            </a:r>
            <a:r>
              <a:rPr lang="en-US" b="1" dirty="0"/>
              <a:t>Consult Kendra</a:t>
            </a:r>
          </a:p>
        </p:txBody>
      </p:sp>
      <mc:AlternateContent xmlns:mc="http://schemas.openxmlformats.org/markup-compatibility/2006">
        <mc:Choice xmlns:p14="http://schemas.microsoft.com/office/powerpoint/2010/main" Requires="p14">
          <p:contentPart p14:bwMode="auto" r:id="rId9">
            <p14:nvContentPartPr>
              <p14:cNvPr id="13" name="Ink 12">
                <a:extLst>
                  <a:ext uri="{FF2B5EF4-FFF2-40B4-BE49-F238E27FC236}">
                    <a16:creationId xmlns:a16="http://schemas.microsoft.com/office/drawing/2014/main" id="{B9234BC7-E380-2AB7-92E5-C5AEC67E7B43}"/>
                  </a:ext>
                </a:extLst>
              </p14:cNvPr>
              <p14:cNvContentPartPr/>
              <p14:nvPr/>
            </p14:nvContentPartPr>
            <p14:xfrm>
              <a:off x="1905924" y="251885"/>
              <a:ext cx="1229400" cy="813240"/>
            </p14:xfrm>
          </p:contentPart>
        </mc:Choice>
        <mc:Fallback>
          <p:pic>
            <p:nvPicPr>
              <p:cNvPr id="13" name="Ink 12">
                <a:extLst>
                  <a:ext uri="{FF2B5EF4-FFF2-40B4-BE49-F238E27FC236}">
                    <a16:creationId xmlns:a16="http://schemas.microsoft.com/office/drawing/2014/main" id="{B9234BC7-E380-2AB7-92E5-C5AEC67E7B43}"/>
                  </a:ext>
                </a:extLst>
              </p:cNvPr>
              <p:cNvPicPr/>
              <p:nvPr/>
            </p:nvPicPr>
            <p:blipFill>
              <a:blip r:embed="rId10"/>
              <a:stretch>
                <a:fillRect/>
              </a:stretch>
            </p:blipFill>
            <p:spPr>
              <a:xfrm>
                <a:off x="1899804" y="245765"/>
                <a:ext cx="1241640" cy="825480"/>
              </a:xfrm>
              <a:prstGeom prst="rect">
                <a:avLst/>
              </a:prstGeom>
            </p:spPr>
          </p:pic>
        </mc:Fallback>
      </mc:AlternateContent>
      <p:sp>
        <p:nvSpPr>
          <p:cNvPr id="17" name="TextBox 16">
            <a:extLst>
              <a:ext uri="{FF2B5EF4-FFF2-40B4-BE49-F238E27FC236}">
                <a16:creationId xmlns:a16="http://schemas.microsoft.com/office/drawing/2014/main" id="{48D00E9D-F8BF-B614-B16D-385C202E9E40}"/>
              </a:ext>
            </a:extLst>
          </p:cNvPr>
          <p:cNvSpPr txBox="1"/>
          <p:nvPr/>
        </p:nvSpPr>
        <p:spPr>
          <a:xfrm>
            <a:off x="2597286" y="1329646"/>
            <a:ext cx="4552544" cy="646331"/>
          </a:xfrm>
          <a:prstGeom prst="rect">
            <a:avLst/>
          </a:prstGeom>
          <a:noFill/>
        </p:spPr>
        <p:txBody>
          <a:bodyPr wrap="square" rtlCol="0">
            <a:spAutoFit/>
          </a:bodyPr>
          <a:lstStyle/>
          <a:p>
            <a:r>
              <a:rPr lang="en-US" dirty="0"/>
              <a:t>May be like we discussed put the logo and name in the center or left corner</a:t>
            </a:r>
          </a:p>
        </p:txBody>
      </p:sp>
      <mc:AlternateContent xmlns:mc="http://schemas.openxmlformats.org/markup-compatibility/2006">
        <mc:Choice xmlns:p14="http://schemas.microsoft.com/office/powerpoint/2010/main" Requires="p14">
          <p:contentPart p14:bwMode="auto" r:id="rId11">
            <p14:nvContentPartPr>
              <p14:cNvPr id="18" name="Ink 17">
                <a:extLst>
                  <a:ext uri="{FF2B5EF4-FFF2-40B4-BE49-F238E27FC236}">
                    <a16:creationId xmlns:a16="http://schemas.microsoft.com/office/drawing/2014/main" id="{530E5563-0E54-A0BF-1832-19036CA9276D}"/>
                  </a:ext>
                </a:extLst>
              </p14:cNvPr>
              <p14:cNvContentPartPr/>
              <p14:nvPr/>
            </p14:nvContentPartPr>
            <p14:xfrm>
              <a:off x="1758684" y="1303085"/>
              <a:ext cx="2160" cy="360"/>
            </p14:xfrm>
          </p:contentPart>
        </mc:Choice>
        <mc:Fallback>
          <p:pic>
            <p:nvPicPr>
              <p:cNvPr id="18" name="Ink 17">
                <a:extLst>
                  <a:ext uri="{FF2B5EF4-FFF2-40B4-BE49-F238E27FC236}">
                    <a16:creationId xmlns:a16="http://schemas.microsoft.com/office/drawing/2014/main" id="{530E5563-0E54-A0BF-1832-19036CA9276D}"/>
                  </a:ext>
                </a:extLst>
              </p:cNvPr>
              <p:cNvPicPr/>
              <p:nvPr/>
            </p:nvPicPr>
            <p:blipFill>
              <a:blip r:embed="rId12"/>
              <a:stretch>
                <a:fillRect/>
              </a:stretch>
            </p:blipFill>
            <p:spPr>
              <a:xfrm>
                <a:off x="1752564" y="1296965"/>
                <a:ext cx="14400" cy="12600"/>
              </a:xfrm>
              <a:prstGeom prst="rect">
                <a:avLst/>
              </a:prstGeom>
            </p:spPr>
          </p:pic>
        </mc:Fallback>
      </mc:AlternateContent>
      <p:grpSp>
        <p:nvGrpSpPr>
          <p:cNvPr id="24" name="Group 23">
            <a:extLst>
              <a:ext uri="{FF2B5EF4-FFF2-40B4-BE49-F238E27FC236}">
                <a16:creationId xmlns:a16="http://schemas.microsoft.com/office/drawing/2014/main" id="{088DD16D-B440-0B00-5C12-214C911CB8BB}"/>
              </a:ext>
            </a:extLst>
          </p:cNvPr>
          <p:cNvGrpSpPr/>
          <p:nvPr/>
        </p:nvGrpSpPr>
        <p:grpSpPr>
          <a:xfrm>
            <a:off x="4446444" y="791525"/>
            <a:ext cx="1999440" cy="565560"/>
            <a:chOff x="4446444" y="791525"/>
            <a:chExt cx="1999440" cy="565560"/>
          </a:xfrm>
        </p:grpSpPr>
        <mc:AlternateContent xmlns:mc="http://schemas.openxmlformats.org/markup-compatibility/2006">
          <mc:Choice xmlns:p14="http://schemas.microsoft.com/office/powerpoint/2010/main" Requires="p14">
            <p:contentPart p14:bwMode="auto" r:id="rId13">
              <p14:nvContentPartPr>
                <p14:cNvPr id="19" name="Ink 18">
                  <a:extLst>
                    <a:ext uri="{FF2B5EF4-FFF2-40B4-BE49-F238E27FC236}">
                      <a16:creationId xmlns:a16="http://schemas.microsoft.com/office/drawing/2014/main" id="{C133643F-80C8-8A24-A2C9-9C8F41CDBE02}"/>
                    </a:ext>
                  </a:extLst>
                </p14:cNvPr>
                <p14:cNvContentPartPr/>
                <p14:nvPr/>
              </p14:nvContentPartPr>
              <p14:xfrm>
                <a:off x="4446444" y="992045"/>
                <a:ext cx="115920" cy="365040"/>
              </p14:xfrm>
            </p:contentPart>
          </mc:Choice>
          <mc:Fallback>
            <p:pic>
              <p:nvPicPr>
                <p:cNvPr id="19" name="Ink 18">
                  <a:extLst>
                    <a:ext uri="{FF2B5EF4-FFF2-40B4-BE49-F238E27FC236}">
                      <a16:creationId xmlns:a16="http://schemas.microsoft.com/office/drawing/2014/main" id="{C133643F-80C8-8A24-A2C9-9C8F41CDBE02}"/>
                    </a:ext>
                  </a:extLst>
                </p:cNvPr>
                <p:cNvPicPr/>
                <p:nvPr/>
              </p:nvPicPr>
              <p:blipFill>
                <a:blip r:embed="rId14"/>
                <a:stretch>
                  <a:fillRect/>
                </a:stretch>
              </p:blipFill>
              <p:spPr>
                <a:xfrm>
                  <a:off x="4440324" y="985925"/>
                  <a:ext cx="128160" cy="3772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0" name="Ink 19">
                  <a:extLst>
                    <a:ext uri="{FF2B5EF4-FFF2-40B4-BE49-F238E27FC236}">
                      <a16:creationId xmlns:a16="http://schemas.microsoft.com/office/drawing/2014/main" id="{2B7D696A-3DFD-88B3-EED1-257148CCE135}"/>
                    </a:ext>
                  </a:extLst>
                </p14:cNvPr>
                <p14:cNvContentPartPr/>
                <p14:nvPr/>
              </p14:nvContentPartPr>
              <p14:xfrm>
                <a:off x="4544724" y="992045"/>
                <a:ext cx="255960" cy="328680"/>
              </p14:xfrm>
            </p:contentPart>
          </mc:Choice>
          <mc:Fallback>
            <p:pic>
              <p:nvPicPr>
                <p:cNvPr id="20" name="Ink 19">
                  <a:extLst>
                    <a:ext uri="{FF2B5EF4-FFF2-40B4-BE49-F238E27FC236}">
                      <a16:creationId xmlns:a16="http://schemas.microsoft.com/office/drawing/2014/main" id="{2B7D696A-3DFD-88B3-EED1-257148CCE135}"/>
                    </a:ext>
                  </a:extLst>
                </p:cNvPr>
                <p:cNvPicPr/>
                <p:nvPr/>
              </p:nvPicPr>
              <p:blipFill>
                <a:blip r:embed="rId16"/>
                <a:stretch>
                  <a:fillRect/>
                </a:stretch>
              </p:blipFill>
              <p:spPr>
                <a:xfrm>
                  <a:off x="4538604" y="985925"/>
                  <a:ext cx="268200" cy="3409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1" name="Ink 20">
                  <a:extLst>
                    <a:ext uri="{FF2B5EF4-FFF2-40B4-BE49-F238E27FC236}">
                      <a16:creationId xmlns:a16="http://schemas.microsoft.com/office/drawing/2014/main" id="{55EF2350-FF50-86E9-F180-C300A5DE2825}"/>
                    </a:ext>
                  </a:extLst>
                </p14:cNvPr>
                <p14:cNvContentPartPr/>
                <p14:nvPr/>
              </p14:nvContentPartPr>
              <p14:xfrm>
                <a:off x="4834524" y="884045"/>
                <a:ext cx="628200" cy="414360"/>
              </p14:xfrm>
            </p:contentPart>
          </mc:Choice>
          <mc:Fallback>
            <p:pic>
              <p:nvPicPr>
                <p:cNvPr id="21" name="Ink 20">
                  <a:extLst>
                    <a:ext uri="{FF2B5EF4-FFF2-40B4-BE49-F238E27FC236}">
                      <a16:creationId xmlns:a16="http://schemas.microsoft.com/office/drawing/2014/main" id="{55EF2350-FF50-86E9-F180-C300A5DE2825}"/>
                    </a:ext>
                  </a:extLst>
                </p:cNvPr>
                <p:cNvPicPr/>
                <p:nvPr/>
              </p:nvPicPr>
              <p:blipFill>
                <a:blip r:embed="rId18"/>
                <a:stretch>
                  <a:fillRect/>
                </a:stretch>
              </p:blipFill>
              <p:spPr>
                <a:xfrm>
                  <a:off x="4828404" y="877925"/>
                  <a:ext cx="640440" cy="426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2" name="Ink 21">
                  <a:extLst>
                    <a:ext uri="{FF2B5EF4-FFF2-40B4-BE49-F238E27FC236}">
                      <a16:creationId xmlns:a16="http://schemas.microsoft.com/office/drawing/2014/main" id="{BADD5311-CF9E-03C5-BCB0-B37D4927F07E}"/>
                    </a:ext>
                  </a:extLst>
                </p14:cNvPr>
                <p14:cNvContentPartPr/>
                <p14:nvPr/>
              </p14:nvContentPartPr>
              <p14:xfrm>
                <a:off x="5563884" y="934805"/>
                <a:ext cx="252000" cy="352800"/>
              </p14:xfrm>
            </p:contentPart>
          </mc:Choice>
          <mc:Fallback>
            <p:pic>
              <p:nvPicPr>
                <p:cNvPr id="22" name="Ink 21">
                  <a:extLst>
                    <a:ext uri="{FF2B5EF4-FFF2-40B4-BE49-F238E27FC236}">
                      <a16:creationId xmlns:a16="http://schemas.microsoft.com/office/drawing/2014/main" id="{BADD5311-CF9E-03C5-BCB0-B37D4927F07E}"/>
                    </a:ext>
                  </a:extLst>
                </p:cNvPr>
                <p:cNvPicPr/>
                <p:nvPr/>
              </p:nvPicPr>
              <p:blipFill>
                <a:blip r:embed="rId20"/>
                <a:stretch>
                  <a:fillRect/>
                </a:stretch>
              </p:blipFill>
              <p:spPr>
                <a:xfrm>
                  <a:off x="5557764" y="928685"/>
                  <a:ext cx="264240" cy="3650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3" name="Ink 22">
                  <a:extLst>
                    <a:ext uri="{FF2B5EF4-FFF2-40B4-BE49-F238E27FC236}">
                      <a16:creationId xmlns:a16="http://schemas.microsoft.com/office/drawing/2014/main" id="{79248487-BFF0-6688-C1AE-66C76B603864}"/>
                    </a:ext>
                  </a:extLst>
                </p14:cNvPr>
                <p14:cNvContentPartPr/>
                <p14:nvPr/>
              </p14:nvContentPartPr>
              <p14:xfrm>
                <a:off x="5926404" y="791525"/>
                <a:ext cx="519480" cy="470520"/>
              </p14:xfrm>
            </p:contentPart>
          </mc:Choice>
          <mc:Fallback>
            <p:pic>
              <p:nvPicPr>
                <p:cNvPr id="23" name="Ink 22">
                  <a:extLst>
                    <a:ext uri="{FF2B5EF4-FFF2-40B4-BE49-F238E27FC236}">
                      <a16:creationId xmlns:a16="http://schemas.microsoft.com/office/drawing/2014/main" id="{79248487-BFF0-6688-C1AE-66C76B603864}"/>
                    </a:ext>
                  </a:extLst>
                </p:cNvPr>
                <p:cNvPicPr/>
                <p:nvPr/>
              </p:nvPicPr>
              <p:blipFill>
                <a:blip r:embed="rId22"/>
                <a:stretch>
                  <a:fillRect/>
                </a:stretch>
              </p:blipFill>
              <p:spPr>
                <a:xfrm>
                  <a:off x="5920284" y="785405"/>
                  <a:ext cx="531720" cy="482760"/>
                </a:xfrm>
                <a:prstGeom prst="rect">
                  <a:avLst/>
                </a:prstGeom>
              </p:spPr>
            </p:pic>
          </mc:Fallback>
        </mc:AlternateContent>
      </p:grpSp>
      <p:grpSp>
        <p:nvGrpSpPr>
          <p:cNvPr id="29" name="Group 28">
            <a:extLst>
              <a:ext uri="{FF2B5EF4-FFF2-40B4-BE49-F238E27FC236}">
                <a16:creationId xmlns:a16="http://schemas.microsoft.com/office/drawing/2014/main" id="{7E172A4B-7815-37F5-22F0-EFB9A776DD54}"/>
              </a:ext>
            </a:extLst>
          </p:cNvPr>
          <p:cNvGrpSpPr/>
          <p:nvPr/>
        </p:nvGrpSpPr>
        <p:grpSpPr>
          <a:xfrm>
            <a:off x="6205764" y="1505765"/>
            <a:ext cx="662040" cy="225720"/>
            <a:chOff x="6205764" y="1505765"/>
            <a:chExt cx="662040" cy="225720"/>
          </a:xfrm>
        </p:grpSpPr>
        <mc:AlternateContent xmlns:mc="http://schemas.openxmlformats.org/markup-compatibility/2006">
          <mc:Choice xmlns:p14="http://schemas.microsoft.com/office/powerpoint/2010/main" Requires="p14">
            <p:contentPart p14:bwMode="auto" r:id="rId23">
              <p14:nvContentPartPr>
                <p14:cNvPr id="25" name="Ink 24">
                  <a:extLst>
                    <a:ext uri="{FF2B5EF4-FFF2-40B4-BE49-F238E27FC236}">
                      <a16:creationId xmlns:a16="http://schemas.microsoft.com/office/drawing/2014/main" id="{F6BDA24A-6F15-2686-22C5-DA7ABEDC1BA7}"/>
                    </a:ext>
                  </a:extLst>
                </p14:cNvPr>
                <p14:cNvContentPartPr/>
                <p14:nvPr/>
              </p14:nvContentPartPr>
              <p14:xfrm>
                <a:off x="6205764" y="1717445"/>
                <a:ext cx="43920" cy="14040"/>
              </p14:xfrm>
            </p:contentPart>
          </mc:Choice>
          <mc:Fallback>
            <p:pic>
              <p:nvPicPr>
                <p:cNvPr id="25" name="Ink 24">
                  <a:extLst>
                    <a:ext uri="{FF2B5EF4-FFF2-40B4-BE49-F238E27FC236}">
                      <a16:creationId xmlns:a16="http://schemas.microsoft.com/office/drawing/2014/main" id="{F6BDA24A-6F15-2686-22C5-DA7ABEDC1BA7}"/>
                    </a:ext>
                  </a:extLst>
                </p:cNvPr>
                <p:cNvPicPr/>
                <p:nvPr/>
              </p:nvPicPr>
              <p:blipFill>
                <a:blip r:embed="rId24"/>
                <a:stretch>
                  <a:fillRect/>
                </a:stretch>
              </p:blipFill>
              <p:spPr>
                <a:xfrm>
                  <a:off x="6199644" y="1711325"/>
                  <a:ext cx="5616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6" name="Ink 25">
                  <a:extLst>
                    <a:ext uri="{FF2B5EF4-FFF2-40B4-BE49-F238E27FC236}">
                      <a16:creationId xmlns:a16="http://schemas.microsoft.com/office/drawing/2014/main" id="{C46CF4FD-BFE4-E134-F220-52B137F78D56}"/>
                    </a:ext>
                  </a:extLst>
                </p14:cNvPr>
                <p14:cNvContentPartPr/>
                <p14:nvPr/>
              </p14:nvContentPartPr>
              <p14:xfrm>
                <a:off x="6526884" y="1653365"/>
                <a:ext cx="114480" cy="360"/>
              </p14:xfrm>
            </p:contentPart>
          </mc:Choice>
          <mc:Fallback>
            <p:pic>
              <p:nvPicPr>
                <p:cNvPr id="26" name="Ink 25">
                  <a:extLst>
                    <a:ext uri="{FF2B5EF4-FFF2-40B4-BE49-F238E27FC236}">
                      <a16:creationId xmlns:a16="http://schemas.microsoft.com/office/drawing/2014/main" id="{C46CF4FD-BFE4-E134-F220-52B137F78D56}"/>
                    </a:ext>
                  </a:extLst>
                </p:cNvPr>
                <p:cNvPicPr/>
                <p:nvPr/>
              </p:nvPicPr>
              <p:blipFill>
                <a:blip r:embed="rId26"/>
                <a:stretch>
                  <a:fillRect/>
                </a:stretch>
              </p:blipFill>
              <p:spPr>
                <a:xfrm>
                  <a:off x="6520764" y="1647245"/>
                  <a:ext cx="12672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7" name="Ink 26">
                  <a:extLst>
                    <a:ext uri="{FF2B5EF4-FFF2-40B4-BE49-F238E27FC236}">
                      <a16:creationId xmlns:a16="http://schemas.microsoft.com/office/drawing/2014/main" id="{E26000C1-73DD-B8A5-0448-A0251AE2D490}"/>
                    </a:ext>
                  </a:extLst>
                </p14:cNvPr>
                <p14:cNvContentPartPr/>
                <p14:nvPr/>
              </p14:nvContentPartPr>
              <p14:xfrm>
                <a:off x="6731004" y="1584965"/>
                <a:ext cx="38160" cy="19800"/>
              </p14:xfrm>
            </p:contentPart>
          </mc:Choice>
          <mc:Fallback>
            <p:pic>
              <p:nvPicPr>
                <p:cNvPr id="27" name="Ink 26">
                  <a:extLst>
                    <a:ext uri="{FF2B5EF4-FFF2-40B4-BE49-F238E27FC236}">
                      <a16:creationId xmlns:a16="http://schemas.microsoft.com/office/drawing/2014/main" id="{E26000C1-73DD-B8A5-0448-A0251AE2D490}"/>
                    </a:ext>
                  </a:extLst>
                </p:cNvPr>
                <p:cNvPicPr/>
                <p:nvPr/>
              </p:nvPicPr>
              <p:blipFill>
                <a:blip r:embed="rId28"/>
                <a:stretch>
                  <a:fillRect/>
                </a:stretch>
              </p:blipFill>
              <p:spPr>
                <a:xfrm>
                  <a:off x="6724884" y="1578845"/>
                  <a:ext cx="5040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8" name="Ink 27">
                  <a:extLst>
                    <a:ext uri="{FF2B5EF4-FFF2-40B4-BE49-F238E27FC236}">
                      <a16:creationId xmlns:a16="http://schemas.microsoft.com/office/drawing/2014/main" id="{28A606D4-46DD-1C67-FDA2-3E1EE6BDEE00}"/>
                    </a:ext>
                  </a:extLst>
                </p14:cNvPr>
                <p14:cNvContentPartPr/>
                <p14:nvPr/>
              </p14:nvContentPartPr>
              <p14:xfrm>
                <a:off x="6867444" y="1505765"/>
                <a:ext cx="360" cy="2160"/>
              </p14:xfrm>
            </p:contentPart>
          </mc:Choice>
          <mc:Fallback>
            <p:pic>
              <p:nvPicPr>
                <p:cNvPr id="28" name="Ink 27">
                  <a:extLst>
                    <a:ext uri="{FF2B5EF4-FFF2-40B4-BE49-F238E27FC236}">
                      <a16:creationId xmlns:a16="http://schemas.microsoft.com/office/drawing/2014/main" id="{28A606D4-46DD-1C67-FDA2-3E1EE6BDEE00}"/>
                    </a:ext>
                  </a:extLst>
                </p:cNvPr>
                <p:cNvPicPr/>
                <p:nvPr/>
              </p:nvPicPr>
              <p:blipFill>
                <a:blip r:embed="rId30"/>
                <a:stretch>
                  <a:fillRect/>
                </a:stretch>
              </p:blipFill>
              <p:spPr>
                <a:xfrm>
                  <a:off x="6861324" y="1499645"/>
                  <a:ext cx="12600" cy="14400"/>
                </a:xfrm>
                <a:prstGeom prst="rect">
                  <a:avLst/>
                </a:prstGeom>
              </p:spPr>
            </p:pic>
          </mc:Fallback>
        </mc:AlternateContent>
      </p:grpSp>
      <p:grpSp>
        <p:nvGrpSpPr>
          <p:cNvPr id="45" name="Group 44">
            <a:extLst>
              <a:ext uri="{FF2B5EF4-FFF2-40B4-BE49-F238E27FC236}">
                <a16:creationId xmlns:a16="http://schemas.microsoft.com/office/drawing/2014/main" id="{BABA3F30-D183-A128-58C7-C97DACBB566F}"/>
              </a:ext>
            </a:extLst>
          </p:cNvPr>
          <p:cNvGrpSpPr/>
          <p:nvPr/>
        </p:nvGrpSpPr>
        <p:grpSpPr>
          <a:xfrm>
            <a:off x="1840764" y="1205885"/>
            <a:ext cx="620280" cy="615240"/>
            <a:chOff x="1840764" y="1205885"/>
            <a:chExt cx="620280" cy="615240"/>
          </a:xfrm>
        </p:grpSpPr>
        <mc:AlternateContent xmlns:mc="http://schemas.openxmlformats.org/markup-compatibility/2006">
          <mc:Choice xmlns:p14="http://schemas.microsoft.com/office/powerpoint/2010/main" Requires="p14">
            <p:contentPart p14:bwMode="auto" r:id="rId31">
              <p14:nvContentPartPr>
                <p14:cNvPr id="31" name="Ink 30">
                  <a:extLst>
                    <a:ext uri="{FF2B5EF4-FFF2-40B4-BE49-F238E27FC236}">
                      <a16:creationId xmlns:a16="http://schemas.microsoft.com/office/drawing/2014/main" id="{97B88D3F-E4C1-216C-8256-871A63F1FF93}"/>
                    </a:ext>
                  </a:extLst>
                </p14:cNvPr>
                <p14:cNvContentPartPr/>
                <p14:nvPr/>
              </p14:nvContentPartPr>
              <p14:xfrm>
                <a:off x="2222004" y="1205885"/>
                <a:ext cx="239040" cy="46080"/>
              </p14:xfrm>
            </p:contentPart>
          </mc:Choice>
          <mc:Fallback>
            <p:pic>
              <p:nvPicPr>
                <p:cNvPr id="31" name="Ink 30">
                  <a:extLst>
                    <a:ext uri="{FF2B5EF4-FFF2-40B4-BE49-F238E27FC236}">
                      <a16:creationId xmlns:a16="http://schemas.microsoft.com/office/drawing/2014/main" id="{97B88D3F-E4C1-216C-8256-871A63F1FF93}"/>
                    </a:ext>
                  </a:extLst>
                </p:cNvPr>
                <p:cNvPicPr/>
                <p:nvPr/>
              </p:nvPicPr>
              <p:blipFill>
                <a:blip r:embed="rId32"/>
                <a:stretch>
                  <a:fillRect/>
                </a:stretch>
              </p:blipFill>
              <p:spPr>
                <a:xfrm>
                  <a:off x="2215884" y="1199765"/>
                  <a:ext cx="25128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2" name="Ink 31">
                  <a:extLst>
                    <a:ext uri="{FF2B5EF4-FFF2-40B4-BE49-F238E27FC236}">
                      <a16:creationId xmlns:a16="http://schemas.microsoft.com/office/drawing/2014/main" id="{17271D2C-31EC-B644-4213-F911FA02AB0A}"/>
                    </a:ext>
                  </a:extLst>
                </p14:cNvPr>
                <p14:cNvContentPartPr/>
                <p14:nvPr/>
              </p14:nvContentPartPr>
              <p14:xfrm>
                <a:off x="1840764" y="1273925"/>
                <a:ext cx="260280" cy="547200"/>
              </p14:xfrm>
            </p:contentPart>
          </mc:Choice>
          <mc:Fallback>
            <p:pic>
              <p:nvPicPr>
                <p:cNvPr id="32" name="Ink 31">
                  <a:extLst>
                    <a:ext uri="{FF2B5EF4-FFF2-40B4-BE49-F238E27FC236}">
                      <a16:creationId xmlns:a16="http://schemas.microsoft.com/office/drawing/2014/main" id="{17271D2C-31EC-B644-4213-F911FA02AB0A}"/>
                    </a:ext>
                  </a:extLst>
                </p:cNvPr>
                <p:cNvPicPr/>
                <p:nvPr/>
              </p:nvPicPr>
              <p:blipFill>
                <a:blip r:embed="rId34"/>
                <a:stretch>
                  <a:fillRect/>
                </a:stretch>
              </p:blipFill>
              <p:spPr>
                <a:xfrm>
                  <a:off x="1834644" y="1267805"/>
                  <a:ext cx="272520" cy="559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5">
            <p14:nvContentPartPr>
              <p14:cNvPr id="33" name="Ink 32">
                <a:extLst>
                  <a:ext uri="{FF2B5EF4-FFF2-40B4-BE49-F238E27FC236}">
                    <a16:creationId xmlns:a16="http://schemas.microsoft.com/office/drawing/2014/main" id="{C2059B81-7D2E-EE3B-0F26-34D111FD0E2A}"/>
                  </a:ext>
                </a:extLst>
              </p14:cNvPr>
              <p14:cNvContentPartPr/>
              <p14:nvPr/>
            </p14:nvContentPartPr>
            <p14:xfrm>
              <a:off x="1828164" y="2129645"/>
              <a:ext cx="33120" cy="123840"/>
            </p14:xfrm>
          </p:contentPart>
        </mc:Choice>
        <mc:Fallback>
          <p:pic>
            <p:nvPicPr>
              <p:cNvPr id="33" name="Ink 32">
                <a:extLst>
                  <a:ext uri="{FF2B5EF4-FFF2-40B4-BE49-F238E27FC236}">
                    <a16:creationId xmlns:a16="http://schemas.microsoft.com/office/drawing/2014/main" id="{C2059B81-7D2E-EE3B-0F26-34D111FD0E2A}"/>
                  </a:ext>
                </a:extLst>
              </p:cNvPr>
              <p:cNvPicPr/>
              <p:nvPr/>
            </p:nvPicPr>
            <p:blipFill>
              <a:blip r:embed="rId36"/>
              <a:stretch>
                <a:fillRect/>
              </a:stretch>
            </p:blipFill>
            <p:spPr>
              <a:xfrm>
                <a:off x="1822044" y="2123525"/>
                <a:ext cx="4536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0" name="Ink 39">
                <a:extLst>
                  <a:ext uri="{FF2B5EF4-FFF2-40B4-BE49-F238E27FC236}">
                    <a16:creationId xmlns:a16="http://schemas.microsoft.com/office/drawing/2014/main" id="{5EB58640-CCB4-9CEE-971D-3077A612CF2A}"/>
                  </a:ext>
                </a:extLst>
              </p14:cNvPr>
              <p14:cNvContentPartPr/>
              <p14:nvPr/>
            </p14:nvContentPartPr>
            <p14:xfrm>
              <a:off x="4559484" y="2041085"/>
              <a:ext cx="51480" cy="88920"/>
            </p14:xfrm>
          </p:contentPart>
        </mc:Choice>
        <mc:Fallback>
          <p:pic>
            <p:nvPicPr>
              <p:cNvPr id="40" name="Ink 39">
                <a:extLst>
                  <a:ext uri="{FF2B5EF4-FFF2-40B4-BE49-F238E27FC236}">
                    <a16:creationId xmlns:a16="http://schemas.microsoft.com/office/drawing/2014/main" id="{5EB58640-CCB4-9CEE-971D-3077A612CF2A}"/>
                  </a:ext>
                </a:extLst>
              </p:cNvPr>
              <p:cNvPicPr/>
              <p:nvPr/>
            </p:nvPicPr>
            <p:blipFill>
              <a:blip r:embed="rId38"/>
              <a:stretch>
                <a:fillRect/>
              </a:stretch>
            </p:blipFill>
            <p:spPr>
              <a:xfrm>
                <a:off x="4553364" y="2034965"/>
                <a:ext cx="637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1" name="Ink 40">
                <a:extLst>
                  <a:ext uri="{FF2B5EF4-FFF2-40B4-BE49-F238E27FC236}">
                    <a16:creationId xmlns:a16="http://schemas.microsoft.com/office/drawing/2014/main" id="{62D376F3-5E47-827F-941B-6BF6050DA7A9}"/>
                  </a:ext>
                </a:extLst>
              </p14:cNvPr>
              <p14:cNvContentPartPr/>
              <p14:nvPr/>
            </p14:nvContentPartPr>
            <p14:xfrm>
              <a:off x="4270044" y="1662005"/>
              <a:ext cx="19440" cy="59400"/>
            </p14:xfrm>
          </p:contentPart>
        </mc:Choice>
        <mc:Fallback>
          <p:pic>
            <p:nvPicPr>
              <p:cNvPr id="41" name="Ink 40">
                <a:extLst>
                  <a:ext uri="{FF2B5EF4-FFF2-40B4-BE49-F238E27FC236}">
                    <a16:creationId xmlns:a16="http://schemas.microsoft.com/office/drawing/2014/main" id="{62D376F3-5E47-827F-941B-6BF6050DA7A9}"/>
                  </a:ext>
                </a:extLst>
              </p:cNvPr>
              <p:cNvPicPr/>
              <p:nvPr/>
            </p:nvPicPr>
            <p:blipFill>
              <a:blip r:embed="rId40"/>
              <a:stretch>
                <a:fillRect/>
              </a:stretch>
            </p:blipFill>
            <p:spPr>
              <a:xfrm>
                <a:off x="4263924" y="1655885"/>
                <a:ext cx="31680" cy="71640"/>
              </a:xfrm>
              <a:prstGeom prst="rect">
                <a:avLst/>
              </a:prstGeom>
            </p:spPr>
          </p:pic>
        </mc:Fallback>
      </mc:AlternateContent>
      <p:grpSp>
        <p:nvGrpSpPr>
          <p:cNvPr id="43" name="Group 42">
            <a:extLst>
              <a:ext uri="{FF2B5EF4-FFF2-40B4-BE49-F238E27FC236}">
                <a16:creationId xmlns:a16="http://schemas.microsoft.com/office/drawing/2014/main" id="{83EAB00D-3DF2-7233-E9A3-55704127CF2B}"/>
              </a:ext>
            </a:extLst>
          </p:cNvPr>
          <p:cNvGrpSpPr/>
          <p:nvPr/>
        </p:nvGrpSpPr>
        <p:grpSpPr>
          <a:xfrm>
            <a:off x="3025164" y="982325"/>
            <a:ext cx="758880" cy="372240"/>
            <a:chOff x="3025164" y="982325"/>
            <a:chExt cx="758880" cy="372240"/>
          </a:xfrm>
        </p:grpSpPr>
        <mc:AlternateContent xmlns:mc="http://schemas.openxmlformats.org/markup-compatibility/2006">
          <mc:Choice xmlns:p14="http://schemas.microsoft.com/office/powerpoint/2010/main" Requires="p14">
            <p:contentPart p14:bwMode="auto" r:id="rId41">
              <p14:nvContentPartPr>
                <p14:cNvPr id="14" name="Ink 13">
                  <a:extLst>
                    <a:ext uri="{FF2B5EF4-FFF2-40B4-BE49-F238E27FC236}">
                      <a16:creationId xmlns:a16="http://schemas.microsoft.com/office/drawing/2014/main" id="{8FEA28F0-E192-EDAB-295E-9FD1507AB389}"/>
                    </a:ext>
                  </a:extLst>
                </p14:cNvPr>
                <p14:cNvContentPartPr/>
                <p14:nvPr/>
              </p14:nvContentPartPr>
              <p14:xfrm>
                <a:off x="3025164" y="982325"/>
                <a:ext cx="332280" cy="296640"/>
              </p14:xfrm>
            </p:contentPart>
          </mc:Choice>
          <mc:Fallback>
            <p:pic>
              <p:nvPicPr>
                <p:cNvPr id="14" name="Ink 13">
                  <a:extLst>
                    <a:ext uri="{FF2B5EF4-FFF2-40B4-BE49-F238E27FC236}">
                      <a16:creationId xmlns:a16="http://schemas.microsoft.com/office/drawing/2014/main" id="{8FEA28F0-E192-EDAB-295E-9FD1507AB389}"/>
                    </a:ext>
                  </a:extLst>
                </p:cNvPr>
                <p:cNvPicPr/>
                <p:nvPr/>
              </p:nvPicPr>
              <p:blipFill>
                <a:blip r:embed="rId42"/>
                <a:stretch>
                  <a:fillRect/>
                </a:stretch>
              </p:blipFill>
              <p:spPr>
                <a:xfrm>
                  <a:off x="3019044" y="976205"/>
                  <a:ext cx="34452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15" name="Ink 14">
                  <a:extLst>
                    <a:ext uri="{FF2B5EF4-FFF2-40B4-BE49-F238E27FC236}">
                      <a16:creationId xmlns:a16="http://schemas.microsoft.com/office/drawing/2014/main" id="{4F40282B-256B-6386-0F39-1B154F8F81CC}"/>
                    </a:ext>
                  </a:extLst>
                </p14:cNvPr>
                <p14:cNvContentPartPr/>
                <p14:nvPr/>
              </p14:nvContentPartPr>
              <p14:xfrm>
                <a:off x="3268164" y="1085285"/>
                <a:ext cx="135000" cy="269280"/>
              </p14:xfrm>
            </p:contentPart>
          </mc:Choice>
          <mc:Fallback>
            <p:pic>
              <p:nvPicPr>
                <p:cNvPr id="15" name="Ink 14">
                  <a:extLst>
                    <a:ext uri="{FF2B5EF4-FFF2-40B4-BE49-F238E27FC236}">
                      <a16:creationId xmlns:a16="http://schemas.microsoft.com/office/drawing/2014/main" id="{4F40282B-256B-6386-0F39-1B154F8F81CC}"/>
                    </a:ext>
                  </a:extLst>
                </p:cNvPr>
                <p:cNvPicPr/>
                <p:nvPr/>
              </p:nvPicPr>
              <p:blipFill>
                <a:blip r:embed="rId44"/>
                <a:stretch>
                  <a:fillRect/>
                </a:stretch>
              </p:blipFill>
              <p:spPr>
                <a:xfrm>
                  <a:off x="3262044" y="1079165"/>
                  <a:ext cx="14724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0" name="Ink 29">
                  <a:extLst>
                    <a:ext uri="{FF2B5EF4-FFF2-40B4-BE49-F238E27FC236}">
                      <a16:creationId xmlns:a16="http://schemas.microsoft.com/office/drawing/2014/main" id="{CF48D58B-78A9-7E50-D09B-FC31251AAD33}"/>
                    </a:ext>
                  </a:extLst>
                </p14:cNvPr>
                <p14:cNvContentPartPr/>
                <p14:nvPr/>
              </p14:nvContentPartPr>
              <p14:xfrm>
                <a:off x="3037764" y="1230005"/>
                <a:ext cx="153000" cy="34920"/>
              </p14:xfrm>
            </p:contentPart>
          </mc:Choice>
          <mc:Fallback>
            <p:pic>
              <p:nvPicPr>
                <p:cNvPr id="30" name="Ink 29">
                  <a:extLst>
                    <a:ext uri="{FF2B5EF4-FFF2-40B4-BE49-F238E27FC236}">
                      <a16:creationId xmlns:a16="http://schemas.microsoft.com/office/drawing/2014/main" id="{CF48D58B-78A9-7E50-D09B-FC31251AAD33}"/>
                    </a:ext>
                  </a:extLst>
                </p:cNvPr>
                <p:cNvPicPr/>
                <p:nvPr/>
              </p:nvPicPr>
              <p:blipFill>
                <a:blip r:embed="rId46"/>
                <a:stretch>
                  <a:fillRect/>
                </a:stretch>
              </p:blipFill>
              <p:spPr>
                <a:xfrm>
                  <a:off x="3031644" y="1223885"/>
                  <a:ext cx="16524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2" name="Ink 41">
                  <a:extLst>
                    <a:ext uri="{FF2B5EF4-FFF2-40B4-BE49-F238E27FC236}">
                      <a16:creationId xmlns:a16="http://schemas.microsoft.com/office/drawing/2014/main" id="{7E07F4BF-C20A-0C44-0FB0-96327995350C}"/>
                    </a:ext>
                  </a:extLst>
                </p14:cNvPr>
                <p14:cNvContentPartPr/>
                <p14:nvPr/>
              </p14:nvContentPartPr>
              <p14:xfrm>
                <a:off x="3086724" y="1292645"/>
                <a:ext cx="697320" cy="30240"/>
              </p14:xfrm>
            </p:contentPart>
          </mc:Choice>
          <mc:Fallback>
            <p:pic>
              <p:nvPicPr>
                <p:cNvPr id="42" name="Ink 41">
                  <a:extLst>
                    <a:ext uri="{FF2B5EF4-FFF2-40B4-BE49-F238E27FC236}">
                      <a16:creationId xmlns:a16="http://schemas.microsoft.com/office/drawing/2014/main" id="{7E07F4BF-C20A-0C44-0FB0-96327995350C}"/>
                    </a:ext>
                  </a:extLst>
                </p:cNvPr>
                <p:cNvPicPr/>
                <p:nvPr/>
              </p:nvPicPr>
              <p:blipFill>
                <a:blip r:embed="rId48"/>
                <a:stretch>
                  <a:fillRect/>
                </a:stretch>
              </p:blipFill>
              <p:spPr>
                <a:xfrm>
                  <a:off x="3080604" y="1286525"/>
                  <a:ext cx="709560" cy="42480"/>
                </a:xfrm>
                <a:prstGeom prst="rect">
                  <a:avLst/>
                </a:prstGeom>
              </p:spPr>
            </p:pic>
          </mc:Fallback>
        </mc:AlternateContent>
      </p:grpSp>
      <p:sp>
        <p:nvSpPr>
          <p:cNvPr id="61" name="TextBox 60">
            <a:extLst>
              <a:ext uri="{FF2B5EF4-FFF2-40B4-BE49-F238E27FC236}">
                <a16:creationId xmlns:a16="http://schemas.microsoft.com/office/drawing/2014/main" id="{7C6744EE-EA81-04F8-9D95-982EB0650026}"/>
              </a:ext>
            </a:extLst>
          </p:cNvPr>
          <p:cNvSpPr txBox="1"/>
          <p:nvPr/>
        </p:nvSpPr>
        <p:spPr>
          <a:xfrm>
            <a:off x="865362" y="2191565"/>
            <a:ext cx="3191364" cy="923330"/>
          </a:xfrm>
          <a:prstGeom prst="rect">
            <a:avLst/>
          </a:prstGeom>
          <a:noFill/>
        </p:spPr>
        <p:txBody>
          <a:bodyPr wrap="square" rtlCol="0">
            <a:spAutoFit/>
          </a:bodyPr>
          <a:lstStyle/>
          <a:p>
            <a:r>
              <a:rPr lang="en-US" dirty="0"/>
              <a:t>May be put the logo like a water mark, if possible, try blending the </a:t>
            </a:r>
            <a:r>
              <a:rPr lang="en-US" dirty="0" err="1"/>
              <a:t>colours</a:t>
            </a:r>
            <a:endParaRPr lang="en-US" dirty="0"/>
          </a:p>
        </p:txBody>
      </p:sp>
      <p:grpSp>
        <p:nvGrpSpPr>
          <p:cNvPr id="67" name="Group 66">
            <a:extLst>
              <a:ext uri="{FF2B5EF4-FFF2-40B4-BE49-F238E27FC236}">
                <a16:creationId xmlns:a16="http://schemas.microsoft.com/office/drawing/2014/main" id="{317F9EDA-28BA-6902-A240-374F09B5D0CF}"/>
              </a:ext>
            </a:extLst>
          </p:cNvPr>
          <p:cNvGrpSpPr/>
          <p:nvPr/>
        </p:nvGrpSpPr>
        <p:grpSpPr>
          <a:xfrm>
            <a:off x="8849244" y="5397725"/>
            <a:ext cx="916560" cy="989280"/>
            <a:chOff x="8849244" y="5397725"/>
            <a:chExt cx="916560" cy="989280"/>
          </a:xfrm>
        </p:grpSpPr>
        <mc:AlternateContent xmlns:mc="http://schemas.openxmlformats.org/markup-compatibility/2006">
          <mc:Choice xmlns:p14="http://schemas.microsoft.com/office/powerpoint/2010/main" Requires="p14">
            <p:contentPart p14:bwMode="auto" r:id="rId49">
              <p14:nvContentPartPr>
                <p14:cNvPr id="62" name="Ink 61">
                  <a:extLst>
                    <a:ext uri="{FF2B5EF4-FFF2-40B4-BE49-F238E27FC236}">
                      <a16:creationId xmlns:a16="http://schemas.microsoft.com/office/drawing/2014/main" id="{4704ADEF-D5FC-2E69-2661-C094C84BB47C}"/>
                    </a:ext>
                  </a:extLst>
                </p14:cNvPr>
                <p14:cNvContentPartPr/>
                <p14:nvPr/>
              </p14:nvContentPartPr>
              <p14:xfrm>
                <a:off x="8849244" y="5397725"/>
                <a:ext cx="908640" cy="916560"/>
              </p14:xfrm>
            </p:contentPart>
          </mc:Choice>
          <mc:Fallback>
            <p:pic>
              <p:nvPicPr>
                <p:cNvPr id="62" name="Ink 61">
                  <a:extLst>
                    <a:ext uri="{FF2B5EF4-FFF2-40B4-BE49-F238E27FC236}">
                      <a16:creationId xmlns:a16="http://schemas.microsoft.com/office/drawing/2014/main" id="{4704ADEF-D5FC-2E69-2661-C094C84BB47C}"/>
                    </a:ext>
                  </a:extLst>
                </p:cNvPr>
                <p:cNvPicPr/>
                <p:nvPr/>
              </p:nvPicPr>
              <p:blipFill>
                <a:blip r:embed="rId50"/>
                <a:stretch>
                  <a:fillRect/>
                </a:stretch>
              </p:blipFill>
              <p:spPr>
                <a:xfrm>
                  <a:off x="8843124" y="5391605"/>
                  <a:ext cx="920880" cy="9288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63" name="Ink 62">
                  <a:extLst>
                    <a:ext uri="{FF2B5EF4-FFF2-40B4-BE49-F238E27FC236}">
                      <a16:creationId xmlns:a16="http://schemas.microsoft.com/office/drawing/2014/main" id="{8AE6B4F8-387E-2716-23E9-5557ADB9A11A}"/>
                    </a:ext>
                  </a:extLst>
                </p14:cNvPr>
                <p14:cNvContentPartPr/>
                <p14:nvPr/>
              </p14:nvContentPartPr>
              <p14:xfrm>
                <a:off x="9022044" y="5476565"/>
                <a:ext cx="540360" cy="910440"/>
              </p14:xfrm>
            </p:contentPart>
          </mc:Choice>
          <mc:Fallback>
            <p:pic>
              <p:nvPicPr>
                <p:cNvPr id="63" name="Ink 62">
                  <a:extLst>
                    <a:ext uri="{FF2B5EF4-FFF2-40B4-BE49-F238E27FC236}">
                      <a16:creationId xmlns:a16="http://schemas.microsoft.com/office/drawing/2014/main" id="{8AE6B4F8-387E-2716-23E9-5557ADB9A11A}"/>
                    </a:ext>
                  </a:extLst>
                </p:cNvPr>
                <p:cNvPicPr/>
                <p:nvPr/>
              </p:nvPicPr>
              <p:blipFill>
                <a:blip r:embed="rId52"/>
                <a:stretch>
                  <a:fillRect/>
                </a:stretch>
              </p:blipFill>
              <p:spPr>
                <a:xfrm>
                  <a:off x="9015924" y="5470445"/>
                  <a:ext cx="552600" cy="9226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64" name="Ink 63">
                  <a:extLst>
                    <a:ext uri="{FF2B5EF4-FFF2-40B4-BE49-F238E27FC236}">
                      <a16:creationId xmlns:a16="http://schemas.microsoft.com/office/drawing/2014/main" id="{F055C164-D932-2C0D-09F8-1A1EBB145723}"/>
                    </a:ext>
                  </a:extLst>
                </p14:cNvPr>
                <p14:cNvContentPartPr/>
                <p14:nvPr/>
              </p14:nvContentPartPr>
              <p14:xfrm>
                <a:off x="9007284" y="5748365"/>
                <a:ext cx="758520" cy="531000"/>
              </p14:xfrm>
            </p:contentPart>
          </mc:Choice>
          <mc:Fallback>
            <p:pic>
              <p:nvPicPr>
                <p:cNvPr id="64" name="Ink 63">
                  <a:extLst>
                    <a:ext uri="{FF2B5EF4-FFF2-40B4-BE49-F238E27FC236}">
                      <a16:creationId xmlns:a16="http://schemas.microsoft.com/office/drawing/2014/main" id="{F055C164-D932-2C0D-09F8-1A1EBB145723}"/>
                    </a:ext>
                  </a:extLst>
                </p:cNvPr>
                <p:cNvPicPr/>
                <p:nvPr/>
              </p:nvPicPr>
              <p:blipFill>
                <a:blip r:embed="rId54"/>
                <a:stretch>
                  <a:fillRect/>
                </a:stretch>
              </p:blipFill>
              <p:spPr>
                <a:xfrm>
                  <a:off x="9001164" y="5742245"/>
                  <a:ext cx="770760" cy="5432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66" name="Ink 65">
                  <a:extLst>
                    <a:ext uri="{FF2B5EF4-FFF2-40B4-BE49-F238E27FC236}">
                      <a16:creationId xmlns:a16="http://schemas.microsoft.com/office/drawing/2014/main" id="{94732CA0-1A93-8C9D-313A-875872A876F4}"/>
                    </a:ext>
                  </a:extLst>
                </p14:cNvPr>
                <p14:cNvContentPartPr/>
                <p14:nvPr/>
              </p14:nvContentPartPr>
              <p14:xfrm>
                <a:off x="9678684" y="5653325"/>
                <a:ext cx="32400" cy="212400"/>
              </p14:xfrm>
            </p:contentPart>
          </mc:Choice>
          <mc:Fallback>
            <p:pic>
              <p:nvPicPr>
                <p:cNvPr id="66" name="Ink 65">
                  <a:extLst>
                    <a:ext uri="{FF2B5EF4-FFF2-40B4-BE49-F238E27FC236}">
                      <a16:creationId xmlns:a16="http://schemas.microsoft.com/office/drawing/2014/main" id="{94732CA0-1A93-8C9D-313A-875872A876F4}"/>
                    </a:ext>
                  </a:extLst>
                </p:cNvPr>
                <p:cNvPicPr/>
                <p:nvPr/>
              </p:nvPicPr>
              <p:blipFill>
                <a:blip r:embed="rId56"/>
                <a:stretch>
                  <a:fillRect/>
                </a:stretch>
              </p:blipFill>
              <p:spPr>
                <a:xfrm>
                  <a:off x="9672564" y="5647205"/>
                  <a:ext cx="44640" cy="224640"/>
                </a:xfrm>
                <a:prstGeom prst="rect">
                  <a:avLst/>
                </a:prstGeom>
              </p:spPr>
            </p:pic>
          </mc:Fallback>
        </mc:AlternateContent>
      </p:grpSp>
      <p:sp>
        <p:nvSpPr>
          <p:cNvPr id="68" name="TextBox 67">
            <a:extLst>
              <a:ext uri="{FF2B5EF4-FFF2-40B4-BE49-F238E27FC236}">
                <a16:creationId xmlns:a16="http://schemas.microsoft.com/office/drawing/2014/main" id="{8B7CAF99-8D2A-BB3A-2B91-51D7062B8EAF}"/>
              </a:ext>
            </a:extLst>
          </p:cNvPr>
          <p:cNvSpPr txBox="1"/>
          <p:nvPr/>
        </p:nvSpPr>
        <p:spPr>
          <a:xfrm>
            <a:off x="8160745" y="5011802"/>
            <a:ext cx="2486706" cy="369332"/>
          </a:xfrm>
          <a:prstGeom prst="rect">
            <a:avLst/>
          </a:prstGeom>
          <a:noFill/>
        </p:spPr>
        <p:txBody>
          <a:bodyPr wrap="none" rtlCol="0">
            <a:spAutoFit/>
          </a:bodyPr>
          <a:lstStyle/>
          <a:p>
            <a:r>
              <a:rPr lang="en-US" dirty="0">
                <a:solidFill>
                  <a:srgbClr val="FF0000"/>
                </a:solidFill>
              </a:rPr>
              <a:t>Remove for the moment</a:t>
            </a:r>
          </a:p>
        </p:txBody>
      </p:sp>
      <p:sp>
        <p:nvSpPr>
          <p:cNvPr id="70" name="TextBox 69">
            <a:extLst>
              <a:ext uri="{FF2B5EF4-FFF2-40B4-BE49-F238E27FC236}">
                <a16:creationId xmlns:a16="http://schemas.microsoft.com/office/drawing/2014/main" id="{3BDAEE6F-CAF9-93AE-A0D1-543C3729FCE0}"/>
              </a:ext>
            </a:extLst>
          </p:cNvPr>
          <p:cNvSpPr txBox="1"/>
          <p:nvPr/>
        </p:nvSpPr>
        <p:spPr>
          <a:xfrm>
            <a:off x="6336831" y="5028393"/>
            <a:ext cx="943592" cy="369332"/>
          </a:xfrm>
          <a:prstGeom prst="rect">
            <a:avLst/>
          </a:prstGeom>
          <a:noFill/>
        </p:spPr>
        <p:txBody>
          <a:bodyPr wrap="none" rtlCol="0">
            <a:spAutoFit/>
          </a:bodyPr>
          <a:lstStyle/>
          <a:p>
            <a:r>
              <a:rPr lang="en-US" dirty="0">
                <a:solidFill>
                  <a:srgbClr val="FF0000"/>
                </a:solidFill>
              </a:rPr>
              <a:t>Remove</a:t>
            </a:r>
          </a:p>
        </p:txBody>
      </p:sp>
      <p:grpSp>
        <p:nvGrpSpPr>
          <p:cNvPr id="74" name="Group 73">
            <a:extLst>
              <a:ext uri="{FF2B5EF4-FFF2-40B4-BE49-F238E27FC236}">
                <a16:creationId xmlns:a16="http://schemas.microsoft.com/office/drawing/2014/main" id="{57657E9F-975A-AE56-6896-89EEAD2E7F52}"/>
              </a:ext>
            </a:extLst>
          </p:cNvPr>
          <p:cNvGrpSpPr/>
          <p:nvPr/>
        </p:nvGrpSpPr>
        <p:grpSpPr>
          <a:xfrm>
            <a:off x="6563964" y="5425805"/>
            <a:ext cx="937440" cy="881280"/>
            <a:chOff x="6563964" y="5425805"/>
            <a:chExt cx="937440" cy="881280"/>
          </a:xfrm>
        </p:grpSpPr>
        <mc:AlternateContent xmlns:mc="http://schemas.openxmlformats.org/markup-compatibility/2006">
          <mc:Choice xmlns:p14="http://schemas.microsoft.com/office/powerpoint/2010/main" Requires="p14">
            <p:contentPart p14:bwMode="auto" r:id="rId57">
              <p14:nvContentPartPr>
                <p14:cNvPr id="71" name="Ink 70">
                  <a:extLst>
                    <a:ext uri="{FF2B5EF4-FFF2-40B4-BE49-F238E27FC236}">
                      <a16:creationId xmlns:a16="http://schemas.microsoft.com/office/drawing/2014/main" id="{F83680D4-EE7F-B38E-9948-80BCF7EF3710}"/>
                    </a:ext>
                  </a:extLst>
                </p14:cNvPr>
                <p14:cNvContentPartPr/>
                <p14:nvPr/>
              </p14:nvContentPartPr>
              <p14:xfrm>
                <a:off x="6563964" y="5425805"/>
                <a:ext cx="916560" cy="685800"/>
              </p14:xfrm>
            </p:contentPart>
          </mc:Choice>
          <mc:Fallback>
            <p:pic>
              <p:nvPicPr>
                <p:cNvPr id="71" name="Ink 70">
                  <a:extLst>
                    <a:ext uri="{FF2B5EF4-FFF2-40B4-BE49-F238E27FC236}">
                      <a16:creationId xmlns:a16="http://schemas.microsoft.com/office/drawing/2014/main" id="{F83680D4-EE7F-B38E-9948-80BCF7EF3710}"/>
                    </a:ext>
                  </a:extLst>
                </p:cNvPr>
                <p:cNvPicPr/>
                <p:nvPr/>
              </p:nvPicPr>
              <p:blipFill>
                <a:blip r:embed="rId58"/>
                <a:stretch>
                  <a:fillRect/>
                </a:stretch>
              </p:blipFill>
              <p:spPr>
                <a:xfrm>
                  <a:off x="6557844" y="5419685"/>
                  <a:ext cx="928800" cy="6980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72" name="Ink 71">
                  <a:extLst>
                    <a:ext uri="{FF2B5EF4-FFF2-40B4-BE49-F238E27FC236}">
                      <a16:creationId xmlns:a16="http://schemas.microsoft.com/office/drawing/2014/main" id="{FCC4036F-B6FD-D4A2-D113-3551F081A470}"/>
                    </a:ext>
                  </a:extLst>
                </p14:cNvPr>
                <p14:cNvContentPartPr/>
                <p14:nvPr/>
              </p14:nvContentPartPr>
              <p14:xfrm>
                <a:off x="6715524" y="5447045"/>
                <a:ext cx="550800" cy="860040"/>
              </p14:xfrm>
            </p:contentPart>
          </mc:Choice>
          <mc:Fallback>
            <p:pic>
              <p:nvPicPr>
                <p:cNvPr id="72" name="Ink 71">
                  <a:extLst>
                    <a:ext uri="{FF2B5EF4-FFF2-40B4-BE49-F238E27FC236}">
                      <a16:creationId xmlns:a16="http://schemas.microsoft.com/office/drawing/2014/main" id="{FCC4036F-B6FD-D4A2-D113-3551F081A470}"/>
                    </a:ext>
                  </a:extLst>
                </p:cNvPr>
                <p:cNvPicPr/>
                <p:nvPr/>
              </p:nvPicPr>
              <p:blipFill>
                <a:blip r:embed="rId60"/>
                <a:stretch>
                  <a:fillRect/>
                </a:stretch>
              </p:blipFill>
              <p:spPr>
                <a:xfrm>
                  <a:off x="6709404" y="5440925"/>
                  <a:ext cx="563040" cy="8722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73" name="Ink 72">
                  <a:extLst>
                    <a:ext uri="{FF2B5EF4-FFF2-40B4-BE49-F238E27FC236}">
                      <a16:creationId xmlns:a16="http://schemas.microsoft.com/office/drawing/2014/main" id="{B3D29737-237A-549A-1F2B-0BF8A9F18D02}"/>
                    </a:ext>
                  </a:extLst>
                </p14:cNvPr>
                <p14:cNvContentPartPr/>
                <p14:nvPr/>
              </p14:nvContentPartPr>
              <p14:xfrm>
                <a:off x="6653244" y="5535965"/>
                <a:ext cx="848160" cy="541440"/>
              </p14:xfrm>
            </p:contentPart>
          </mc:Choice>
          <mc:Fallback>
            <p:pic>
              <p:nvPicPr>
                <p:cNvPr id="73" name="Ink 72">
                  <a:extLst>
                    <a:ext uri="{FF2B5EF4-FFF2-40B4-BE49-F238E27FC236}">
                      <a16:creationId xmlns:a16="http://schemas.microsoft.com/office/drawing/2014/main" id="{B3D29737-237A-549A-1F2B-0BF8A9F18D02}"/>
                    </a:ext>
                  </a:extLst>
                </p:cNvPr>
                <p:cNvPicPr/>
                <p:nvPr/>
              </p:nvPicPr>
              <p:blipFill>
                <a:blip r:embed="rId62"/>
                <a:stretch>
                  <a:fillRect/>
                </a:stretch>
              </p:blipFill>
              <p:spPr>
                <a:xfrm>
                  <a:off x="6647124" y="5529845"/>
                  <a:ext cx="860400" cy="553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3">
            <p14:nvContentPartPr>
              <p14:cNvPr id="75" name="Ink 74">
                <a:extLst>
                  <a:ext uri="{FF2B5EF4-FFF2-40B4-BE49-F238E27FC236}">
                    <a16:creationId xmlns:a16="http://schemas.microsoft.com/office/drawing/2014/main" id="{E10FF5FC-3E59-3AFC-79D1-818F2F632FC3}"/>
                  </a:ext>
                </a:extLst>
              </p14:cNvPr>
              <p14:cNvContentPartPr/>
              <p14:nvPr/>
            </p14:nvContentPartPr>
            <p14:xfrm>
              <a:off x="2487684" y="5310605"/>
              <a:ext cx="1114560" cy="852120"/>
            </p14:xfrm>
          </p:contentPart>
        </mc:Choice>
        <mc:Fallback>
          <p:pic>
            <p:nvPicPr>
              <p:cNvPr id="75" name="Ink 74">
                <a:extLst>
                  <a:ext uri="{FF2B5EF4-FFF2-40B4-BE49-F238E27FC236}">
                    <a16:creationId xmlns:a16="http://schemas.microsoft.com/office/drawing/2014/main" id="{E10FF5FC-3E59-3AFC-79D1-818F2F632FC3}"/>
                  </a:ext>
                </a:extLst>
              </p:cNvPr>
              <p:cNvPicPr/>
              <p:nvPr/>
            </p:nvPicPr>
            <p:blipFill>
              <a:blip r:embed="rId64"/>
              <a:stretch>
                <a:fillRect/>
              </a:stretch>
            </p:blipFill>
            <p:spPr>
              <a:xfrm>
                <a:off x="2481564" y="5304485"/>
                <a:ext cx="1126800" cy="8643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76" name="Ink 75">
                <a:extLst>
                  <a:ext uri="{FF2B5EF4-FFF2-40B4-BE49-F238E27FC236}">
                    <a16:creationId xmlns:a16="http://schemas.microsoft.com/office/drawing/2014/main" id="{1E614DD3-B90C-F21B-9709-182E8D5CF209}"/>
                  </a:ext>
                </a:extLst>
              </p14:cNvPr>
              <p14:cNvContentPartPr/>
              <p14:nvPr/>
            </p14:nvContentPartPr>
            <p14:xfrm>
              <a:off x="4529964" y="5339765"/>
              <a:ext cx="911160" cy="877680"/>
            </p14:xfrm>
          </p:contentPart>
        </mc:Choice>
        <mc:Fallback>
          <p:pic>
            <p:nvPicPr>
              <p:cNvPr id="76" name="Ink 75">
                <a:extLst>
                  <a:ext uri="{FF2B5EF4-FFF2-40B4-BE49-F238E27FC236}">
                    <a16:creationId xmlns:a16="http://schemas.microsoft.com/office/drawing/2014/main" id="{1E614DD3-B90C-F21B-9709-182E8D5CF209}"/>
                  </a:ext>
                </a:extLst>
              </p:cNvPr>
              <p:cNvPicPr/>
              <p:nvPr/>
            </p:nvPicPr>
            <p:blipFill>
              <a:blip r:embed="rId66"/>
              <a:stretch>
                <a:fillRect/>
              </a:stretch>
            </p:blipFill>
            <p:spPr>
              <a:xfrm>
                <a:off x="4523844" y="5333645"/>
                <a:ext cx="923400" cy="8899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77" name="Ink 76">
                <a:extLst>
                  <a:ext uri="{FF2B5EF4-FFF2-40B4-BE49-F238E27FC236}">
                    <a16:creationId xmlns:a16="http://schemas.microsoft.com/office/drawing/2014/main" id="{EC60BE4F-AA7B-5EC8-3DA8-4CF9B5C94E2F}"/>
                  </a:ext>
                </a:extLst>
              </p14:cNvPr>
              <p14:cNvContentPartPr/>
              <p14:nvPr/>
            </p14:nvContentPartPr>
            <p14:xfrm>
              <a:off x="8735124" y="5194325"/>
              <a:ext cx="360" cy="360"/>
            </p14:xfrm>
          </p:contentPart>
        </mc:Choice>
        <mc:Fallback>
          <p:pic>
            <p:nvPicPr>
              <p:cNvPr id="77" name="Ink 76">
                <a:extLst>
                  <a:ext uri="{FF2B5EF4-FFF2-40B4-BE49-F238E27FC236}">
                    <a16:creationId xmlns:a16="http://schemas.microsoft.com/office/drawing/2014/main" id="{EC60BE4F-AA7B-5EC8-3DA8-4CF9B5C94E2F}"/>
                  </a:ext>
                </a:extLst>
              </p:cNvPr>
              <p:cNvPicPr/>
              <p:nvPr/>
            </p:nvPicPr>
            <p:blipFill>
              <a:blip r:embed="rId68"/>
              <a:stretch>
                <a:fillRect/>
              </a:stretch>
            </p:blipFill>
            <p:spPr>
              <a:xfrm>
                <a:off x="8729004" y="5188205"/>
                <a:ext cx="12600" cy="12600"/>
              </a:xfrm>
              <a:prstGeom prst="rect">
                <a:avLst/>
              </a:prstGeom>
            </p:spPr>
          </p:pic>
        </mc:Fallback>
      </mc:AlternateContent>
      <p:sp>
        <p:nvSpPr>
          <p:cNvPr id="79" name="TextBox 78">
            <a:extLst>
              <a:ext uri="{FF2B5EF4-FFF2-40B4-BE49-F238E27FC236}">
                <a16:creationId xmlns:a16="http://schemas.microsoft.com/office/drawing/2014/main" id="{9D7A9861-0F87-8150-C370-E9B1E485E312}"/>
              </a:ext>
            </a:extLst>
          </p:cNvPr>
          <p:cNvSpPr txBox="1"/>
          <p:nvPr/>
        </p:nvSpPr>
        <p:spPr>
          <a:xfrm>
            <a:off x="957142" y="5028531"/>
            <a:ext cx="2486706" cy="369332"/>
          </a:xfrm>
          <a:prstGeom prst="rect">
            <a:avLst/>
          </a:prstGeom>
          <a:noFill/>
        </p:spPr>
        <p:txBody>
          <a:bodyPr wrap="none" rtlCol="0">
            <a:spAutoFit/>
          </a:bodyPr>
          <a:lstStyle/>
          <a:p>
            <a:r>
              <a:rPr lang="en-US" dirty="0">
                <a:solidFill>
                  <a:srgbClr val="FF0000"/>
                </a:solidFill>
              </a:rPr>
              <a:t>Remove for the moment</a:t>
            </a:r>
          </a:p>
        </p:txBody>
      </p:sp>
      <p:sp>
        <p:nvSpPr>
          <p:cNvPr id="81" name="TextBox 80">
            <a:extLst>
              <a:ext uri="{FF2B5EF4-FFF2-40B4-BE49-F238E27FC236}">
                <a16:creationId xmlns:a16="http://schemas.microsoft.com/office/drawing/2014/main" id="{0AD98D83-2984-CDD4-63FF-5FF5A232D3B1}"/>
              </a:ext>
            </a:extLst>
          </p:cNvPr>
          <p:cNvSpPr txBox="1"/>
          <p:nvPr/>
        </p:nvSpPr>
        <p:spPr>
          <a:xfrm>
            <a:off x="3659912" y="4960121"/>
            <a:ext cx="2486706" cy="369332"/>
          </a:xfrm>
          <a:prstGeom prst="rect">
            <a:avLst/>
          </a:prstGeom>
          <a:noFill/>
        </p:spPr>
        <p:txBody>
          <a:bodyPr wrap="none" rtlCol="0">
            <a:spAutoFit/>
          </a:bodyPr>
          <a:lstStyle/>
          <a:p>
            <a:r>
              <a:rPr lang="en-US" dirty="0">
                <a:solidFill>
                  <a:srgbClr val="FF0000"/>
                </a:solidFill>
              </a:rPr>
              <a:t>Remove for the moment</a:t>
            </a:r>
          </a:p>
        </p:txBody>
      </p:sp>
      <mc:AlternateContent xmlns:mc="http://schemas.openxmlformats.org/markup-compatibility/2006">
        <mc:Choice xmlns:p14="http://schemas.microsoft.com/office/powerpoint/2010/main" Requires="p14">
          <p:contentPart p14:bwMode="auto" r:id="rId69">
            <p14:nvContentPartPr>
              <p14:cNvPr id="34" name="Ink 33">
                <a:extLst>
                  <a:ext uri="{FF2B5EF4-FFF2-40B4-BE49-F238E27FC236}">
                    <a16:creationId xmlns:a16="http://schemas.microsoft.com/office/drawing/2014/main" id="{B0FF4D14-40C1-71F9-060F-5753FCFAD1CA}"/>
                  </a:ext>
                </a:extLst>
              </p14:cNvPr>
              <p14:cNvContentPartPr/>
              <p14:nvPr/>
            </p14:nvContentPartPr>
            <p14:xfrm>
              <a:off x="1867404" y="2470205"/>
              <a:ext cx="216360" cy="475920"/>
            </p14:xfrm>
          </p:contentPart>
        </mc:Choice>
        <mc:Fallback>
          <p:pic>
            <p:nvPicPr>
              <p:cNvPr id="34" name="Ink 33">
                <a:extLst>
                  <a:ext uri="{FF2B5EF4-FFF2-40B4-BE49-F238E27FC236}">
                    <a16:creationId xmlns:a16="http://schemas.microsoft.com/office/drawing/2014/main" id="{B0FF4D14-40C1-71F9-060F-5753FCFAD1CA}"/>
                  </a:ext>
                </a:extLst>
              </p:cNvPr>
              <p:cNvPicPr/>
              <p:nvPr/>
            </p:nvPicPr>
            <p:blipFill>
              <a:blip r:embed="rId70"/>
              <a:stretch>
                <a:fillRect/>
              </a:stretch>
            </p:blipFill>
            <p:spPr>
              <a:xfrm>
                <a:off x="1861284" y="2464085"/>
                <a:ext cx="228600" cy="4881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35" name="Ink 34">
                <a:extLst>
                  <a:ext uri="{FF2B5EF4-FFF2-40B4-BE49-F238E27FC236}">
                    <a16:creationId xmlns:a16="http://schemas.microsoft.com/office/drawing/2014/main" id="{0E05CDBE-E063-A4A9-CBA2-86CE0388C800}"/>
                  </a:ext>
                </a:extLst>
              </p14:cNvPr>
              <p14:cNvContentPartPr/>
              <p14:nvPr/>
            </p14:nvContentPartPr>
            <p14:xfrm>
              <a:off x="2276004" y="3015245"/>
              <a:ext cx="378360" cy="163080"/>
            </p14:xfrm>
          </p:contentPart>
        </mc:Choice>
        <mc:Fallback>
          <p:pic>
            <p:nvPicPr>
              <p:cNvPr id="35" name="Ink 34">
                <a:extLst>
                  <a:ext uri="{FF2B5EF4-FFF2-40B4-BE49-F238E27FC236}">
                    <a16:creationId xmlns:a16="http://schemas.microsoft.com/office/drawing/2014/main" id="{0E05CDBE-E063-A4A9-CBA2-86CE0388C800}"/>
                  </a:ext>
                </a:extLst>
              </p:cNvPr>
              <p:cNvPicPr/>
              <p:nvPr/>
            </p:nvPicPr>
            <p:blipFill>
              <a:blip r:embed="rId72"/>
              <a:stretch>
                <a:fillRect/>
              </a:stretch>
            </p:blipFill>
            <p:spPr>
              <a:xfrm>
                <a:off x="2269884" y="3009125"/>
                <a:ext cx="3906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36" name="Ink 35">
                <a:extLst>
                  <a:ext uri="{FF2B5EF4-FFF2-40B4-BE49-F238E27FC236}">
                    <a16:creationId xmlns:a16="http://schemas.microsoft.com/office/drawing/2014/main" id="{9975A5F4-90B7-67F9-D081-8C4D1E68251D}"/>
                  </a:ext>
                </a:extLst>
              </p14:cNvPr>
              <p14:cNvContentPartPr/>
              <p14:nvPr/>
            </p14:nvContentPartPr>
            <p14:xfrm>
              <a:off x="2995644" y="3219365"/>
              <a:ext cx="117000" cy="40320"/>
            </p14:xfrm>
          </p:contentPart>
        </mc:Choice>
        <mc:Fallback>
          <p:pic>
            <p:nvPicPr>
              <p:cNvPr id="36" name="Ink 35">
                <a:extLst>
                  <a:ext uri="{FF2B5EF4-FFF2-40B4-BE49-F238E27FC236}">
                    <a16:creationId xmlns:a16="http://schemas.microsoft.com/office/drawing/2014/main" id="{9975A5F4-90B7-67F9-D081-8C4D1E68251D}"/>
                  </a:ext>
                </a:extLst>
              </p:cNvPr>
              <p:cNvPicPr/>
              <p:nvPr/>
            </p:nvPicPr>
            <p:blipFill>
              <a:blip r:embed="rId74"/>
              <a:stretch>
                <a:fillRect/>
              </a:stretch>
            </p:blipFill>
            <p:spPr>
              <a:xfrm>
                <a:off x="2989524" y="3213245"/>
                <a:ext cx="129240" cy="52560"/>
              </a:xfrm>
              <a:prstGeom prst="rect">
                <a:avLst/>
              </a:prstGeom>
            </p:spPr>
          </p:pic>
        </mc:Fallback>
      </mc:AlternateContent>
      <p:grpSp>
        <p:nvGrpSpPr>
          <p:cNvPr id="85" name="Group 84">
            <a:extLst>
              <a:ext uri="{FF2B5EF4-FFF2-40B4-BE49-F238E27FC236}">
                <a16:creationId xmlns:a16="http://schemas.microsoft.com/office/drawing/2014/main" id="{636A146F-FA95-AE16-B7D5-E4E9F3FC8456}"/>
              </a:ext>
            </a:extLst>
          </p:cNvPr>
          <p:cNvGrpSpPr/>
          <p:nvPr/>
        </p:nvGrpSpPr>
        <p:grpSpPr>
          <a:xfrm>
            <a:off x="3560124" y="2520965"/>
            <a:ext cx="4923360" cy="1164600"/>
            <a:chOff x="3560124" y="2520965"/>
            <a:chExt cx="4923360" cy="1164600"/>
          </a:xfrm>
        </p:grpSpPr>
        <mc:AlternateContent xmlns:mc="http://schemas.openxmlformats.org/markup-compatibility/2006">
          <mc:Choice xmlns:p14="http://schemas.microsoft.com/office/powerpoint/2010/main" Requires="p14">
            <p:contentPart p14:bwMode="auto" r:id="rId75">
              <p14:nvContentPartPr>
                <p14:cNvPr id="37" name="Ink 36">
                  <a:extLst>
                    <a:ext uri="{FF2B5EF4-FFF2-40B4-BE49-F238E27FC236}">
                      <a16:creationId xmlns:a16="http://schemas.microsoft.com/office/drawing/2014/main" id="{033FE6D9-17C3-4F45-CAE1-D1BBA3B0FC3A}"/>
                    </a:ext>
                  </a:extLst>
                </p14:cNvPr>
                <p14:cNvContentPartPr/>
                <p14:nvPr/>
              </p14:nvContentPartPr>
              <p14:xfrm>
                <a:off x="3560124" y="3287405"/>
                <a:ext cx="286560" cy="360"/>
              </p14:xfrm>
            </p:contentPart>
          </mc:Choice>
          <mc:Fallback>
            <p:pic>
              <p:nvPicPr>
                <p:cNvPr id="37" name="Ink 36">
                  <a:extLst>
                    <a:ext uri="{FF2B5EF4-FFF2-40B4-BE49-F238E27FC236}">
                      <a16:creationId xmlns:a16="http://schemas.microsoft.com/office/drawing/2014/main" id="{033FE6D9-17C3-4F45-CAE1-D1BBA3B0FC3A}"/>
                    </a:ext>
                  </a:extLst>
                </p:cNvPr>
                <p:cNvPicPr/>
                <p:nvPr/>
              </p:nvPicPr>
              <p:blipFill>
                <a:blip r:embed="rId76"/>
                <a:stretch>
                  <a:fillRect/>
                </a:stretch>
              </p:blipFill>
              <p:spPr>
                <a:xfrm>
                  <a:off x="3554004" y="3281285"/>
                  <a:ext cx="2988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38" name="Ink 37">
                  <a:extLst>
                    <a:ext uri="{FF2B5EF4-FFF2-40B4-BE49-F238E27FC236}">
                      <a16:creationId xmlns:a16="http://schemas.microsoft.com/office/drawing/2014/main" id="{8B6D0C42-A87D-685D-5DF1-8AF739687B13}"/>
                    </a:ext>
                  </a:extLst>
                </p14:cNvPr>
                <p14:cNvContentPartPr/>
                <p14:nvPr/>
              </p14:nvContentPartPr>
              <p14:xfrm>
                <a:off x="4260324" y="3055925"/>
                <a:ext cx="192240" cy="86400"/>
              </p14:xfrm>
            </p:contentPart>
          </mc:Choice>
          <mc:Fallback>
            <p:pic>
              <p:nvPicPr>
                <p:cNvPr id="38" name="Ink 37">
                  <a:extLst>
                    <a:ext uri="{FF2B5EF4-FFF2-40B4-BE49-F238E27FC236}">
                      <a16:creationId xmlns:a16="http://schemas.microsoft.com/office/drawing/2014/main" id="{8B6D0C42-A87D-685D-5DF1-8AF739687B13}"/>
                    </a:ext>
                  </a:extLst>
                </p:cNvPr>
                <p:cNvPicPr/>
                <p:nvPr/>
              </p:nvPicPr>
              <p:blipFill>
                <a:blip r:embed="rId78"/>
                <a:stretch>
                  <a:fillRect/>
                </a:stretch>
              </p:blipFill>
              <p:spPr>
                <a:xfrm>
                  <a:off x="4254204" y="3049805"/>
                  <a:ext cx="2044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39" name="Ink 38">
                  <a:extLst>
                    <a:ext uri="{FF2B5EF4-FFF2-40B4-BE49-F238E27FC236}">
                      <a16:creationId xmlns:a16="http://schemas.microsoft.com/office/drawing/2014/main" id="{C40FA627-C216-3DDD-9AFE-73F462C0F1C5}"/>
                    </a:ext>
                  </a:extLst>
                </p14:cNvPr>
                <p14:cNvContentPartPr/>
                <p14:nvPr/>
              </p14:nvContentPartPr>
              <p14:xfrm>
                <a:off x="4717524" y="2532845"/>
                <a:ext cx="10080" cy="171000"/>
              </p14:xfrm>
            </p:contentPart>
          </mc:Choice>
          <mc:Fallback>
            <p:pic>
              <p:nvPicPr>
                <p:cNvPr id="39" name="Ink 38">
                  <a:extLst>
                    <a:ext uri="{FF2B5EF4-FFF2-40B4-BE49-F238E27FC236}">
                      <a16:creationId xmlns:a16="http://schemas.microsoft.com/office/drawing/2014/main" id="{C40FA627-C216-3DDD-9AFE-73F462C0F1C5}"/>
                    </a:ext>
                  </a:extLst>
                </p:cNvPr>
                <p:cNvPicPr/>
                <p:nvPr/>
              </p:nvPicPr>
              <p:blipFill>
                <a:blip r:embed="rId80"/>
                <a:stretch>
                  <a:fillRect/>
                </a:stretch>
              </p:blipFill>
              <p:spPr>
                <a:xfrm>
                  <a:off x="4711404" y="2526725"/>
                  <a:ext cx="2232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82" name="Ink 81">
                  <a:extLst>
                    <a:ext uri="{FF2B5EF4-FFF2-40B4-BE49-F238E27FC236}">
                      <a16:creationId xmlns:a16="http://schemas.microsoft.com/office/drawing/2014/main" id="{F7CE5DAD-20F4-0D85-87AC-8A951EF4218C}"/>
                    </a:ext>
                  </a:extLst>
                </p14:cNvPr>
                <p14:cNvContentPartPr/>
                <p14:nvPr/>
              </p14:nvContentPartPr>
              <p14:xfrm>
                <a:off x="4063764" y="2936765"/>
                <a:ext cx="4233600" cy="748800"/>
              </p14:xfrm>
            </p:contentPart>
          </mc:Choice>
          <mc:Fallback>
            <p:pic>
              <p:nvPicPr>
                <p:cNvPr id="82" name="Ink 81">
                  <a:extLst>
                    <a:ext uri="{FF2B5EF4-FFF2-40B4-BE49-F238E27FC236}">
                      <a16:creationId xmlns:a16="http://schemas.microsoft.com/office/drawing/2014/main" id="{F7CE5DAD-20F4-0D85-87AC-8A951EF4218C}"/>
                    </a:ext>
                  </a:extLst>
                </p:cNvPr>
                <p:cNvPicPr/>
                <p:nvPr/>
              </p:nvPicPr>
              <p:blipFill>
                <a:blip r:embed="rId82"/>
                <a:stretch>
                  <a:fillRect/>
                </a:stretch>
              </p:blipFill>
              <p:spPr>
                <a:xfrm>
                  <a:off x="4057644" y="2930645"/>
                  <a:ext cx="4245840" cy="7610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84" name="Ink 83">
                  <a:extLst>
                    <a:ext uri="{FF2B5EF4-FFF2-40B4-BE49-F238E27FC236}">
                      <a16:creationId xmlns:a16="http://schemas.microsoft.com/office/drawing/2014/main" id="{034D1DE7-971C-F50D-0C88-0D48A8346B8D}"/>
                    </a:ext>
                  </a:extLst>
                </p14:cNvPr>
                <p14:cNvContentPartPr/>
                <p14:nvPr/>
              </p14:nvContentPartPr>
              <p14:xfrm>
                <a:off x="7888764" y="2520965"/>
                <a:ext cx="594720" cy="474840"/>
              </p14:xfrm>
            </p:contentPart>
          </mc:Choice>
          <mc:Fallback>
            <p:pic>
              <p:nvPicPr>
                <p:cNvPr id="84" name="Ink 83">
                  <a:extLst>
                    <a:ext uri="{FF2B5EF4-FFF2-40B4-BE49-F238E27FC236}">
                      <a16:creationId xmlns:a16="http://schemas.microsoft.com/office/drawing/2014/main" id="{034D1DE7-971C-F50D-0C88-0D48A8346B8D}"/>
                    </a:ext>
                  </a:extLst>
                </p:cNvPr>
                <p:cNvPicPr/>
                <p:nvPr/>
              </p:nvPicPr>
              <p:blipFill>
                <a:blip r:embed="rId84"/>
                <a:stretch>
                  <a:fillRect/>
                </a:stretch>
              </p:blipFill>
              <p:spPr>
                <a:xfrm>
                  <a:off x="7882644" y="2514845"/>
                  <a:ext cx="606960" cy="487080"/>
                </a:xfrm>
                <a:prstGeom prst="rect">
                  <a:avLst/>
                </a:prstGeom>
              </p:spPr>
            </p:pic>
          </mc:Fallback>
        </mc:AlternateContent>
      </p:grpSp>
      <p:sp>
        <p:nvSpPr>
          <p:cNvPr id="86" name="TextBox 85">
            <a:extLst>
              <a:ext uri="{FF2B5EF4-FFF2-40B4-BE49-F238E27FC236}">
                <a16:creationId xmlns:a16="http://schemas.microsoft.com/office/drawing/2014/main" id="{DFA5E04D-B677-FEA0-7688-2870261975F2}"/>
              </a:ext>
            </a:extLst>
          </p:cNvPr>
          <p:cNvSpPr txBox="1"/>
          <p:nvPr/>
        </p:nvSpPr>
        <p:spPr>
          <a:xfrm>
            <a:off x="8391392" y="1828911"/>
            <a:ext cx="3572443" cy="2585323"/>
          </a:xfrm>
          <a:prstGeom prst="rect">
            <a:avLst/>
          </a:prstGeom>
          <a:noFill/>
        </p:spPr>
        <p:txBody>
          <a:bodyPr wrap="square" rtlCol="0">
            <a:spAutoFit/>
          </a:bodyPr>
          <a:lstStyle/>
          <a:p>
            <a:r>
              <a:rPr lang="en-US" dirty="0"/>
              <a:t>Delivering trusted construction consultancy across Sri Lanka, the Middle East and Australia, Kendra Consultants combines precision, expertise and integrity to provide world-class quantity surveying, commercial management and contract advisory services that bring certainty to every project.</a:t>
            </a:r>
          </a:p>
        </p:txBody>
      </p:sp>
      <p:grpSp>
        <p:nvGrpSpPr>
          <p:cNvPr id="94" name="Group 93">
            <a:extLst>
              <a:ext uri="{FF2B5EF4-FFF2-40B4-BE49-F238E27FC236}">
                <a16:creationId xmlns:a16="http://schemas.microsoft.com/office/drawing/2014/main" id="{DFB9E827-4C6B-5267-6529-5BD1EDAB2697}"/>
              </a:ext>
            </a:extLst>
          </p:cNvPr>
          <p:cNvGrpSpPr/>
          <p:nvPr/>
        </p:nvGrpSpPr>
        <p:grpSpPr>
          <a:xfrm>
            <a:off x="2781804" y="3802565"/>
            <a:ext cx="4786920" cy="663120"/>
            <a:chOff x="2781804" y="3802565"/>
            <a:chExt cx="4786920" cy="663120"/>
          </a:xfrm>
        </p:grpSpPr>
        <mc:AlternateContent xmlns:mc="http://schemas.openxmlformats.org/markup-compatibility/2006">
          <mc:Choice xmlns:p14="http://schemas.microsoft.com/office/powerpoint/2010/main" Requires="p14">
            <p:contentPart p14:bwMode="auto" r:id="rId85">
              <p14:nvContentPartPr>
                <p14:cNvPr id="87" name="Ink 86">
                  <a:extLst>
                    <a:ext uri="{FF2B5EF4-FFF2-40B4-BE49-F238E27FC236}">
                      <a16:creationId xmlns:a16="http://schemas.microsoft.com/office/drawing/2014/main" id="{4DAFF699-CA85-7C6C-038A-620BCC7631AC}"/>
                    </a:ext>
                  </a:extLst>
                </p14:cNvPr>
                <p14:cNvContentPartPr/>
                <p14:nvPr/>
              </p14:nvContentPartPr>
              <p14:xfrm>
                <a:off x="4861164" y="3802565"/>
                <a:ext cx="2707560" cy="400320"/>
              </p14:xfrm>
            </p:contentPart>
          </mc:Choice>
          <mc:Fallback>
            <p:pic>
              <p:nvPicPr>
                <p:cNvPr id="87" name="Ink 86">
                  <a:extLst>
                    <a:ext uri="{FF2B5EF4-FFF2-40B4-BE49-F238E27FC236}">
                      <a16:creationId xmlns:a16="http://schemas.microsoft.com/office/drawing/2014/main" id="{4DAFF699-CA85-7C6C-038A-620BCC7631AC}"/>
                    </a:ext>
                  </a:extLst>
                </p:cNvPr>
                <p:cNvPicPr/>
                <p:nvPr/>
              </p:nvPicPr>
              <p:blipFill>
                <a:blip r:embed="rId86"/>
                <a:stretch>
                  <a:fillRect/>
                </a:stretch>
              </p:blipFill>
              <p:spPr>
                <a:xfrm>
                  <a:off x="4855044" y="3796445"/>
                  <a:ext cx="2719800" cy="4125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88" name="Ink 87">
                  <a:extLst>
                    <a:ext uri="{FF2B5EF4-FFF2-40B4-BE49-F238E27FC236}">
                      <a16:creationId xmlns:a16="http://schemas.microsoft.com/office/drawing/2014/main" id="{D00DB028-0245-E84C-508E-610A79F2E359}"/>
                    </a:ext>
                  </a:extLst>
                </p14:cNvPr>
                <p14:cNvContentPartPr/>
                <p14:nvPr/>
              </p14:nvContentPartPr>
              <p14:xfrm>
                <a:off x="5167884" y="3812645"/>
                <a:ext cx="1816920" cy="421560"/>
              </p14:xfrm>
            </p:contentPart>
          </mc:Choice>
          <mc:Fallback>
            <p:pic>
              <p:nvPicPr>
                <p:cNvPr id="88" name="Ink 87">
                  <a:extLst>
                    <a:ext uri="{FF2B5EF4-FFF2-40B4-BE49-F238E27FC236}">
                      <a16:creationId xmlns:a16="http://schemas.microsoft.com/office/drawing/2014/main" id="{D00DB028-0245-E84C-508E-610A79F2E359}"/>
                    </a:ext>
                  </a:extLst>
                </p:cNvPr>
                <p:cNvPicPr/>
                <p:nvPr/>
              </p:nvPicPr>
              <p:blipFill>
                <a:blip r:embed="rId88"/>
                <a:stretch>
                  <a:fillRect/>
                </a:stretch>
              </p:blipFill>
              <p:spPr>
                <a:xfrm>
                  <a:off x="5161764" y="3806525"/>
                  <a:ext cx="1829160" cy="4338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89" name="Ink 88">
                  <a:extLst>
                    <a:ext uri="{FF2B5EF4-FFF2-40B4-BE49-F238E27FC236}">
                      <a16:creationId xmlns:a16="http://schemas.microsoft.com/office/drawing/2014/main" id="{B8FCC361-5A69-38CF-D997-75488E293B17}"/>
                    </a:ext>
                  </a:extLst>
                </p14:cNvPr>
                <p14:cNvContentPartPr/>
                <p14:nvPr/>
              </p14:nvContentPartPr>
              <p14:xfrm>
                <a:off x="5175084" y="3803285"/>
                <a:ext cx="1701720" cy="412920"/>
              </p14:xfrm>
            </p:contentPart>
          </mc:Choice>
          <mc:Fallback>
            <p:pic>
              <p:nvPicPr>
                <p:cNvPr id="89" name="Ink 88">
                  <a:extLst>
                    <a:ext uri="{FF2B5EF4-FFF2-40B4-BE49-F238E27FC236}">
                      <a16:creationId xmlns:a16="http://schemas.microsoft.com/office/drawing/2014/main" id="{B8FCC361-5A69-38CF-D997-75488E293B17}"/>
                    </a:ext>
                  </a:extLst>
                </p:cNvPr>
                <p:cNvPicPr/>
                <p:nvPr/>
              </p:nvPicPr>
              <p:blipFill>
                <a:blip r:embed="rId90"/>
                <a:stretch>
                  <a:fillRect/>
                </a:stretch>
              </p:blipFill>
              <p:spPr>
                <a:xfrm>
                  <a:off x="5168964" y="3796805"/>
                  <a:ext cx="1713960" cy="42516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90" name="Ink 89">
                  <a:extLst>
                    <a:ext uri="{FF2B5EF4-FFF2-40B4-BE49-F238E27FC236}">
                      <a16:creationId xmlns:a16="http://schemas.microsoft.com/office/drawing/2014/main" id="{3ECB05FB-60D1-C2DD-963C-C3BA9172A546}"/>
                    </a:ext>
                  </a:extLst>
                </p14:cNvPr>
                <p14:cNvContentPartPr/>
                <p14:nvPr/>
              </p14:nvContentPartPr>
              <p14:xfrm>
                <a:off x="4034244" y="4026845"/>
                <a:ext cx="780840" cy="93240"/>
              </p14:xfrm>
            </p:contentPart>
          </mc:Choice>
          <mc:Fallback>
            <p:pic>
              <p:nvPicPr>
                <p:cNvPr id="90" name="Ink 89">
                  <a:extLst>
                    <a:ext uri="{FF2B5EF4-FFF2-40B4-BE49-F238E27FC236}">
                      <a16:creationId xmlns:a16="http://schemas.microsoft.com/office/drawing/2014/main" id="{3ECB05FB-60D1-C2DD-963C-C3BA9172A546}"/>
                    </a:ext>
                  </a:extLst>
                </p:cNvPr>
                <p:cNvPicPr/>
                <p:nvPr/>
              </p:nvPicPr>
              <p:blipFill>
                <a:blip r:embed="rId92"/>
                <a:stretch>
                  <a:fillRect/>
                </a:stretch>
              </p:blipFill>
              <p:spPr>
                <a:xfrm>
                  <a:off x="4028124" y="4020725"/>
                  <a:ext cx="79308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92" name="Ink 91">
                  <a:extLst>
                    <a:ext uri="{FF2B5EF4-FFF2-40B4-BE49-F238E27FC236}">
                      <a16:creationId xmlns:a16="http://schemas.microsoft.com/office/drawing/2014/main" id="{BC00678F-F2CB-0C0A-B47F-EDB0E338376C}"/>
                    </a:ext>
                  </a:extLst>
                </p14:cNvPr>
                <p14:cNvContentPartPr/>
                <p14:nvPr/>
              </p14:nvContentPartPr>
              <p14:xfrm>
                <a:off x="2781804" y="4103165"/>
                <a:ext cx="1155240" cy="362520"/>
              </p14:xfrm>
            </p:contentPart>
          </mc:Choice>
          <mc:Fallback>
            <p:pic>
              <p:nvPicPr>
                <p:cNvPr id="92" name="Ink 91">
                  <a:extLst>
                    <a:ext uri="{FF2B5EF4-FFF2-40B4-BE49-F238E27FC236}">
                      <a16:creationId xmlns:a16="http://schemas.microsoft.com/office/drawing/2014/main" id="{BC00678F-F2CB-0C0A-B47F-EDB0E338376C}"/>
                    </a:ext>
                  </a:extLst>
                </p:cNvPr>
                <p:cNvPicPr/>
                <p:nvPr/>
              </p:nvPicPr>
              <p:blipFill>
                <a:blip r:embed="rId94"/>
                <a:stretch>
                  <a:fillRect/>
                </a:stretch>
              </p:blipFill>
              <p:spPr>
                <a:xfrm>
                  <a:off x="2775684" y="4097045"/>
                  <a:ext cx="1167480" cy="37476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93" name="Ink 92">
                  <a:extLst>
                    <a:ext uri="{FF2B5EF4-FFF2-40B4-BE49-F238E27FC236}">
                      <a16:creationId xmlns:a16="http://schemas.microsoft.com/office/drawing/2014/main" id="{A2D3BC19-DA34-44FE-A3FE-4BC1E53C4E3C}"/>
                    </a:ext>
                  </a:extLst>
                </p14:cNvPr>
                <p14:cNvContentPartPr/>
                <p14:nvPr/>
              </p14:nvContentPartPr>
              <p14:xfrm>
                <a:off x="4571364" y="3840365"/>
                <a:ext cx="272880" cy="327600"/>
              </p14:xfrm>
            </p:contentPart>
          </mc:Choice>
          <mc:Fallback>
            <p:pic>
              <p:nvPicPr>
                <p:cNvPr id="93" name="Ink 92">
                  <a:extLst>
                    <a:ext uri="{FF2B5EF4-FFF2-40B4-BE49-F238E27FC236}">
                      <a16:creationId xmlns:a16="http://schemas.microsoft.com/office/drawing/2014/main" id="{A2D3BC19-DA34-44FE-A3FE-4BC1E53C4E3C}"/>
                    </a:ext>
                  </a:extLst>
                </p:cNvPr>
                <p:cNvPicPr/>
                <p:nvPr/>
              </p:nvPicPr>
              <p:blipFill>
                <a:blip r:embed="rId96"/>
                <a:stretch>
                  <a:fillRect/>
                </a:stretch>
              </p:blipFill>
              <p:spPr>
                <a:xfrm>
                  <a:off x="4565244" y="3834245"/>
                  <a:ext cx="285120" cy="339840"/>
                </a:xfrm>
                <a:prstGeom prst="rect">
                  <a:avLst/>
                </a:prstGeom>
              </p:spPr>
            </p:pic>
          </mc:Fallback>
        </mc:AlternateContent>
      </p:grpSp>
    </p:spTree>
    <p:extLst>
      <p:ext uri="{BB962C8B-B14F-4D97-AF65-F5344CB8AC3E}">
        <p14:creationId xmlns:p14="http://schemas.microsoft.com/office/powerpoint/2010/main" val="420889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E1565-BF11-1507-36D8-0B538F50B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55271-0606-4FC6-51B0-589CD76F5E5F}"/>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3C10EAD5-A1C5-A968-6F32-4EA4A3C67A6A}"/>
              </a:ext>
            </a:extLst>
          </p:cNvPr>
          <p:cNvSpPr>
            <a:spLocks noGrp="1"/>
          </p:cNvSpPr>
          <p:nvPr>
            <p:ph type="subTitle" idx="1"/>
          </p:nvPr>
        </p:nvSpPr>
        <p:spPr/>
        <p:txBody>
          <a:bodyPr/>
          <a:lstStyle/>
          <a:p>
            <a:endParaRPr lang="en-US"/>
          </a:p>
        </p:txBody>
      </p:sp>
      <p:pic>
        <p:nvPicPr>
          <p:cNvPr id="11" name="Picture 10">
            <a:extLst>
              <a:ext uri="{FF2B5EF4-FFF2-40B4-BE49-F238E27FC236}">
                <a16:creationId xmlns:a16="http://schemas.microsoft.com/office/drawing/2014/main" id="{58369647-DE33-7180-AC6A-EDBE65DA9783}"/>
              </a:ext>
            </a:extLst>
          </p:cNvPr>
          <p:cNvPicPr>
            <a:picLocks noChangeAspect="1"/>
          </p:cNvPicPr>
          <p:nvPr/>
        </p:nvPicPr>
        <p:blipFill>
          <a:blip r:embed="rId2">
            <a:extLst>
              <a:ext uri="{28A0092B-C50C-407E-A947-70E740481C1C}">
                <a14:useLocalDpi xmlns:a14="http://schemas.microsoft.com/office/drawing/2010/main" val="0"/>
              </a:ext>
            </a:extLst>
          </a:blip>
          <a:srcRect t="29514" b="43415"/>
          <a:stretch>
            <a:fillRect/>
          </a:stretch>
        </p:blipFill>
        <p:spPr>
          <a:xfrm>
            <a:off x="196127" y="102016"/>
            <a:ext cx="11710527" cy="6478022"/>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294E206-4238-AE02-69A7-704F1376FEFA}"/>
                  </a:ext>
                </a:extLst>
              </p14:cNvPr>
              <p14:cNvContentPartPr/>
              <p14:nvPr/>
            </p14:nvContentPartPr>
            <p14:xfrm>
              <a:off x="5885004" y="1225325"/>
              <a:ext cx="360" cy="360"/>
            </p14:xfrm>
          </p:contentPart>
        </mc:Choice>
        <mc:Fallback>
          <p:pic>
            <p:nvPicPr>
              <p:cNvPr id="4" name="Ink 3">
                <a:extLst>
                  <a:ext uri="{FF2B5EF4-FFF2-40B4-BE49-F238E27FC236}">
                    <a16:creationId xmlns:a16="http://schemas.microsoft.com/office/drawing/2014/main" id="{2294E206-4238-AE02-69A7-704F1376FEFA}"/>
                  </a:ext>
                </a:extLst>
              </p:cNvPr>
              <p:cNvPicPr/>
              <p:nvPr/>
            </p:nvPicPr>
            <p:blipFill>
              <a:blip r:embed="rId4"/>
              <a:stretch>
                <a:fillRect/>
              </a:stretch>
            </p:blipFill>
            <p:spPr>
              <a:xfrm>
                <a:off x="5878884" y="1219205"/>
                <a:ext cx="12600" cy="12600"/>
              </a:xfrm>
              <a:prstGeom prst="rect">
                <a:avLst/>
              </a:prstGeom>
            </p:spPr>
          </p:pic>
        </mc:Fallback>
      </mc:AlternateContent>
      <p:grpSp>
        <p:nvGrpSpPr>
          <p:cNvPr id="7" name="Group 6">
            <a:extLst>
              <a:ext uri="{FF2B5EF4-FFF2-40B4-BE49-F238E27FC236}">
                <a16:creationId xmlns:a16="http://schemas.microsoft.com/office/drawing/2014/main" id="{C4DAF40F-9DDD-8AAB-4DB0-98449F2FB0AA}"/>
              </a:ext>
            </a:extLst>
          </p:cNvPr>
          <p:cNvGrpSpPr/>
          <p:nvPr/>
        </p:nvGrpSpPr>
        <p:grpSpPr>
          <a:xfrm>
            <a:off x="3491724" y="1135325"/>
            <a:ext cx="5197680" cy="733320"/>
            <a:chOff x="3491724" y="1135325"/>
            <a:chExt cx="5197680" cy="733320"/>
          </a:xfrm>
        </p:grpSpPr>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605894EF-FC1E-5896-3041-3418D9BE06F6}"/>
                    </a:ext>
                  </a:extLst>
                </p14:cNvPr>
                <p14:cNvContentPartPr/>
                <p14:nvPr/>
              </p14:nvContentPartPr>
              <p14:xfrm>
                <a:off x="3491724" y="1135325"/>
                <a:ext cx="5197680" cy="469800"/>
              </p14:xfrm>
            </p:contentPart>
          </mc:Choice>
          <mc:Fallback>
            <p:pic>
              <p:nvPicPr>
                <p:cNvPr id="5" name="Ink 4">
                  <a:extLst>
                    <a:ext uri="{FF2B5EF4-FFF2-40B4-BE49-F238E27FC236}">
                      <a16:creationId xmlns:a16="http://schemas.microsoft.com/office/drawing/2014/main" id="{605894EF-FC1E-5896-3041-3418D9BE06F6}"/>
                    </a:ext>
                  </a:extLst>
                </p:cNvPr>
                <p:cNvPicPr/>
                <p:nvPr/>
              </p:nvPicPr>
              <p:blipFill>
                <a:blip r:embed="rId6"/>
                <a:stretch>
                  <a:fillRect/>
                </a:stretch>
              </p:blipFill>
              <p:spPr>
                <a:xfrm>
                  <a:off x="3485604" y="1129205"/>
                  <a:ext cx="5209920" cy="482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A9286ED3-AFD9-0DBD-EEE5-2B313B29CCDB}"/>
                    </a:ext>
                  </a:extLst>
                </p14:cNvPr>
                <p14:cNvContentPartPr/>
                <p14:nvPr/>
              </p14:nvContentPartPr>
              <p14:xfrm>
                <a:off x="7483404" y="1604405"/>
                <a:ext cx="155160" cy="264240"/>
              </p14:xfrm>
            </p:contentPart>
          </mc:Choice>
          <mc:Fallback>
            <p:pic>
              <p:nvPicPr>
                <p:cNvPr id="6" name="Ink 5">
                  <a:extLst>
                    <a:ext uri="{FF2B5EF4-FFF2-40B4-BE49-F238E27FC236}">
                      <a16:creationId xmlns:a16="http://schemas.microsoft.com/office/drawing/2014/main" id="{A9286ED3-AFD9-0DBD-EEE5-2B313B29CCDB}"/>
                    </a:ext>
                  </a:extLst>
                </p:cNvPr>
                <p:cNvPicPr/>
                <p:nvPr/>
              </p:nvPicPr>
              <p:blipFill>
                <a:blip r:embed="rId8"/>
                <a:stretch>
                  <a:fillRect/>
                </a:stretch>
              </p:blipFill>
              <p:spPr>
                <a:xfrm>
                  <a:off x="7477284" y="1598285"/>
                  <a:ext cx="167400" cy="276480"/>
                </a:xfrm>
                <a:prstGeom prst="rect">
                  <a:avLst/>
                </a:prstGeom>
              </p:spPr>
            </p:pic>
          </mc:Fallback>
        </mc:AlternateContent>
      </p:grpSp>
      <p:sp>
        <p:nvSpPr>
          <p:cNvPr id="8" name="TextBox 7">
            <a:extLst>
              <a:ext uri="{FF2B5EF4-FFF2-40B4-BE49-F238E27FC236}">
                <a16:creationId xmlns:a16="http://schemas.microsoft.com/office/drawing/2014/main" id="{5B0EBB1E-1813-2795-A339-C4AF461C1930}"/>
              </a:ext>
            </a:extLst>
          </p:cNvPr>
          <p:cNvSpPr txBox="1"/>
          <p:nvPr/>
        </p:nvSpPr>
        <p:spPr>
          <a:xfrm>
            <a:off x="837298" y="1588617"/>
            <a:ext cx="10738616" cy="1200329"/>
          </a:xfrm>
          <a:prstGeom prst="rect">
            <a:avLst/>
          </a:prstGeom>
          <a:noFill/>
        </p:spPr>
        <p:txBody>
          <a:bodyPr wrap="square" rtlCol="0">
            <a:spAutoFit/>
          </a:bodyPr>
          <a:lstStyle/>
          <a:p>
            <a:r>
              <a:rPr lang="en-US" dirty="0"/>
              <a:t>We provide integrated quantity surveying, commercial management, procurement, contract advisory and claims consultancy services across Sri Lanka, the Middle East and Australia. Combining technical expertise, commercial acumen, and a commitment to ethical excellence, we support clients in making strategic decisions, optimizing project performance, mitigating risks, and delivering sustainable value throughout the project lifecycle.</a:t>
            </a:r>
          </a:p>
        </p:txBody>
      </p:sp>
      <p:grpSp>
        <p:nvGrpSpPr>
          <p:cNvPr id="12" name="Group 11">
            <a:extLst>
              <a:ext uri="{FF2B5EF4-FFF2-40B4-BE49-F238E27FC236}">
                <a16:creationId xmlns:a16="http://schemas.microsoft.com/office/drawing/2014/main" id="{C887A673-3B71-6090-637B-AB07D69ADF34}"/>
              </a:ext>
            </a:extLst>
          </p:cNvPr>
          <p:cNvGrpSpPr/>
          <p:nvPr/>
        </p:nvGrpSpPr>
        <p:grpSpPr>
          <a:xfrm>
            <a:off x="3792324" y="396965"/>
            <a:ext cx="4613760" cy="693360"/>
            <a:chOff x="3792324" y="396965"/>
            <a:chExt cx="4613760" cy="693360"/>
          </a:xfrm>
        </p:grpSpPr>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5001C2FC-AF48-433D-6B1A-2339A165CE9B}"/>
                    </a:ext>
                  </a:extLst>
                </p14:cNvPr>
                <p14:cNvContentPartPr/>
                <p14:nvPr/>
              </p14:nvContentPartPr>
              <p14:xfrm>
                <a:off x="3831564" y="709085"/>
                <a:ext cx="4574520" cy="381240"/>
              </p14:xfrm>
            </p:contentPart>
          </mc:Choice>
          <mc:Fallback>
            <p:pic>
              <p:nvPicPr>
                <p:cNvPr id="9" name="Ink 8">
                  <a:extLst>
                    <a:ext uri="{FF2B5EF4-FFF2-40B4-BE49-F238E27FC236}">
                      <a16:creationId xmlns:a16="http://schemas.microsoft.com/office/drawing/2014/main" id="{5001C2FC-AF48-433D-6B1A-2339A165CE9B}"/>
                    </a:ext>
                  </a:extLst>
                </p:cNvPr>
                <p:cNvPicPr/>
                <p:nvPr/>
              </p:nvPicPr>
              <p:blipFill>
                <a:blip r:embed="rId10"/>
                <a:stretch>
                  <a:fillRect/>
                </a:stretch>
              </p:blipFill>
              <p:spPr>
                <a:xfrm>
                  <a:off x="3825444" y="702965"/>
                  <a:ext cx="4586760" cy="3934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A66CE25D-D14A-3259-1574-739AA7A259DC}"/>
                    </a:ext>
                  </a:extLst>
                </p14:cNvPr>
                <p14:cNvContentPartPr/>
                <p14:nvPr/>
              </p14:nvContentPartPr>
              <p14:xfrm>
                <a:off x="3792324" y="396965"/>
                <a:ext cx="517320" cy="352080"/>
              </p14:xfrm>
            </p:contentPart>
          </mc:Choice>
          <mc:Fallback>
            <p:pic>
              <p:nvPicPr>
                <p:cNvPr id="10" name="Ink 9">
                  <a:extLst>
                    <a:ext uri="{FF2B5EF4-FFF2-40B4-BE49-F238E27FC236}">
                      <a16:creationId xmlns:a16="http://schemas.microsoft.com/office/drawing/2014/main" id="{A66CE25D-D14A-3259-1574-739AA7A259DC}"/>
                    </a:ext>
                  </a:extLst>
                </p:cNvPr>
                <p:cNvPicPr/>
                <p:nvPr/>
              </p:nvPicPr>
              <p:blipFill>
                <a:blip r:embed="rId12"/>
                <a:stretch>
                  <a:fillRect/>
                </a:stretch>
              </p:blipFill>
              <p:spPr>
                <a:xfrm>
                  <a:off x="3786204" y="390845"/>
                  <a:ext cx="529560" cy="364320"/>
                </a:xfrm>
                <a:prstGeom prst="rect">
                  <a:avLst/>
                </a:prstGeom>
              </p:spPr>
            </p:pic>
          </mc:Fallback>
        </mc:AlternateContent>
      </p:grpSp>
      <p:sp>
        <p:nvSpPr>
          <p:cNvPr id="13" name="TextBox 12">
            <a:extLst>
              <a:ext uri="{FF2B5EF4-FFF2-40B4-BE49-F238E27FC236}">
                <a16:creationId xmlns:a16="http://schemas.microsoft.com/office/drawing/2014/main" id="{36DE8C9F-3289-8C38-C746-E94B971C6373}"/>
              </a:ext>
            </a:extLst>
          </p:cNvPr>
          <p:cNvSpPr txBox="1"/>
          <p:nvPr/>
        </p:nvSpPr>
        <p:spPr>
          <a:xfrm>
            <a:off x="1556716" y="120224"/>
            <a:ext cx="5505856" cy="369332"/>
          </a:xfrm>
          <a:prstGeom prst="rect">
            <a:avLst/>
          </a:prstGeom>
          <a:noFill/>
        </p:spPr>
        <p:txBody>
          <a:bodyPr wrap="square" rtlCol="0">
            <a:spAutoFit/>
          </a:bodyPr>
          <a:lstStyle/>
          <a:p>
            <a:r>
              <a:rPr lang="en-US" dirty="0"/>
              <a:t>Delivering Confidence at Every Stage</a:t>
            </a:r>
          </a:p>
        </p:txBody>
      </p:sp>
      <mc:AlternateContent xmlns:mc="http://schemas.openxmlformats.org/markup-compatibility/2006">
        <mc:Choice xmlns:p14="http://schemas.microsoft.com/office/powerpoint/2010/main" Requires="p14">
          <p:contentPart p14:bwMode="auto" r:id="rId13">
            <p14:nvContentPartPr>
              <p14:cNvPr id="32" name="Ink 31">
                <a:extLst>
                  <a:ext uri="{FF2B5EF4-FFF2-40B4-BE49-F238E27FC236}">
                    <a16:creationId xmlns:a16="http://schemas.microsoft.com/office/drawing/2014/main" id="{D40D1865-49D8-BBCB-9469-9625DB86D0BA}"/>
                  </a:ext>
                </a:extLst>
              </p14:cNvPr>
              <p14:cNvContentPartPr/>
              <p14:nvPr/>
            </p14:nvContentPartPr>
            <p14:xfrm>
              <a:off x="8005404" y="3491885"/>
              <a:ext cx="360" cy="360"/>
            </p14:xfrm>
          </p:contentPart>
        </mc:Choice>
        <mc:Fallback>
          <p:pic>
            <p:nvPicPr>
              <p:cNvPr id="32" name="Ink 31">
                <a:extLst>
                  <a:ext uri="{FF2B5EF4-FFF2-40B4-BE49-F238E27FC236}">
                    <a16:creationId xmlns:a16="http://schemas.microsoft.com/office/drawing/2014/main" id="{D40D1865-49D8-BBCB-9469-9625DB86D0BA}"/>
                  </a:ext>
                </a:extLst>
              </p:cNvPr>
              <p:cNvPicPr/>
              <p:nvPr/>
            </p:nvPicPr>
            <p:blipFill>
              <a:blip r:embed="rId4"/>
              <a:stretch>
                <a:fillRect/>
              </a:stretch>
            </p:blipFill>
            <p:spPr>
              <a:xfrm>
                <a:off x="7999284" y="348576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8" name="Ink 37">
                <a:extLst>
                  <a:ext uri="{FF2B5EF4-FFF2-40B4-BE49-F238E27FC236}">
                    <a16:creationId xmlns:a16="http://schemas.microsoft.com/office/drawing/2014/main" id="{E1518472-3E75-A374-4227-A45863EA6E1A}"/>
                  </a:ext>
                </a:extLst>
              </p14:cNvPr>
              <p14:cNvContentPartPr/>
              <p14:nvPr/>
            </p14:nvContentPartPr>
            <p14:xfrm>
              <a:off x="5670804" y="3099485"/>
              <a:ext cx="345960" cy="376560"/>
            </p14:xfrm>
          </p:contentPart>
        </mc:Choice>
        <mc:Fallback>
          <p:pic>
            <p:nvPicPr>
              <p:cNvPr id="38" name="Ink 37">
                <a:extLst>
                  <a:ext uri="{FF2B5EF4-FFF2-40B4-BE49-F238E27FC236}">
                    <a16:creationId xmlns:a16="http://schemas.microsoft.com/office/drawing/2014/main" id="{E1518472-3E75-A374-4227-A45863EA6E1A}"/>
                  </a:ext>
                </a:extLst>
              </p:cNvPr>
              <p:cNvPicPr/>
              <p:nvPr/>
            </p:nvPicPr>
            <p:blipFill>
              <a:blip r:embed="rId15"/>
              <a:stretch>
                <a:fillRect/>
              </a:stretch>
            </p:blipFill>
            <p:spPr>
              <a:xfrm>
                <a:off x="5664684" y="3093365"/>
                <a:ext cx="358200" cy="38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9" name="Ink 48">
                <a:extLst>
                  <a:ext uri="{FF2B5EF4-FFF2-40B4-BE49-F238E27FC236}">
                    <a16:creationId xmlns:a16="http://schemas.microsoft.com/office/drawing/2014/main" id="{42F9D437-9063-BEFC-D96B-488EE5524B9B}"/>
                  </a:ext>
                </a:extLst>
              </p14:cNvPr>
              <p14:cNvContentPartPr/>
              <p14:nvPr/>
            </p14:nvContentPartPr>
            <p14:xfrm>
              <a:off x="6546324" y="3277685"/>
              <a:ext cx="360" cy="360"/>
            </p14:xfrm>
          </p:contentPart>
        </mc:Choice>
        <mc:Fallback>
          <p:pic>
            <p:nvPicPr>
              <p:cNvPr id="49" name="Ink 48">
                <a:extLst>
                  <a:ext uri="{FF2B5EF4-FFF2-40B4-BE49-F238E27FC236}">
                    <a16:creationId xmlns:a16="http://schemas.microsoft.com/office/drawing/2014/main" id="{42F9D437-9063-BEFC-D96B-488EE5524B9B}"/>
                  </a:ext>
                </a:extLst>
              </p:cNvPr>
              <p:cNvPicPr/>
              <p:nvPr/>
            </p:nvPicPr>
            <p:blipFill>
              <a:blip r:embed="rId4"/>
              <a:stretch>
                <a:fillRect/>
              </a:stretch>
            </p:blipFill>
            <p:spPr>
              <a:xfrm>
                <a:off x="6540204" y="3271565"/>
                <a:ext cx="12600" cy="12600"/>
              </a:xfrm>
              <a:prstGeom prst="rect">
                <a:avLst/>
              </a:prstGeom>
            </p:spPr>
          </p:pic>
        </mc:Fallback>
      </mc:AlternateContent>
      <p:grpSp>
        <p:nvGrpSpPr>
          <p:cNvPr id="64" name="Group 63">
            <a:extLst>
              <a:ext uri="{FF2B5EF4-FFF2-40B4-BE49-F238E27FC236}">
                <a16:creationId xmlns:a16="http://schemas.microsoft.com/office/drawing/2014/main" id="{34D4F6FE-8E7B-D69B-779A-B4E2336E36D7}"/>
              </a:ext>
            </a:extLst>
          </p:cNvPr>
          <p:cNvGrpSpPr/>
          <p:nvPr/>
        </p:nvGrpSpPr>
        <p:grpSpPr>
          <a:xfrm>
            <a:off x="1502724" y="1815365"/>
            <a:ext cx="9957960" cy="2299320"/>
            <a:chOff x="1502724" y="1815365"/>
            <a:chExt cx="9957960" cy="2299320"/>
          </a:xfrm>
        </p:grpSpPr>
        <mc:AlternateContent xmlns:mc="http://schemas.openxmlformats.org/markup-compatibility/2006">
          <mc:Choice xmlns:p14="http://schemas.microsoft.com/office/powerpoint/2010/main" Requires="p14">
            <p:contentPart p14:bwMode="auto" r:id="rId17">
              <p14:nvContentPartPr>
                <p14:cNvPr id="41" name="Ink 40">
                  <a:extLst>
                    <a:ext uri="{FF2B5EF4-FFF2-40B4-BE49-F238E27FC236}">
                      <a16:creationId xmlns:a16="http://schemas.microsoft.com/office/drawing/2014/main" id="{60E79657-F520-DD72-8978-914649877FEC}"/>
                    </a:ext>
                  </a:extLst>
                </p14:cNvPr>
                <p14:cNvContentPartPr/>
                <p14:nvPr/>
              </p14:nvContentPartPr>
              <p14:xfrm>
                <a:off x="9367284" y="3062765"/>
                <a:ext cx="887760" cy="371160"/>
              </p14:xfrm>
            </p:contentPart>
          </mc:Choice>
          <mc:Fallback>
            <p:pic>
              <p:nvPicPr>
                <p:cNvPr id="41" name="Ink 40">
                  <a:extLst>
                    <a:ext uri="{FF2B5EF4-FFF2-40B4-BE49-F238E27FC236}">
                      <a16:creationId xmlns:a16="http://schemas.microsoft.com/office/drawing/2014/main" id="{60E79657-F520-DD72-8978-914649877FEC}"/>
                    </a:ext>
                  </a:extLst>
                </p:cNvPr>
                <p:cNvPicPr/>
                <p:nvPr/>
              </p:nvPicPr>
              <p:blipFill>
                <a:blip r:embed="rId18"/>
                <a:stretch>
                  <a:fillRect/>
                </a:stretch>
              </p:blipFill>
              <p:spPr>
                <a:xfrm>
                  <a:off x="9361164" y="3056645"/>
                  <a:ext cx="900000" cy="383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43" name="Ink 42">
                  <a:extLst>
                    <a:ext uri="{FF2B5EF4-FFF2-40B4-BE49-F238E27FC236}">
                      <a16:creationId xmlns:a16="http://schemas.microsoft.com/office/drawing/2014/main" id="{4BA79801-1A3E-17E1-CD6A-E083ECDB1375}"/>
                    </a:ext>
                  </a:extLst>
                </p14:cNvPr>
                <p14:cNvContentPartPr/>
                <p14:nvPr/>
              </p14:nvContentPartPr>
              <p14:xfrm>
                <a:off x="10416324" y="3054485"/>
                <a:ext cx="167400" cy="286920"/>
              </p14:xfrm>
            </p:contentPart>
          </mc:Choice>
          <mc:Fallback>
            <p:pic>
              <p:nvPicPr>
                <p:cNvPr id="43" name="Ink 42">
                  <a:extLst>
                    <a:ext uri="{FF2B5EF4-FFF2-40B4-BE49-F238E27FC236}">
                      <a16:creationId xmlns:a16="http://schemas.microsoft.com/office/drawing/2014/main" id="{4BA79801-1A3E-17E1-CD6A-E083ECDB1375}"/>
                    </a:ext>
                  </a:extLst>
                </p:cNvPr>
                <p:cNvPicPr/>
                <p:nvPr/>
              </p:nvPicPr>
              <p:blipFill>
                <a:blip r:embed="rId20"/>
                <a:stretch>
                  <a:fillRect/>
                </a:stretch>
              </p:blipFill>
              <p:spPr>
                <a:xfrm>
                  <a:off x="10410204" y="3048365"/>
                  <a:ext cx="17964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44" name="Ink 43">
                  <a:extLst>
                    <a:ext uri="{FF2B5EF4-FFF2-40B4-BE49-F238E27FC236}">
                      <a16:creationId xmlns:a16="http://schemas.microsoft.com/office/drawing/2014/main" id="{6C523447-718C-D83B-F977-82A89D4F7001}"/>
                    </a:ext>
                  </a:extLst>
                </p14:cNvPr>
                <p14:cNvContentPartPr/>
                <p14:nvPr/>
              </p14:nvContentPartPr>
              <p14:xfrm>
                <a:off x="10612524" y="2935685"/>
                <a:ext cx="391320" cy="304560"/>
              </p14:xfrm>
            </p:contentPart>
          </mc:Choice>
          <mc:Fallback>
            <p:pic>
              <p:nvPicPr>
                <p:cNvPr id="44" name="Ink 43">
                  <a:extLst>
                    <a:ext uri="{FF2B5EF4-FFF2-40B4-BE49-F238E27FC236}">
                      <a16:creationId xmlns:a16="http://schemas.microsoft.com/office/drawing/2014/main" id="{6C523447-718C-D83B-F977-82A89D4F7001}"/>
                    </a:ext>
                  </a:extLst>
                </p:cNvPr>
                <p:cNvPicPr/>
                <p:nvPr/>
              </p:nvPicPr>
              <p:blipFill>
                <a:blip r:embed="rId22"/>
                <a:stretch>
                  <a:fillRect/>
                </a:stretch>
              </p:blipFill>
              <p:spPr>
                <a:xfrm>
                  <a:off x="10606404" y="2929565"/>
                  <a:ext cx="403560" cy="316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45" name="Ink 44">
                  <a:extLst>
                    <a:ext uri="{FF2B5EF4-FFF2-40B4-BE49-F238E27FC236}">
                      <a16:creationId xmlns:a16="http://schemas.microsoft.com/office/drawing/2014/main" id="{CEF41F02-B389-F857-E01E-82A664142DC2}"/>
                    </a:ext>
                  </a:extLst>
                </p14:cNvPr>
                <p14:cNvContentPartPr/>
                <p14:nvPr/>
              </p14:nvContentPartPr>
              <p14:xfrm>
                <a:off x="10837884" y="2956925"/>
                <a:ext cx="183600" cy="128160"/>
              </p14:xfrm>
            </p:contentPart>
          </mc:Choice>
          <mc:Fallback>
            <p:pic>
              <p:nvPicPr>
                <p:cNvPr id="45" name="Ink 44">
                  <a:extLst>
                    <a:ext uri="{FF2B5EF4-FFF2-40B4-BE49-F238E27FC236}">
                      <a16:creationId xmlns:a16="http://schemas.microsoft.com/office/drawing/2014/main" id="{CEF41F02-B389-F857-E01E-82A664142DC2}"/>
                    </a:ext>
                  </a:extLst>
                </p:cNvPr>
                <p:cNvPicPr/>
                <p:nvPr/>
              </p:nvPicPr>
              <p:blipFill>
                <a:blip r:embed="rId24"/>
                <a:stretch>
                  <a:fillRect/>
                </a:stretch>
              </p:blipFill>
              <p:spPr>
                <a:xfrm>
                  <a:off x="10831764" y="2950805"/>
                  <a:ext cx="19584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6" name="Ink 45">
                  <a:extLst>
                    <a:ext uri="{FF2B5EF4-FFF2-40B4-BE49-F238E27FC236}">
                      <a16:creationId xmlns:a16="http://schemas.microsoft.com/office/drawing/2014/main" id="{0B79A86D-3D6F-6215-BA3E-710A00B28830}"/>
                    </a:ext>
                  </a:extLst>
                </p14:cNvPr>
                <p14:cNvContentPartPr/>
                <p14:nvPr/>
              </p14:nvContentPartPr>
              <p14:xfrm>
                <a:off x="11079084" y="2876285"/>
                <a:ext cx="361440" cy="242280"/>
              </p14:xfrm>
            </p:contentPart>
          </mc:Choice>
          <mc:Fallback>
            <p:pic>
              <p:nvPicPr>
                <p:cNvPr id="46" name="Ink 45">
                  <a:extLst>
                    <a:ext uri="{FF2B5EF4-FFF2-40B4-BE49-F238E27FC236}">
                      <a16:creationId xmlns:a16="http://schemas.microsoft.com/office/drawing/2014/main" id="{0B79A86D-3D6F-6215-BA3E-710A00B28830}"/>
                    </a:ext>
                  </a:extLst>
                </p:cNvPr>
                <p:cNvPicPr/>
                <p:nvPr/>
              </p:nvPicPr>
              <p:blipFill>
                <a:blip r:embed="rId26"/>
                <a:stretch>
                  <a:fillRect/>
                </a:stretch>
              </p:blipFill>
              <p:spPr>
                <a:xfrm>
                  <a:off x="11072964" y="2870165"/>
                  <a:ext cx="37368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47" name="Ink 46">
                  <a:extLst>
                    <a:ext uri="{FF2B5EF4-FFF2-40B4-BE49-F238E27FC236}">
                      <a16:creationId xmlns:a16="http://schemas.microsoft.com/office/drawing/2014/main" id="{A8B0707F-597F-5966-08C5-A2507A8C5B77}"/>
                    </a:ext>
                  </a:extLst>
                </p14:cNvPr>
                <p14:cNvContentPartPr/>
                <p14:nvPr/>
              </p14:nvContentPartPr>
              <p14:xfrm>
                <a:off x="10764084" y="3130085"/>
                <a:ext cx="696600" cy="567000"/>
              </p14:xfrm>
            </p:contentPart>
          </mc:Choice>
          <mc:Fallback>
            <p:pic>
              <p:nvPicPr>
                <p:cNvPr id="47" name="Ink 46">
                  <a:extLst>
                    <a:ext uri="{FF2B5EF4-FFF2-40B4-BE49-F238E27FC236}">
                      <a16:creationId xmlns:a16="http://schemas.microsoft.com/office/drawing/2014/main" id="{A8B0707F-597F-5966-08C5-A2507A8C5B77}"/>
                    </a:ext>
                  </a:extLst>
                </p:cNvPr>
                <p:cNvPicPr/>
                <p:nvPr/>
              </p:nvPicPr>
              <p:blipFill>
                <a:blip r:embed="rId28"/>
                <a:stretch>
                  <a:fillRect/>
                </a:stretch>
              </p:blipFill>
              <p:spPr>
                <a:xfrm>
                  <a:off x="10757964" y="3123965"/>
                  <a:ext cx="708840" cy="5792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4" name="Ink 13">
                  <a:extLst>
                    <a:ext uri="{FF2B5EF4-FFF2-40B4-BE49-F238E27FC236}">
                      <a16:creationId xmlns:a16="http://schemas.microsoft.com/office/drawing/2014/main" id="{14AC45E3-8AFD-46AD-0844-B1A08260B099}"/>
                    </a:ext>
                  </a:extLst>
                </p14:cNvPr>
                <p14:cNvContentPartPr/>
                <p14:nvPr/>
              </p14:nvContentPartPr>
              <p14:xfrm>
                <a:off x="1502724" y="1815365"/>
                <a:ext cx="4551120" cy="2039040"/>
              </p14:xfrm>
            </p:contentPart>
          </mc:Choice>
          <mc:Fallback>
            <p:pic>
              <p:nvPicPr>
                <p:cNvPr id="14" name="Ink 13">
                  <a:extLst>
                    <a:ext uri="{FF2B5EF4-FFF2-40B4-BE49-F238E27FC236}">
                      <a16:creationId xmlns:a16="http://schemas.microsoft.com/office/drawing/2014/main" id="{14AC45E3-8AFD-46AD-0844-B1A08260B099}"/>
                    </a:ext>
                  </a:extLst>
                </p:cNvPr>
                <p:cNvPicPr/>
                <p:nvPr/>
              </p:nvPicPr>
              <p:blipFill>
                <a:blip r:embed="rId30"/>
                <a:stretch>
                  <a:fillRect/>
                </a:stretch>
              </p:blipFill>
              <p:spPr>
                <a:xfrm>
                  <a:off x="1496604" y="1809245"/>
                  <a:ext cx="4563360" cy="20512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5" name="Ink 14">
                  <a:extLst>
                    <a:ext uri="{FF2B5EF4-FFF2-40B4-BE49-F238E27FC236}">
                      <a16:creationId xmlns:a16="http://schemas.microsoft.com/office/drawing/2014/main" id="{D6441535-C133-B548-2C8F-F6FA6BEEA350}"/>
                    </a:ext>
                  </a:extLst>
                </p14:cNvPr>
                <p14:cNvContentPartPr/>
                <p14:nvPr/>
              </p14:nvContentPartPr>
              <p14:xfrm>
                <a:off x="2338644" y="2844245"/>
                <a:ext cx="3157560" cy="673560"/>
              </p14:xfrm>
            </p:contentPart>
          </mc:Choice>
          <mc:Fallback>
            <p:pic>
              <p:nvPicPr>
                <p:cNvPr id="15" name="Ink 14">
                  <a:extLst>
                    <a:ext uri="{FF2B5EF4-FFF2-40B4-BE49-F238E27FC236}">
                      <a16:creationId xmlns:a16="http://schemas.microsoft.com/office/drawing/2014/main" id="{D6441535-C133-B548-2C8F-F6FA6BEEA350}"/>
                    </a:ext>
                  </a:extLst>
                </p:cNvPr>
                <p:cNvPicPr/>
                <p:nvPr/>
              </p:nvPicPr>
              <p:blipFill>
                <a:blip r:embed="rId32"/>
                <a:stretch>
                  <a:fillRect/>
                </a:stretch>
              </p:blipFill>
              <p:spPr>
                <a:xfrm>
                  <a:off x="2332524" y="2838125"/>
                  <a:ext cx="3169800" cy="6858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6" name="Ink 15">
                  <a:extLst>
                    <a:ext uri="{FF2B5EF4-FFF2-40B4-BE49-F238E27FC236}">
                      <a16:creationId xmlns:a16="http://schemas.microsoft.com/office/drawing/2014/main" id="{276DAF94-DC07-1B86-941E-F8B3858009BB}"/>
                    </a:ext>
                  </a:extLst>
                </p14:cNvPr>
                <p14:cNvContentPartPr/>
                <p14:nvPr/>
              </p14:nvContentPartPr>
              <p14:xfrm>
                <a:off x="2450964" y="2850005"/>
                <a:ext cx="1982160" cy="963360"/>
              </p14:xfrm>
            </p:contentPart>
          </mc:Choice>
          <mc:Fallback>
            <p:pic>
              <p:nvPicPr>
                <p:cNvPr id="16" name="Ink 15">
                  <a:extLst>
                    <a:ext uri="{FF2B5EF4-FFF2-40B4-BE49-F238E27FC236}">
                      <a16:creationId xmlns:a16="http://schemas.microsoft.com/office/drawing/2014/main" id="{276DAF94-DC07-1B86-941E-F8B3858009BB}"/>
                    </a:ext>
                  </a:extLst>
                </p:cNvPr>
                <p:cNvPicPr/>
                <p:nvPr/>
              </p:nvPicPr>
              <p:blipFill>
                <a:blip r:embed="rId34"/>
                <a:stretch>
                  <a:fillRect/>
                </a:stretch>
              </p:blipFill>
              <p:spPr>
                <a:xfrm>
                  <a:off x="2444844" y="2843885"/>
                  <a:ext cx="1994400" cy="9756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7" name="Ink 16">
                  <a:extLst>
                    <a:ext uri="{FF2B5EF4-FFF2-40B4-BE49-F238E27FC236}">
                      <a16:creationId xmlns:a16="http://schemas.microsoft.com/office/drawing/2014/main" id="{3BC10603-665A-A05C-9F72-CFC9A7AD9704}"/>
                    </a:ext>
                  </a:extLst>
                </p14:cNvPr>
                <p14:cNvContentPartPr/>
                <p14:nvPr/>
              </p14:nvContentPartPr>
              <p14:xfrm>
                <a:off x="5787444" y="3264005"/>
                <a:ext cx="473760" cy="201600"/>
              </p14:xfrm>
            </p:contentPart>
          </mc:Choice>
          <mc:Fallback>
            <p:pic>
              <p:nvPicPr>
                <p:cNvPr id="17" name="Ink 16">
                  <a:extLst>
                    <a:ext uri="{FF2B5EF4-FFF2-40B4-BE49-F238E27FC236}">
                      <a16:creationId xmlns:a16="http://schemas.microsoft.com/office/drawing/2014/main" id="{3BC10603-665A-A05C-9F72-CFC9A7AD9704}"/>
                    </a:ext>
                  </a:extLst>
                </p:cNvPr>
                <p:cNvPicPr/>
                <p:nvPr/>
              </p:nvPicPr>
              <p:blipFill>
                <a:blip r:embed="rId36"/>
                <a:stretch>
                  <a:fillRect/>
                </a:stretch>
              </p:blipFill>
              <p:spPr>
                <a:xfrm>
                  <a:off x="5781324" y="3257885"/>
                  <a:ext cx="48600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51" name="Ink 50">
                  <a:extLst>
                    <a:ext uri="{FF2B5EF4-FFF2-40B4-BE49-F238E27FC236}">
                      <a16:creationId xmlns:a16="http://schemas.microsoft.com/office/drawing/2014/main" id="{6FBB65A1-3D1C-0804-DF44-13117247F2F0}"/>
                    </a:ext>
                  </a:extLst>
                </p14:cNvPr>
                <p14:cNvContentPartPr/>
                <p14:nvPr/>
              </p14:nvContentPartPr>
              <p14:xfrm>
                <a:off x="5690244" y="3258965"/>
                <a:ext cx="858600" cy="679680"/>
              </p14:xfrm>
            </p:contentPart>
          </mc:Choice>
          <mc:Fallback>
            <p:pic>
              <p:nvPicPr>
                <p:cNvPr id="51" name="Ink 50">
                  <a:extLst>
                    <a:ext uri="{FF2B5EF4-FFF2-40B4-BE49-F238E27FC236}">
                      <a16:creationId xmlns:a16="http://schemas.microsoft.com/office/drawing/2014/main" id="{6FBB65A1-3D1C-0804-DF44-13117247F2F0}"/>
                    </a:ext>
                  </a:extLst>
                </p:cNvPr>
                <p:cNvPicPr/>
                <p:nvPr/>
              </p:nvPicPr>
              <p:blipFill>
                <a:blip r:embed="rId38"/>
                <a:stretch>
                  <a:fillRect/>
                </a:stretch>
              </p:blipFill>
              <p:spPr>
                <a:xfrm>
                  <a:off x="5684124" y="3252845"/>
                  <a:ext cx="870840" cy="6919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55" name="Ink 54">
                  <a:extLst>
                    <a:ext uri="{FF2B5EF4-FFF2-40B4-BE49-F238E27FC236}">
                      <a16:creationId xmlns:a16="http://schemas.microsoft.com/office/drawing/2014/main" id="{32504F84-A506-989E-4585-E1E964294E28}"/>
                    </a:ext>
                  </a:extLst>
                </p14:cNvPr>
                <p14:cNvContentPartPr/>
                <p14:nvPr/>
              </p14:nvContentPartPr>
              <p14:xfrm>
                <a:off x="5943324" y="4038005"/>
                <a:ext cx="360" cy="8280"/>
              </p14:xfrm>
            </p:contentPart>
          </mc:Choice>
          <mc:Fallback>
            <p:pic>
              <p:nvPicPr>
                <p:cNvPr id="55" name="Ink 54">
                  <a:extLst>
                    <a:ext uri="{FF2B5EF4-FFF2-40B4-BE49-F238E27FC236}">
                      <a16:creationId xmlns:a16="http://schemas.microsoft.com/office/drawing/2014/main" id="{32504F84-A506-989E-4585-E1E964294E28}"/>
                    </a:ext>
                  </a:extLst>
                </p:cNvPr>
                <p:cNvPicPr/>
                <p:nvPr/>
              </p:nvPicPr>
              <p:blipFill>
                <a:blip r:embed="rId40"/>
                <a:stretch>
                  <a:fillRect/>
                </a:stretch>
              </p:blipFill>
              <p:spPr>
                <a:xfrm>
                  <a:off x="5937204" y="4031885"/>
                  <a:ext cx="1260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56" name="Ink 55">
                  <a:extLst>
                    <a:ext uri="{FF2B5EF4-FFF2-40B4-BE49-F238E27FC236}">
                      <a16:creationId xmlns:a16="http://schemas.microsoft.com/office/drawing/2014/main" id="{3E80878D-20A6-61A5-1485-E47B974F86BF}"/>
                    </a:ext>
                  </a:extLst>
                </p14:cNvPr>
                <p14:cNvContentPartPr/>
                <p14:nvPr/>
              </p14:nvContentPartPr>
              <p14:xfrm>
                <a:off x="6069684" y="3978245"/>
                <a:ext cx="8280" cy="20160"/>
              </p14:xfrm>
            </p:contentPart>
          </mc:Choice>
          <mc:Fallback>
            <p:pic>
              <p:nvPicPr>
                <p:cNvPr id="56" name="Ink 55">
                  <a:extLst>
                    <a:ext uri="{FF2B5EF4-FFF2-40B4-BE49-F238E27FC236}">
                      <a16:creationId xmlns:a16="http://schemas.microsoft.com/office/drawing/2014/main" id="{3E80878D-20A6-61A5-1485-E47B974F86BF}"/>
                    </a:ext>
                  </a:extLst>
                </p:cNvPr>
                <p:cNvPicPr/>
                <p:nvPr/>
              </p:nvPicPr>
              <p:blipFill>
                <a:blip r:embed="rId42"/>
                <a:stretch>
                  <a:fillRect/>
                </a:stretch>
              </p:blipFill>
              <p:spPr>
                <a:xfrm>
                  <a:off x="6063564" y="3972125"/>
                  <a:ext cx="205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57" name="Ink 56">
                  <a:extLst>
                    <a:ext uri="{FF2B5EF4-FFF2-40B4-BE49-F238E27FC236}">
                      <a16:creationId xmlns:a16="http://schemas.microsoft.com/office/drawing/2014/main" id="{05364C83-5855-B270-D56C-38240BB5A2BB}"/>
                    </a:ext>
                  </a:extLst>
                </p14:cNvPr>
                <p14:cNvContentPartPr/>
                <p14:nvPr/>
              </p14:nvContentPartPr>
              <p14:xfrm>
                <a:off x="6059964" y="4112525"/>
                <a:ext cx="360" cy="2160"/>
              </p14:xfrm>
            </p:contentPart>
          </mc:Choice>
          <mc:Fallback>
            <p:pic>
              <p:nvPicPr>
                <p:cNvPr id="57" name="Ink 56">
                  <a:extLst>
                    <a:ext uri="{FF2B5EF4-FFF2-40B4-BE49-F238E27FC236}">
                      <a16:creationId xmlns:a16="http://schemas.microsoft.com/office/drawing/2014/main" id="{05364C83-5855-B270-D56C-38240BB5A2BB}"/>
                    </a:ext>
                  </a:extLst>
                </p:cNvPr>
                <p:cNvPicPr/>
                <p:nvPr/>
              </p:nvPicPr>
              <p:blipFill>
                <a:blip r:embed="rId44"/>
                <a:stretch>
                  <a:fillRect/>
                </a:stretch>
              </p:blipFill>
              <p:spPr>
                <a:xfrm>
                  <a:off x="6053844" y="4106405"/>
                  <a:ext cx="12600" cy="14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5">
            <p14:nvContentPartPr>
              <p14:cNvPr id="65" name="Ink 64">
                <a:extLst>
                  <a:ext uri="{FF2B5EF4-FFF2-40B4-BE49-F238E27FC236}">
                    <a16:creationId xmlns:a16="http://schemas.microsoft.com/office/drawing/2014/main" id="{6C4F5286-EFAD-5BCA-A92D-678CC72005AB}"/>
                  </a:ext>
                </a:extLst>
              </p14:cNvPr>
              <p14:cNvContentPartPr/>
              <p14:nvPr/>
            </p14:nvContentPartPr>
            <p14:xfrm>
              <a:off x="6991644" y="2628605"/>
              <a:ext cx="2751480" cy="1245240"/>
            </p14:xfrm>
          </p:contentPart>
        </mc:Choice>
        <mc:Fallback>
          <p:pic>
            <p:nvPicPr>
              <p:cNvPr id="65" name="Ink 64">
                <a:extLst>
                  <a:ext uri="{FF2B5EF4-FFF2-40B4-BE49-F238E27FC236}">
                    <a16:creationId xmlns:a16="http://schemas.microsoft.com/office/drawing/2014/main" id="{6C4F5286-EFAD-5BCA-A92D-678CC72005AB}"/>
                  </a:ext>
                </a:extLst>
              </p:cNvPr>
              <p:cNvPicPr/>
              <p:nvPr/>
            </p:nvPicPr>
            <p:blipFill>
              <a:blip r:embed="rId46"/>
              <a:stretch>
                <a:fillRect/>
              </a:stretch>
            </p:blipFill>
            <p:spPr>
              <a:xfrm>
                <a:off x="6985524" y="2622485"/>
                <a:ext cx="2763720" cy="1257480"/>
              </a:xfrm>
              <a:prstGeom prst="rect">
                <a:avLst/>
              </a:prstGeom>
            </p:spPr>
          </p:pic>
        </mc:Fallback>
      </mc:AlternateContent>
      <p:sp>
        <p:nvSpPr>
          <p:cNvPr id="66" name="TextBox 65">
            <a:extLst>
              <a:ext uri="{FF2B5EF4-FFF2-40B4-BE49-F238E27FC236}">
                <a16:creationId xmlns:a16="http://schemas.microsoft.com/office/drawing/2014/main" id="{C6C50430-3D8B-313B-39FB-84C4E87FEFD3}"/>
              </a:ext>
            </a:extLst>
          </p:cNvPr>
          <p:cNvSpPr txBox="1"/>
          <p:nvPr/>
        </p:nvSpPr>
        <p:spPr>
          <a:xfrm>
            <a:off x="5930628" y="3655555"/>
            <a:ext cx="2288351" cy="646331"/>
          </a:xfrm>
          <a:prstGeom prst="rect">
            <a:avLst/>
          </a:prstGeom>
          <a:noFill/>
        </p:spPr>
        <p:txBody>
          <a:bodyPr wrap="square" rtlCol="0">
            <a:spAutoFit/>
          </a:bodyPr>
          <a:lstStyle/>
          <a:p>
            <a:r>
              <a:rPr lang="en-US" dirty="0" err="1">
                <a:solidFill>
                  <a:srgbClr val="FF0000"/>
                </a:solidFill>
              </a:rPr>
              <a:t>Bcs</a:t>
            </a:r>
            <a:r>
              <a:rPr lang="en-US" dirty="0">
                <a:solidFill>
                  <a:srgbClr val="FF0000"/>
                </a:solidFill>
              </a:rPr>
              <a:t> we are giving it above</a:t>
            </a:r>
          </a:p>
        </p:txBody>
      </p:sp>
      <mc:AlternateContent xmlns:mc="http://schemas.openxmlformats.org/markup-compatibility/2006">
        <mc:Choice xmlns:p14="http://schemas.microsoft.com/office/powerpoint/2010/main" xmlns:aink="http://schemas.microsoft.com/office/drawing/2016/ink" Requires="p14 aink">
          <p:contentPart p14:bwMode="auto" r:id="rId47">
            <p14:nvContentPartPr>
              <p14:cNvPr id="67" name="Ink 66">
                <a:extLst>
                  <a:ext uri="{FF2B5EF4-FFF2-40B4-BE49-F238E27FC236}">
                    <a16:creationId xmlns:a16="http://schemas.microsoft.com/office/drawing/2014/main" id="{97DA55CD-4216-D9AF-C56D-D849F57323D2}"/>
                  </a:ext>
                </a:extLst>
              </p14:cNvPr>
              <p14:cNvContentPartPr/>
              <p14:nvPr/>
            </p14:nvContentPartPr>
            <p14:xfrm>
              <a:off x="1360884" y="3918485"/>
              <a:ext cx="9186480" cy="1841400"/>
            </p14:xfrm>
          </p:contentPart>
        </mc:Choice>
        <mc:Fallback>
          <p:pic>
            <p:nvPicPr>
              <p:cNvPr id="67" name="Ink 66">
                <a:extLst>
                  <a:ext uri="{FF2B5EF4-FFF2-40B4-BE49-F238E27FC236}">
                    <a16:creationId xmlns:a16="http://schemas.microsoft.com/office/drawing/2014/main" id="{97DA55CD-4216-D9AF-C56D-D849F57323D2}"/>
                  </a:ext>
                </a:extLst>
              </p:cNvPr>
              <p:cNvPicPr/>
              <p:nvPr/>
            </p:nvPicPr>
            <p:blipFill>
              <a:blip r:embed="rId48"/>
              <a:stretch>
                <a:fillRect/>
              </a:stretch>
            </p:blipFill>
            <p:spPr>
              <a:xfrm>
                <a:off x="1351884" y="3909485"/>
                <a:ext cx="9204120" cy="18590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82" name="Ink 81">
                <a:extLst>
                  <a:ext uri="{FF2B5EF4-FFF2-40B4-BE49-F238E27FC236}">
                    <a16:creationId xmlns:a16="http://schemas.microsoft.com/office/drawing/2014/main" id="{44D32F59-643C-E472-F02D-84C23B6C8C89}"/>
                  </a:ext>
                </a:extLst>
              </p14:cNvPr>
              <p14:cNvContentPartPr/>
              <p14:nvPr/>
            </p14:nvContentPartPr>
            <p14:xfrm>
              <a:off x="1188444" y="4853765"/>
              <a:ext cx="745920" cy="1249560"/>
            </p14:xfrm>
          </p:contentPart>
        </mc:Choice>
        <mc:Fallback>
          <p:pic>
            <p:nvPicPr>
              <p:cNvPr id="82" name="Ink 81">
                <a:extLst>
                  <a:ext uri="{FF2B5EF4-FFF2-40B4-BE49-F238E27FC236}">
                    <a16:creationId xmlns:a16="http://schemas.microsoft.com/office/drawing/2014/main" id="{44D32F59-643C-E472-F02D-84C23B6C8C89}"/>
                  </a:ext>
                </a:extLst>
              </p:cNvPr>
              <p:cNvPicPr/>
              <p:nvPr/>
            </p:nvPicPr>
            <p:blipFill>
              <a:blip r:embed="rId50"/>
              <a:stretch>
                <a:fillRect/>
              </a:stretch>
            </p:blipFill>
            <p:spPr>
              <a:xfrm>
                <a:off x="1182324" y="4847645"/>
                <a:ext cx="758160" cy="1261800"/>
              </a:xfrm>
              <a:prstGeom prst="rect">
                <a:avLst/>
              </a:prstGeom>
            </p:spPr>
          </p:pic>
        </mc:Fallback>
      </mc:AlternateContent>
      <p:sp>
        <p:nvSpPr>
          <p:cNvPr id="83" name="TextBox 82">
            <a:extLst>
              <a:ext uri="{FF2B5EF4-FFF2-40B4-BE49-F238E27FC236}">
                <a16:creationId xmlns:a16="http://schemas.microsoft.com/office/drawing/2014/main" id="{A5D7E59A-1F63-6A56-B42F-E8A6E9202906}"/>
              </a:ext>
            </a:extLst>
          </p:cNvPr>
          <p:cNvSpPr txBox="1"/>
          <p:nvPr/>
        </p:nvSpPr>
        <p:spPr>
          <a:xfrm>
            <a:off x="2042809" y="5953328"/>
            <a:ext cx="6646595" cy="369332"/>
          </a:xfrm>
          <a:prstGeom prst="rect">
            <a:avLst/>
          </a:prstGeom>
          <a:noFill/>
        </p:spPr>
        <p:txBody>
          <a:bodyPr wrap="square" rtlCol="0">
            <a:spAutoFit/>
          </a:bodyPr>
          <a:lstStyle/>
          <a:p>
            <a:r>
              <a:rPr lang="en-US" dirty="0"/>
              <a:t>Highlight this part</a:t>
            </a:r>
          </a:p>
        </p:txBody>
      </p:sp>
      <mc:AlternateContent xmlns:mc="http://schemas.openxmlformats.org/markup-compatibility/2006">
        <mc:Choice xmlns:p14="http://schemas.microsoft.com/office/powerpoint/2010/main" Requires="p14">
          <p:contentPart p14:bwMode="auto" r:id="rId51">
            <p14:nvContentPartPr>
              <p14:cNvPr id="84" name="Ink 83">
                <a:extLst>
                  <a:ext uri="{FF2B5EF4-FFF2-40B4-BE49-F238E27FC236}">
                    <a16:creationId xmlns:a16="http://schemas.microsoft.com/office/drawing/2014/main" id="{7B73369E-2970-6398-7B33-AD06FCC645D4}"/>
                  </a:ext>
                </a:extLst>
              </p14:cNvPr>
              <p14:cNvContentPartPr/>
              <p14:nvPr/>
            </p14:nvContentPartPr>
            <p14:xfrm>
              <a:off x="1190964" y="1086365"/>
              <a:ext cx="2281680" cy="524160"/>
            </p14:xfrm>
          </p:contentPart>
        </mc:Choice>
        <mc:Fallback>
          <p:pic>
            <p:nvPicPr>
              <p:cNvPr id="84" name="Ink 83">
                <a:extLst>
                  <a:ext uri="{FF2B5EF4-FFF2-40B4-BE49-F238E27FC236}">
                    <a16:creationId xmlns:a16="http://schemas.microsoft.com/office/drawing/2014/main" id="{7B73369E-2970-6398-7B33-AD06FCC645D4}"/>
                  </a:ext>
                </a:extLst>
              </p:cNvPr>
              <p:cNvPicPr/>
              <p:nvPr/>
            </p:nvPicPr>
            <p:blipFill>
              <a:blip r:embed="rId52"/>
              <a:stretch>
                <a:fillRect/>
              </a:stretch>
            </p:blipFill>
            <p:spPr>
              <a:xfrm>
                <a:off x="1184844" y="1080245"/>
                <a:ext cx="2293920" cy="536400"/>
              </a:xfrm>
              <a:prstGeom prst="rect">
                <a:avLst/>
              </a:prstGeom>
            </p:spPr>
          </p:pic>
        </mc:Fallback>
      </mc:AlternateContent>
    </p:spTree>
    <p:extLst>
      <p:ext uri="{BB962C8B-B14F-4D97-AF65-F5344CB8AC3E}">
        <p14:creationId xmlns:p14="http://schemas.microsoft.com/office/powerpoint/2010/main" val="2024204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7AFA7-7937-CF04-8E6F-6A05136D0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2EAD6-B060-6F51-2BEC-D1A7BD996617}"/>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9B2FD255-4A92-AD84-9CEE-91B61024E6E3}"/>
              </a:ext>
            </a:extLst>
          </p:cNvPr>
          <p:cNvSpPr>
            <a:spLocks noGrp="1"/>
          </p:cNvSpPr>
          <p:nvPr>
            <p:ph type="subTitle" idx="1"/>
          </p:nvPr>
        </p:nvSpPr>
        <p:spPr/>
        <p:txBody>
          <a:bodyPr/>
          <a:lstStyle/>
          <a:p>
            <a:endParaRPr lang="en-US"/>
          </a:p>
        </p:txBody>
      </p:sp>
      <p:pic>
        <p:nvPicPr>
          <p:cNvPr id="11" name="Picture 10">
            <a:extLst>
              <a:ext uri="{FF2B5EF4-FFF2-40B4-BE49-F238E27FC236}">
                <a16:creationId xmlns:a16="http://schemas.microsoft.com/office/drawing/2014/main" id="{B3E05819-7993-DBAA-BB0C-CC7CB8A9DDEB}"/>
              </a:ext>
            </a:extLst>
          </p:cNvPr>
          <p:cNvPicPr>
            <a:picLocks noChangeAspect="1"/>
          </p:cNvPicPr>
          <p:nvPr/>
        </p:nvPicPr>
        <p:blipFill>
          <a:blip r:embed="rId2">
            <a:extLst>
              <a:ext uri="{28A0092B-C50C-407E-A947-70E740481C1C}">
                <a14:useLocalDpi xmlns:a14="http://schemas.microsoft.com/office/drawing/2010/main" val="0"/>
              </a:ext>
            </a:extLst>
          </a:blip>
          <a:srcRect t="57163" b="25184"/>
          <a:stretch>
            <a:fillRect/>
          </a:stretch>
        </p:blipFill>
        <p:spPr>
          <a:xfrm>
            <a:off x="439320" y="977629"/>
            <a:ext cx="11474409" cy="413912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C80067B-12D2-FC74-095E-9AB2C341FBBC}"/>
                  </a:ext>
                </a:extLst>
              </p14:cNvPr>
              <p14:cNvContentPartPr/>
              <p14:nvPr/>
            </p14:nvContentPartPr>
            <p14:xfrm>
              <a:off x="5923524" y="2976365"/>
              <a:ext cx="360" cy="360"/>
            </p14:xfrm>
          </p:contentPart>
        </mc:Choice>
        <mc:Fallback>
          <p:pic>
            <p:nvPicPr>
              <p:cNvPr id="4" name="Ink 3">
                <a:extLst>
                  <a:ext uri="{FF2B5EF4-FFF2-40B4-BE49-F238E27FC236}">
                    <a16:creationId xmlns:a16="http://schemas.microsoft.com/office/drawing/2014/main" id="{AC80067B-12D2-FC74-095E-9AB2C341FBBC}"/>
                  </a:ext>
                </a:extLst>
              </p:cNvPr>
              <p:cNvPicPr/>
              <p:nvPr/>
            </p:nvPicPr>
            <p:blipFill>
              <a:blip r:embed="rId4"/>
              <a:stretch>
                <a:fillRect/>
              </a:stretch>
            </p:blipFill>
            <p:spPr>
              <a:xfrm>
                <a:off x="5917404" y="297024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A9233F61-C0A3-83A2-ABD7-965608672BEF}"/>
                  </a:ext>
                </a:extLst>
              </p14:cNvPr>
              <p14:cNvContentPartPr/>
              <p14:nvPr/>
            </p14:nvContentPartPr>
            <p14:xfrm>
              <a:off x="7119444" y="2692325"/>
              <a:ext cx="2698560" cy="382320"/>
            </p14:xfrm>
          </p:contentPart>
        </mc:Choice>
        <mc:Fallback>
          <p:pic>
            <p:nvPicPr>
              <p:cNvPr id="5" name="Ink 4">
                <a:extLst>
                  <a:ext uri="{FF2B5EF4-FFF2-40B4-BE49-F238E27FC236}">
                    <a16:creationId xmlns:a16="http://schemas.microsoft.com/office/drawing/2014/main" id="{A9233F61-C0A3-83A2-ABD7-965608672BEF}"/>
                  </a:ext>
                </a:extLst>
              </p:cNvPr>
              <p:cNvPicPr/>
              <p:nvPr/>
            </p:nvPicPr>
            <p:blipFill>
              <a:blip r:embed="rId6"/>
              <a:stretch>
                <a:fillRect/>
              </a:stretch>
            </p:blipFill>
            <p:spPr>
              <a:xfrm>
                <a:off x="7113324" y="2686205"/>
                <a:ext cx="2710800" cy="394560"/>
              </a:xfrm>
              <a:prstGeom prst="rect">
                <a:avLst/>
              </a:prstGeom>
            </p:spPr>
          </p:pic>
        </mc:Fallback>
      </mc:AlternateContent>
      <p:sp>
        <p:nvSpPr>
          <p:cNvPr id="6" name="TextBox 5">
            <a:extLst>
              <a:ext uri="{FF2B5EF4-FFF2-40B4-BE49-F238E27FC236}">
                <a16:creationId xmlns:a16="http://schemas.microsoft.com/office/drawing/2014/main" id="{3FD40FA0-9E9D-590C-428C-3E719640CF5A}"/>
              </a:ext>
            </a:extLst>
          </p:cNvPr>
          <p:cNvSpPr txBox="1"/>
          <p:nvPr/>
        </p:nvSpPr>
        <p:spPr>
          <a:xfrm>
            <a:off x="7430729" y="2131497"/>
            <a:ext cx="2818528" cy="369332"/>
          </a:xfrm>
          <a:prstGeom prst="rect">
            <a:avLst/>
          </a:prstGeom>
          <a:noFill/>
        </p:spPr>
        <p:txBody>
          <a:bodyPr wrap="none" rtlCol="0">
            <a:spAutoFit/>
          </a:bodyPr>
          <a:lstStyle/>
          <a:p>
            <a:r>
              <a:rPr lang="en-US" dirty="0"/>
              <a:t>“Precision Beyond Borders”</a:t>
            </a:r>
          </a:p>
        </p:txBody>
      </p:sp>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800350C4-392A-5BF1-0EA7-54806A8C1F9A}"/>
                  </a:ext>
                </a:extLst>
              </p14:cNvPr>
              <p14:cNvContentPartPr/>
              <p14:nvPr/>
            </p14:nvContentPartPr>
            <p14:xfrm>
              <a:off x="6904524" y="2239445"/>
              <a:ext cx="500040" cy="562320"/>
            </p14:xfrm>
          </p:contentPart>
        </mc:Choice>
        <mc:Fallback>
          <p:pic>
            <p:nvPicPr>
              <p:cNvPr id="7" name="Ink 6">
                <a:extLst>
                  <a:ext uri="{FF2B5EF4-FFF2-40B4-BE49-F238E27FC236}">
                    <a16:creationId xmlns:a16="http://schemas.microsoft.com/office/drawing/2014/main" id="{800350C4-392A-5BF1-0EA7-54806A8C1F9A}"/>
                  </a:ext>
                </a:extLst>
              </p:cNvPr>
              <p:cNvPicPr/>
              <p:nvPr/>
            </p:nvPicPr>
            <p:blipFill>
              <a:blip r:embed="rId8"/>
              <a:stretch>
                <a:fillRect/>
              </a:stretch>
            </p:blipFill>
            <p:spPr>
              <a:xfrm>
                <a:off x="6898404" y="2233325"/>
                <a:ext cx="512280" cy="574560"/>
              </a:xfrm>
              <a:prstGeom prst="rect">
                <a:avLst/>
              </a:prstGeom>
            </p:spPr>
          </p:pic>
        </mc:Fallback>
      </mc:AlternateContent>
      <p:sp>
        <p:nvSpPr>
          <p:cNvPr id="22" name="TextBox 21">
            <a:extLst>
              <a:ext uri="{FF2B5EF4-FFF2-40B4-BE49-F238E27FC236}">
                <a16:creationId xmlns:a16="http://schemas.microsoft.com/office/drawing/2014/main" id="{37A0AFB9-CB9C-0AFA-BEA8-444F356D282F}"/>
              </a:ext>
            </a:extLst>
          </p:cNvPr>
          <p:cNvSpPr txBox="1"/>
          <p:nvPr/>
        </p:nvSpPr>
        <p:spPr>
          <a:xfrm>
            <a:off x="1446204" y="78829"/>
            <a:ext cx="8557231" cy="923330"/>
          </a:xfrm>
          <a:prstGeom prst="rect">
            <a:avLst/>
          </a:prstGeom>
          <a:noFill/>
        </p:spPr>
        <p:txBody>
          <a:bodyPr wrap="square" rtlCol="0">
            <a:spAutoFit/>
          </a:bodyPr>
          <a:lstStyle/>
          <a:p>
            <a:r>
              <a:rPr lang="en-US" dirty="0"/>
              <a:t>With a strategic presence across Sri Lanka, the Middle East and Australia, we bring trusted expertise, commercial insight and professional excellence to support clients in delivering successful projects across international markets.</a:t>
            </a:r>
          </a:p>
        </p:txBody>
      </p:sp>
      <p:grpSp>
        <p:nvGrpSpPr>
          <p:cNvPr id="25" name="Group 24">
            <a:extLst>
              <a:ext uri="{FF2B5EF4-FFF2-40B4-BE49-F238E27FC236}">
                <a16:creationId xmlns:a16="http://schemas.microsoft.com/office/drawing/2014/main" id="{1D20A576-890F-2646-A5ED-3FBEDD76256F}"/>
              </a:ext>
            </a:extLst>
          </p:cNvPr>
          <p:cNvGrpSpPr/>
          <p:nvPr/>
        </p:nvGrpSpPr>
        <p:grpSpPr>
          <a:xfrm>
            <a:off x="1094124" y="560765"/>
            <a:ext cx="4695480" cy="2260440"/>
            <a:chOff x="1094124" y="560765"/>
            <a:chExt cx="4695480" cy="2260440"/>
          </a:xfrm>
        </p:grpSpPr>
        <mc:AlternateContent xmlns:mc="http://schemas.openxmlformats.org/markup-compatibility/2006">
          <mc:Choice xmlns:p14="http://schemas.microsoft.com/office/powerpoint/2010/main" Requires="p14">
            <p:contentPart p14:bwMode="auto" r:id="rId9">
              <p14:nvContentPartPr>
                <p14:cNvPr id="19" name="Ink 18">
                  <a:extLst>
                    <a:ext uri="{FF2B5EF4-FFF2-40B4-BE49-F238E27FC236}">
                      <a16:creationId xmlns:a16="http://schemas.microsoft.com/office/drawing/2014/main" id="{CED6720B-E2D9-B105-5981-E45389314069}"/>
                    </a:ext>
                  </a:extLst>
                </p14:cNvPr>
                <p14:cNvContentPartPr/>
                <p14:nvPr/>
              </p14:nvContentPartPr>
              <p14:xfrm>
                <a:off x="1446204" y="2022365"/>
                <a:ext cx="4343400" cy="798840"/>
              </p14:xfrm>
            </p:contentPart>
          </mc:Choice>
          <mc:Fallback>
            <p:pic>
              <p:nvPicPr>
                <p:cNvPr id="19" name="Ink 18">
                  <a:extLst>
                    <a:ext uri="{FF2B5EF4-FFF2-40B4-BE49-F238E27FC236}">
                      <a16:creationId xmlns:a16="http://schemas.microsoft.com/office/drawing/2014/main" id="{CED6720B-E2D9-B105-5981-E45389314069}"/>
                    </a:ext>
                  </a:extLst>
                </p:cNvPr>
                <p:cNvPicPr/>
                <p:nvPr/>
              </p:nvPicPr>
              <p:blipFill>
                <a:blip r:embed="rId10"/>
                <a:stretch>
                  <a:fillRect/>
                </a:stretch>
              </p:blipFill>
              <p:spPr>
                <a:xfrm>
                  <a:off x="1440084" y="2016245"/>
                  <a:ext cx="4355640" cy="8110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0" name="Ink 19">
                  <a:extLst>
                    <a:ext uri="{FF2B5EF4-FFF2-40B4-BE49-F238E27FC236}">
                      <a16:creationId xmlns:a16="http://schemas.microsoft.com/office/drawing/2014/main" id="{C859E4B4-A710-CC65-88CA-4213AC35F0B6}"/>
                    </a:ext>
                  </a:extLst>
                </p14:cNvPr>
                <p14:cNvContentPartPr/>
                <p14:nvPr/>
              </p14:nvContentPartPr>
              <p14:xfrm>
                <a:off x="1094124" y="560765"/>
                <a:ext cx="434880" cy="1657080"/>
              </p14:xfrm>
            </p:contentPart>
          </mc:Choice>
          <mc:Fallback>
            <p:pic>
              <p:nvPicPr>
                <p:cNvPr id="20" name="Ink 19">
                  <a:extLst>
                    <a:ext uri="{FF2B5EF4-FFF2-40B4-BE49-F238E27FC236}">
                      <a16:creationId xmlns:a16="http://schemas.microsoft.com/office/drawing/2014/main" id="{C859E4B4-A710-CC65-88CA-4213AC35F0B6}"/>
                    </a:ext>
                  </a:extLst>
                </p:cNvPr>
                <p:cNvPicPr/>
                <p:nvPr/>
              </p:nvPicPr>
              <p:blipFill>
                <a:blip r:embed="rId12"/>
                <a:stretch>
                  <a:fillRect/>
                </a:stretch>
              </p:blipFill>
              <p:spPr>
                <a:xfrm>
                  <a:off x="1088004" y="554645"/>
                  <a:ext cx="447120" cy="1669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3" name="Ink 22">
                  <a:extLst>
                    <a:ext uri="{FF2B5EF4-FFF2-40B4-BE49-F238E27FC236}">
                      <a16:creationId xmlns:a16="http://schemas.microsoft.com/office/drawing/2014/main" id="{12C4C618-D981-1462-4A14-11F08BAEE25F}"/>
                    </a:ext>
                  </a:extLst>
                </p14:cNvPr>
                <p14:cNvContentPartPr/>
                <p14:nvPr/>
              </p14:nvContentPartPr>
              <p14:xfrm>
                <a:off x="1605324" y="1515125"/>
                <a:ext cx="4183920" cy="606240"/>
              </p14:xfrm>
            </p:contentPart>
          </mc:Choice>
          <mc:Fallback>
            <p:pic>
              <p:nvPicPr>
                <p:cNvPr id="23" name="Ink 22">
                  <a:extLst>
                    <a:ext uri="{FF2B5EF4-FFF2-40B4-BE49-F238E27FC236}">
                      <a16:creationId xmlns:a16="http://schemas.microsoft.com/office/drawing/2014/main" id="{12C4C618-D981-1462-4A14-11F08BAEE25F}"/>
                    </a:ext>
                  </a:extLst>
                </p:cNvPr>
                <p:cNvPicPr/>
                <p:nvPr/>
              </p:nvPicPr>
              <p:blipFill>
                <a:blip r:embed="rId14"/>
                <a:stretch>
                  <a:fillRect/>
                </a:stretch>
              </p:blipFill>
              <p:spPr>
                <a:xfrm>
                  <a:off x="1599204" y="1509005"/>
                  <a:ext cx="4196160" cy="6184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4" name="Ink 23">
                  <a:extLst>
                    <a:ext uri="{FF2B5EF4-FFF2-40B4-BE49-F238E27FC236}">
                      <a16:creationId xmlns:a16="http://schemas.microsoft.com/office/drawing/2014/main" id="{AB747F48-2F7A-743B-0638-D24AD28D4675}"/>
                    </a:ext>
                  </a:extLst>
                </p14:cNvPr>
                <p14:cNvContentPartPr/>
                <p14:nvPr/>
              </p14:nvContentPartPr>
              <p14:xfrm>
                <a:off x="3238644" y="1104365"/>
                <a:ext cx="921240" cy="500400"/>
              </p14:xfrm>
            </p:contentPart>
          </mc:Choice>
          <mc:Fallback>
            <p:pic>
              <p:nvPicPr>
                <p:cNvPr id="24" name="Ink 23">
                  <a:extLst>
                    <a:ext uri="{FF2B5EF4-FFF2-40B4-BE49-F238E27FC236}">
                      <a16:creationId xmlns:a16="http://schemas.microsoft.com/office/drawing/2014/main" id="{AB747F48-2F7A-743B-0638-D24AD28D4675}"/>
                    </a:ext>
                  </a:extLst>
                </p:cNvPr>
                <p:cNvPicPr/>
                <p:nvPr/>
              </p:nvPicPr>
              <p:blipFill>
                <a:blip r:embed="rId16"/>
                <a:stretch>
                  <a:fillRect/>
                </a:stretch>
              </p:blipFill>
              <p:spPr>
                <a:xfrm>
                  <a:off x="3232524" y="1098245"/>
                  <a:ext cx="933480" cy="512640"/>
                </a:xfrm>
                <a:prstGeom prst="rect">
                  <a:avLst/>
                </a:prstGeom>
              </p:spPr>
            </p:pic>
          </mc:Fallback>
        </mc:AlternateContent>
      </p:grpSp>
      <p:sp>
        <p:nvSpPr>
          <p:cNvPr id="27" name="TextBox 26">
            <a:extLst>
              <a:ext uri="{FF2B5EF4-FFF2-40B4-BE49-F238E27FC236}">
                <a16:creationId xmlns:a16="http://schemas.microsoft.com/office/drawing/2014/main" id="{405B7DFC-B566-4F49-6361-610D233FAA9B}"/>
              </a:ext>
            </a:extLst>
          </p:cNvPr>
          <p:cNvSpPr txBox="1"/>
          <p:nvPr/>
        </p:nvSpPr>
        <p:spPr>
          <a:xfrm>
            <a:off x="4250987" y="1122363"/>
            <a:ext cx="5097294" cy="369332"/>
          </a:xfrm>
          <a:prstGeom prst="rect">
            <a:avLst/>
          </a:prstGeom>
          <a:noFill/>
        </p:spPr>
        <p:txBody>
          <a:bodyPr wrap="square" rtlCol="0">
            <a:spAutoFit/>
          </a:bodyPr>
          <a:lstStyle/>
          <a:p>
            <a:r>
              <a:rPr lang="en-US">
                <a:solidFill>
                  <a:srgbClr val="FF0000"/>
                </a:solidFill>
              </a:rPr>
              <a:t>Connecting Expertise Across Markets</a:t>
            </a:r>
            <a:endParaRPr lang="en-US" dirty="0">
              <a:solidFill>
                <a:srgbClr val="FF0000"/>
              </a:solidFill>
            </a:endParaRPr>
          </a:p>
        </p:txBody>
      </p:sp>
      <mc:AlternateContent xmlns:mc="http://schemas.openxmlformats.org/markup-compatibility/2006">
        <mc:Choice xmlns:p14="http://schemas.microsoft.com/office/powerpoint/2010/main" Requires="p14">
          <p:contentPart p14:bwMode="auto" r:id="rId17">
            <p14:nvContentPartPr>
              <p14:cNvPr id="28" name="Ink 27">
                <a:extLst>
                  <a:ext uri="{FF2B5EF4-FFF2-40B4-BE49-F238E27FC236}">
                    <a16:creationId xmlns:a16="http://schemas.microsoft.com/office/drawing/2014/main" id="{4027F8D9-AD07-B168-D12A-31E6CE21EDA6}"/>
                  </a:ext>
                </a:extLst>
              </p14:cNvPr>
              <p14:cNvContentPartPr/>
              <p14:nvPr/>
            </p14:nvContentPartPr>
            <p14:xfrm>
              <a:off x="2412084" y="3306845"/>
              <a:ext cx="554040" cy="11160"/>
            </p14:xfrm>
          </p:contentPart>
        </mc:Choice>
        <mc:Fallback>
          <p:pic>
            <p:nvPicPr>
              <p:cNvPr id="28" name="Ink 27">
                <a:extLst>
                  <a:ext uri="{FF2B5EF4-FFF2-40B4-BE49-F238E27FC236}">
                    <a16:creationId xmlns:a16="http://schemas.microsoft.com/office/drawing/2014/main" id="{4027F8D9-AD07-B168-D12A-31E6CE21EDA6}"/>
                  </a:ext>
                </a:extLst>
              </p:cNvPr>
              <p:cNvPicPr/>
              <p:nvPr/>
            </p:nvPicPr>
            <p:blipFill>
              <a:blip r:embed="rId18"/>
              <a:stretch>
                <a:fillRect/>
              </a:stretch>
            </p:blipFill>
            <p:spPr>
              <a:xfrm>
                <a:off x="2405964" y="3300725"/>
                <a:ext cx="56628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9" name="Ink 28">
                <a:extLst>
                  <a:ext uri="{FF2B5EF4-FFF2-40B4-BE49-F238E27FC236}">
                    <a16:creationId xmlns:a16="http://schemas.microsoft.com/office/drawing/2014/main" id="{909BD853-3942-1DE0-55E9-82818D37B279}"/>
                  </a:ext>
                </a:extLst>
              </p14:cNvPr>
              <p14:cNvContentPartPr/>
              <p14:nvPr/>
            </p14:nvContentPartPr>
            <p14:xfrm>
              <a:off x="2752644" y="3015605"/>
              <a:ext cx="415800" cy="170280"/>
            </p14:xfrm>
          </p:contentPart>
        </mc:Choice>
        <mc:Fallback>
          <p:pic>
            <p:nvPicPr>
              <p:cNvPr id="29" name="Ink 28">
                <a:extLst>
                  <a:ext uri="{FF2B5EF4-FFF2-40B4-BE49-F238E27FC236}">
                    <a16:creationId xmlns:a16="http://schemas.microsoft.com/office/drawing/2014/main" id="{909BD853-3942-1DE0-55E9-82818D37B279}"/>
                  </a:ext>
                </a:extLst>
              </p:cNvPr>
              <p:cNvPicPr/>
              <p:nvPr/>
            </p:nvPicPr>
            <p:blipFill>
              <a:blip r:embed="rId20"/>
              <a:stretch>
                <a:fillRect/>
              </a:stretch>
            </p:blipFill>
            <p:spPr>
              <a:xfrm>
                <a:off x="2746524" y="3009485"/>
                <a:ext cx="42804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30" name="Ink 29">
                <a:extLst>
                  <a:ext uri="{FF2B5EF4-FFF2-40B4-BE49-F238E27FC236}">
                    <a16:creationId xmlns:a16="http://schemas.microsoft.com/office/drawing/2014/main" id="{37ED3623-6589-196B-4388-EC826CC533E4}"/>
                  </a:ext>
                </a:extLst>
              </p14:cNvPr>
              <p14:cNvContentPartPr/>
              <p14:nvPr/>
            </p14:nvContentPartPr>
            <p14:xfrm>
              <a:off x="3219564" y="3063485"/>
              <a:ext cx="58680" cy="273240"/>
            </p14:xfrm>
          </p:contentPart>
        </mc:Choice>
        <mc:Fallback>
          <p:pic>
            <p:nvPicPr>
              <p:cNvPr id="30" name="Ink 29">
                <a:extLst>
                  <a:ext uri="{FF2B5EF4-FFF2-40B4-BE49-F238E27FC236}">
                    <a16:creationId xmlns:a16="http://schemas.microsoft.com/office/drawing/2014/main" id="{37ED3623-6589-196B-4388-EC826CC533E4}"/>
                  </a:ext>
                </a:extLst>
              </p:cNvPr>
              <p:cNvPicPr/>
              <p:nvPr/>
            </p:nvPicPr>
            <p:blipFill>
              <a:blip r:embed="rId22"/>
              <a:stretch>
                <a:fillRect/>
              </a:stretch>
            </p:blipFill>
            <p:spPr>
              <a:xfrm>
                <a:off x="3213444" y="3057365"/>
                <a:ext cx="7092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1" name="Ink 30">
                <a:extLst>
                  <a:ext uri="{FF2B5EF4-FFF2-40B4-BE49-F238E27FC236}">
                    <a16:creationId xmlns:a16="http://schemas.microsoft.com/office/drawing/2014/main" id="{655A0EFC-593F-C1AA-6CD3-5A152FD9205F}"/>
                  </a:ext>
                </a:extLst>
              </p14:cNvPr>
              <p14:cNvContentPartPr/>
              <p14:nvPr/>
            </p14:nvContentPartPr>
            <p14:xfrm>
              <a:off x="3296964" y="3132245"/>
              <a:ext cx="79920" cy="259560"/>
            </p14:xfrm>
          </p:contentPart>
        </mc:Choice>
        <mc:Fallback>
          <p:pic>
            <p:nvPicPr>
              <p:cNvPr id="31" name="Ink 30">
                <a:extLst>
                  <a:ext uri="{FF2B5EF4-FFF2-40B4-BE49-F238E27FC236}">
                    <a16:creationId xmlns:a16="http://schemas.microsoft.com/office/drawing/2014/main" id="{655A0EFC-593F-C1AA-6CD3-5A152FD9205F}"/>
                  </a:ext>
                </a:extLst>
              </p:cNvPr>
              <p:cNvPicPr/>
              <p:nvPr/>
            </p:nvPicPr>
            <p:blipFill>
              <a:blip r:embed="rId24"/>
              <a:stretch>
                <a:fillRect/>
              </a:stretch>
            </p:blipFill>
            <p:spPr>
              <a:xfrm>
                <a:off x="3290844" y="3126125"/>
                <a:ext cx="9216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2" name="Ink 31">
                <a:extLst>
                  <a:ext uri="{FF2B5EF4-FFF2-40B4-BE49-F238E27FC236}">
                    <a16:creationId xmlns:a16="http://schemas.microsoft.com/office/drawing/2014/main" id="{066F4443-1AA8-71D9-BD15-573A0B8D2190}"/>
                  </a:ext>
                </a:extLst>
              </p14:cNvPr>
              <p14:cNvContentPartPr/>
              <p14:nvPr/>
            </p14:nvContentPartPr>
            <p14:xfrm>
              <a:off x="3238644" y="3239885"/>
              <a:ext cx="169200" cy="47880"/>
            </p14:xfrm>
          </p:contentPart>
        </mc:Choice>
        <mc:Fallback>
          <p:pic>
            <p:nvPicPr>
              <p:cNvPr id="32" name="Ink 31">
                <a:extLst>
                  <a:ext uri="{FF2B5EF4-FFF2-40B4-BE49-F238E27FC236}">
                    <a16:creationId xmlns:a16="http://schemas.microsoft.com/office/drawing/2014/main" id="{066F4443-1AA8-71D9-BD15-573A0B8D2190}"/>
                  </a:ext>
                </a:extLst>
              </p:cNvPr>
              <p:cNvPicPr/>
              <p:nvPr/>
            </p:nvPicPr>
            <p:blipFill>
              <a:blip r:embed="rId26"/>
              <a:stretch>
                <a:fillRect/>
              </a:stretch>
            </p:blipFill>
            <p:spPr>
              <a:xfrm>
                <a:off x="3232524" y="3233765"/>
                <a:ext cx="18144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3" name="Ink 32">
                <a:extLst>
                  <a:ext uri="{FF2B5EF4-FFF2-40B4-BE49-F238E27FC236}">
                    <a16:creationId xmlns:a16="http://schemas.microsoft.com/office/drawing/2014/main" id="{D4B3C438-38DC-54F6-59CF-8D941075C0EF}"/>
                  </a:ext>
                </a:extLst>
              </p14:cNvPr>
              <p14:cNvContentPartPr/>
              <p14:nvPr/>
            </p14:nvContentPartPr>
            <p14:xfrm>
              <a:off x="3433764" y="3181205"/>
              <a:ext cx="143640" cy="223920"/>
            </p14:xfrm>
          </p:contentPart>
        </mc:Choice>
        <mc:Fallback>
          <p:pic>
            <p:nvPicPr>
              <p:cNvPr id="33" name="Ink 32">
                <a:extLst>
                  <a:ext uri="{FF2B5EF4-FFF2-40B4-BE49-F238E27FC236}">
                    <a16:creationId xmlns:a16="http://schemas.microsoft.com/office/drawing/2014/main" id="{D4B3C438-38DC-54F6-59CF-8D941075C0EF}"/>
                  </a:ext>
                </a:extLst>
              </p:cNvPr>
              <p:cNvPicPr/>
              <p:nvPr/>
            </p:nvPicPr>
            <p:blipFill>
              <a:blip r:embed="rId28"/>
              <a:stretch>
                <a:fillRect/>
              </a:stretch>
            </p:blipFill>
            <p:spPr>
              <a:xfrm>
                <a:off x="3427644" y="3175085"/>
                <a:ext cx="15588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4" name="Ink 33">
                <a:extLst>
                  <a:ext uri="{FF2B5EF4-FFF2-40B4-BE49-F238E27FC236}">
                    <a16:creationId xmlns:a16="http://schemas.microsoft.com/office/drawing/2014/main" id="{B07F8830-F1A1-930D-5B62-1EEDFA719E0C}"/>
                  </a:ext>
                </a:extLst>
              </p14:cNvPr>
              <p14:cNvContentPartPr/>
              <p14:nvPr/>
            </p14:nvContentPartPr>
            <p14:xfrm>
              <a:off x="3644724" y="3239885"/>
              <a:ext cx="138600" cy="166680"/>
            </p14:xfrm>
          </p:contentPart>
        </mc:Choice>
        <mc:Fallback>
          <p:pic>
            <p:nvPicPr>
              <p:cNvPr id="34" name="Ink 33">
                <a:extLst>
                  <a:ext uri="{FF2B5EF4-FFF2-40B4-BE49-F238E27FC236}">
                    <a16:creationId xmlns:a16="http://schemas.microsoft.com/office/drawing/2014/main" id="{B07F8830-F1A1-930D-5B62-1EEDFA719E0C}"/>
                  </a:ext>
                </a:extLst>
              </p:cNvPr>
              <p:cNvPicPr/>
              <p:nvPr/>
            </p:nvPicPr>
            <p:blipFill>
              <a:blip r:embed="rId30"/>
              <a:stretch>
                <a:fillRect/>
              </a:stretch>
            </p:blipFill>
            <p:spPr>
              <a:xfrm>
                <a:off x="3638604" y="3233765"/>
                <a:ext cx="15084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5" name="Ink 34">
                <a:extLst>
                  <a:ext uri="{FF2B5EF4-FFF2-40B4-BE49-F238E27FC236}">
                    <a16:creationId xmlns:a16="http://schemas.microsoft.com/office/drawing/2014/main" id="{F4316CEB-6F5C-0527-3938-C1CCB2ED65F3}"/>
                  </a:ext>
                </a:extLst>
              </p14:cNvPr>
              <p14:cNvContentPartPr/>
              <p14:nvPr/>
            </p14:nvContentPartPr>
            <p14:xfrm>
              <a:off x="3810324" y="2947925"/>
              <a:ext cx="148320" cy="470520"/>
            </p14:xfrm>
          </p:contentPart>
        </mc:Choice>
        <mc:Fallback>
          <p:pic>
            <p:nvPicPr>
              <p:cNvPr id="35" name="Ink 34">
                <a:extLst>
                  <a:ext uri="{FF2B5EF4-FFF2-40B4-BE49-F238E27FC236}">
                    <a16:creationId xmlns:a16="http://schemas.microsoft.com/office/drawing/2014/main" id="{F4316CEB-6F5C-0527-3938-C1CCB2ED65F3}"/>
                  </a:ext>
                </a:extLst>
              </p:cNvPr>
              <p:cNvPicPr/>
              <p:nvPr/>
            </p:nvPicPr>
            <p:blipFill>
              <a:blip r:embed="rId32"/>
              <a:stretch>
                <a:fillRect/>
              </a:stretch>
            </p:blipFill>
            <p:spPr>
              <a:xfrm>
                <a:off x="3804204" y="2941805"/>
                <a:ext cx="160560" cy="4827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7" name="Ink 36">
                <a:extLst>
                  <a:ext uri="{FF2B5EF4-FFF2-40B4-BE49-F238E27FC236}">
                    <a16:creationId xmlns:a16="http://schemas.microsoft.com/office/drawing/2014/main" id="{94D1FD1D-B66F-21AF-BCF8-AB628D7E1CF4}"/>
                  </a:ext>
                </a:extLst>
              </p14:cNvPr>
              <p14:cNvContentPartPr/>
              <p14:nvPr/>
            </p14:nvContentPartPr>
            <p14:xfrm>
              <a:off x="4014804" y="3093365"/>
              <a:ext cx="177840" cy="254520"/>
            </p14:xfrm>
          </p:contentPart>
        </mc:Choice>
        <mc:Fallback>
          <p:pic>
            <p:nvPicPr>
              <p:cNvPr id="37" name="Ink 36">
                <a:extLst>
                  <a:ext uri="{FF2B5EF4-FFF2-40B4-BE49-F238E27FC236}">
                    <a16:creationId xmlns:a16="http://schemas.microsoft.com/office/drawing/2014/main" id="{94D1FD1D-B66F-21AF-BCF8-AB628D7E1CF4}"/>
                  </a:ext>
                </a:extLst>
              </p:cNvPr>
              <p:cNvPicPr/>
              <p:nvPr/>
            </p:nvPicPr>
            <p:blipFill>
              <a:blip r:embed="rId34"/>
              <a:stretch>
                <a:fillRect/>
              </a:stretch>
            </p:blipFill>
            <p:spPr>
              <a:xfrm>
                <a:off x="4008684" y="3087245"/>
                <a:ext cx="19008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8" name="Ink 37">
                <a:extLst>
                  <a:ext uri="{FF2B5EF4-FFF2-40B4-BE49-F238E27FC236}">
                    <a16:creationId xmlns:a16="http://schemas.microsoft.com/office/drawing/2014/main" id="{3C742540-2F8A-2151-8B12-18578F9D4B1F}"/>
                  </a:ext>
                </a:extLst>
              </p14:cNvPr>
              <p14:cNvContentPartPr/>
              <p14:nvPr/>
            </p14:nvContentPartPr>
            <p14:xfrm>
              <a:off x="4196244" y="3073925"/>
              <a:ext cx="338040" cy="476280"/>
            </p14:xfrm>
          </p:contentPart>
        </mc:Choice>
        <mc:Fallback>
          <p:pic>
            <p:nvPicPr>
              <p:cNvPr id="38" name="Ink 37">
                <a:extLst>
                  <a:ext uri="{FF2B5EF4-FFF2-40B4-BE49-F238E27FC236}">
                    <a16:creationId xmlns:a16="http://schemas.microsoft.com/office/drawing/2014/main" id="{3C742540-2F8A-2151-8B12-18578F9D4B1F}"/>
                  </a:ext>
                </a:extLst>
              </p:cNvPr>
              <p:cNvPicPr/>
              <p:nvPr/>
            </p:nvPicPr>
            <p:blipFill>
              <a:blip r:embed="rId36"/>
              <a:stretch>
                <a:fillRect/>
              </a:stretch>
            </p:blipFill>
            <p:spPr>
              <a:xfrm>
                <a:off x="4190124" y="3067805"/>
                <a:ext cx="350280" cy="4885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9" name="Ink 38">
                <a:extLst>
                  <a:ext uri="{FF2B5EF4-FFF2-40B4-BE49-F238E27FC236}">
                    <a16:creationId xmlns:a16="http://schemas.microsoft.com/office/drawing/2014/main" id="{B5AC47A9-2C3B-072E-9FA3-105581BB9A48}"/>
                  </a:ext>
                </a:extLst>
              </p14:cNvPr>
              <p14:cNvContentPartPr/>
              <p14:nvPr/>
            </p14:nvContentPartPr>
            <p14:xfrm>
              <a:off x="4503324" y="3248885"/>
              <a:ext cx="360" cy="360"/>
            </p14:xfrm>
          </p:contentPart>
        </mc:Choice>
        <mc:Fallback>
          <p:pic>
            <p:nvPicPr>
              <p:cNvPr id="39" name="Ink 38">
                <a:extLst>
                  <a:ext uri="{FF2B5EF4-FFF2-40B4-BE49-F238E27FC236}">
                    <a16:creationId xmlns:a16="http://schemas.microsoft.com/office/drawing/2014/main" id="{B5AC47A9-2C3B-072E-9FA3-105581BB9A48}"/>
                  </a:ext>
                </a:extLst>
              </p:cNvPr>
              <p:cNvPicPr/>
              <p:nvPr/>
            </p:nvPicPr>
            <p:blipFill>
              <a:blip r:embed="rId4"/>
              <a:stretch>
                <a:fillRect/>
              </a:stretch>
            </p:blipFill>
            <p:spPr>
              <a:xfrm>
                <a:off x="4497204" y="324276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0" name="Ink 39">
                <a:extLst>
                  <a:ext uri="{FF2B5EF4-FFF2-40B4-BE49-F238E27FC236}">
                    <a16:creationId xmlns:a16="http://schemas.microsoft.com/office/drawing/2014/main" id="{06F0FCC7-68E3-A2B3-B24F-B223696D5C0F}"/>
                  </a:ext>
                </a:extLst>
              </p14:cNvPr>
              <p14:cNvContentPartPr/>
              <p14:nvPr/>
            </p14:nvContentPartPr>
            <p14:xfrm>
              <a:off x="4562364" y="3207125"/>
              <a:ext cx="308880" cy="185400"/>
            </p14:xfrm>
          </p:contentPart>
        </mc:Choice>
        <mc:Fallback>
          <p:pic>
            <p:nvPicPr>
              <p:cNvPr id="40" name="Ink 39">
                <a:extLst>
                  <a:ext uri="{FF2B5EF4-FFF2-40B4-BE49-F238E27FC236}">
                    <a16:creationId xmlns:a16="http://schemas.microsoft.com/office/drawing/2014/main" id="{06F0FCC7-68E3-A2B3-B24F-B223696D5C0F}"/>
                  </a:ext>
                </a:extLst>
              </p:cNvPr>
              <p:cNvPicPr/>
              <p:nvPr/>
            </p:nvPicPr>
            <p:blipFill>
              <a:blip r:embed="rId39"/>
              <a:stretch>
                <a:fillRect/>
              </a:stretch>
            </p:blipFill>
            <p:spPr>
              <a:xfrm>
                <a:off x="4556244" y="3201005"/>
                <a:ext cx="321120" cy="197640"/>
              </a:xfrm>
              <a:prstGeom prst="rect">
                <a:avLst/>
              </a:prstGeom>
            </p:spPr>
          </p:pic>
        </mc:Fallback>
      </mc:AlternateContent>
      <p:grpSp>
        <p:nvGrpSpPr>
          <p:cNvPr id="71" name="Group 70">
            <a:extLst>
              <a:ext uri="{FF2B5EF4-FFF2-40B4-BE49-F238E27FC236}">
                <a16:creationId xmlns:a16="http://schemas.microsoft.com/office/drawing/2014/main" id="{99A94628-72BE-27D4-2022-3566F2590E53}"/>
              </a:ext>
            </a:extLst>
          </p:cNvPr>
          <p:cNvGrpSpPr/>
          <p:nvPr/>
        </p:nvGrpSpPr>
        <p:grpSpPr>
          <a:xfrm>
            <a:off x="1993764" y="4201445"/>
            <a:ext cx="4250160" cy="430200"/>
            <a:chOff x="1993764" y="4201445"/>
            <a:chExt cx="4250160" cy="430200"/>
          </a:xfrm>
        </p:grpSpPr>
        <mc:AlternateContent xmlns:mc="http://schemas.openxmlformats.org/markup-compatibility/2006">
          <mc:Choice xmlns:p14="http://schemas.microsoft.com/office/powerpoint/2010/main" Requires="p14">
            <p:contentPart p14:bwMode="auto" r:id="rId40">
              <p14:nvContentPartPr>
                <p14:cNvPr id="51" name="Ink 50">
                  <a:extLst>
                    <a:ext uri="{FF2B5EF4-FFF2-40B4-BE49-F238E27FC236}">
                      <a16:creationId xmlns:a16="http://schemas.microsoft.com/office/drawing/2014/main" id="{C27993AA-1E2B-A047-710A-ED753316E908}"/>
                    </a:ext>
                  </a:extLst>
                </p14:cNvPr>
                <p14:cNvContentPartPr/>
                <p14:nvPr/>
              </p14:nvContentPartPr>
              <p14:xfrm>
                <a:off x="1993764" y="4434365"/>
                <a:ext cx="1289520" cy="99720"/>
              </p14:xfrm>
            </p:contentPart>
          </mc:Choice>
          <mc:Fallback>
            <p:pic>
              <p:nvPicPr>
                <p:cNvPr id="51" name="Ink 50">
                  <a:extLst>
                    <a:ext uri="{FF2B5EF4-FFF2-40B4-BE49-F238E27FC236}">
                      <a16:creationId xmlns:a16="http://schemas.microsoft.com/office/drawing/2014/main" id="{C27993AA-1E2B-A047-710A-ED753316E908}"/>
                    </a:ext>
                  </a:extLst>
                </p:cNvPr>
                <p:cNvPicPr/>
                <p:nvPr/>
              </p:nvPicPr>
              <p:blipFill>
                <a:blip r:embed="rId41"/>
                <a:stretch>
                  <a:fillRect/>
                </a:stretch>
              </p:blipFill>
              <p:spPr>
                <a:xfrm>
                  <a:off x="1987644" y="4428245"/>
                  <a:ext cx="130176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52" name="Ink 51">
                  <a:extLst>
                    <a:ext uri="{FF2B5EF4-FFF2-40B4-BE49-F238E27FC236}">
                      <a16:creationId xmlns:a16="http://schemas.microsoft.com/office/drawing/2014/main" id="{CC37832F-FABD-0473-0281-2734A3DD676F}"/>
                    </a:ext>
                  </a:extLst>
                </p14:cNvPr>
                <p14:cNvContentPartPr/>
                <p14:nvPr/>
              </p14:nvContentPartPr>
              <p14:xfrm>
                <a:off x="3482364" y="4297565"/>
                <a:ext cx="33480" cy="171360"/>
              </p14:xfrm>
            </p:contentPart>
          </mc:Choice>
          <mc:Fallback>
            <p:pic>
              <p:nvPicPr>
                <p:cNvPr id="52" name="Ink 51">
                  <a:extLst>
                    <a:ext uri="{FF2B5EF4-FFF2-40B4-BE49-F238E27FC236}">
                      <a16:creationId xmlns:a16="http://schemas.microsoft.com/office/drawing/2014/main" id="{CC37832F-FABD-0473-0281-2734A3DD676F}"/>
                    </a:ext>
                  </a:extLst>
                </p:cNvPr>
                <p:cNvPicPr/>
                <p:nvPr/>
              </p:nvPicPr>
              <p:blipFill>
                <a:blip r:embed="rId43"/>
                <a:stretch>
                  <a:fillRect/>
                </a:stretch>
              </p:blipFill>
              <p:spPr>
                <a:xfrm>
                  <a:off x="3476244" y="4291445"/>
                  <a:ext cx="4572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3" name="Ink 52">
                  <a:extLst>
                    <a:ext uri="{FF2B5EF4-FFF2-40B4-BE49-F238E27FC236}">
                      <a16:creationId xmlns:a16="http://schemas.microsoft.com/office/drawing/2014/main" id="{2C4661B3-5ECC-BEF4-DD3D-FAA1E748C9E7}"/>
                    </a:ext>
                  </a:extLst>
                </p14:cNvPr>
                <p14:cNvContentPartPr/>
                <p14:nvPr/>
              </p14:nvContentPartPr>
              <p14:xfrm>
                <a:off x="3518724" y="4279565"/>
                <a:ext cx="221760" cy="228960"/>
              </p14:xfrm>
            </p:contentPart>
          </mc:Choice>
          <mc:Fallback>
            <p:pic>
              <p:nvPicPr>
                <p:cNvPr id="53" name="Ink 52">
                  <a:extLst>
                    <a:ext uri="{FF2B5EF4-FFF2-40B4-BE49-F238E27FC236}">
                      <a16:creationId xmlns:a16="http://schemas.microsoft.com/office/drawing/2014/main" id="{2C4661B3-5ECC-BEF4-DD3D-FAA1E748C9E7}"/>
                    </a:ext>
                  </a:extLst>
                </p:cNvPr>
                <p:cNvPicPr/>
                <p:nvPr/>
              </p:nvPicPr>
              <p:blipFill>
                <a:blip r:embed="rId45"/>
                <a:stretch>
                  <a:fillRect/>
                </a:stretch>
              </p:blipFill>
              <p:spPr>
                <a:xfrm>
                  <a:off x="3512604" y="4273445"/>
                  <a:ext cx="23400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4" name="Ink 53">
                  <a:extLst>
                    <a:ext uri="{FF2B5EF4-FFF2-40B4-BE49-F238E27FC236}">
                      <a16:creationId xmlns:a16="http://schemas.microsoft.com/office/drawing/2014/main" id="{C915B915-9B34-92F7-04B9-935402B4A88A}"/>
                    </a:ext>
                  </a:extLst>
                </p14:cNvPr>
                <p14:cNvContentPartPr/>
                <p14:nvPr/>
              </p14:nvContentPartPr>
              <p14:xfrm>
                <a:off x="3776124" y="4299365"/>
                <a:ext cx="110880" cy="196200"/>
              </p14:xfrm>
            </p:contentPart>
          </mc:Choice>
          <mc:Fallback>
            <p:pic>
              <p:nvPicPr>
                <p:cNvPr id="54" name="Ink 53">
                  <a:extLst>
                    <a:ext uri="{FF2B5EF4-FFF2-40B4-BE49-F238E27FC236}">
                      <a16:creationId xmlns:a16="http://schemas.microsoft.com/office/drawing/2014/main" id="{C915B915-9B34-92F7-04B9-935402B4A88A}"/>
                    </a:ext>
                  </a:extLst>
                </p:cNvPr>
                <p:cNvPicPr/>
                <p:nvPr/>
              </p:nvPicPr>
              <p:blipFill>
                <a:blip r:embed="rId47"/>
                <a:stretch>
                  <a:fillRect/>
                </a:stretch>
              </p:blipFill>
              <p:spPr>
                <a:xfrm>
                  <a:off x="3770004" y="4293245"/>
                  <a:ext cx="12312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5" name="Ink 54">
                  <a:extLst>
                    <a:ext uri="{FF2B5EF4-FFF2-40B4-BE49-F238E27FC236}">
                      <a16:creationId xmlns:a16="http://schemas.microsoft.com/office/drawing/2014/main" id="{B083788E-C267-4F8B-950B-3AE175C64661}"/>
                    </a:ext>
                  </a:extLst>
                </p14:cNvPr>
                <p14:cNvContentPartPr/>
                <p14:nvPr/>
              </p14:nvContentPartPr>
              <p14:xfrm>
                <a:off x="3957924" y="4308725"/>
                <a:ext cx="86760" cy="163800"/>
              </p14:xfrm>
            </p:contentPart>
          </mc:Choice>
          <mc:Fallback>
            <p:pic>
              <p:nvPicPr>
                <p:cNvPr id="55" name="Ink 54">
                  <a:extLst>
                    <a:ext uri="{FF2B5EF4-FFF2-40B4-BE49-F238E27FC236}">
                      <a16:creationId xmlns:a16="http://schemas.microsoft.com/office/drawing/2014/main" id="{B083788E-C267-4F8B-950B-3AE175C64661}"/>
                    </a:ext>
                  </a:extLst>
                </p:cNvPr>
                <p:cNvPicPr/>
                <p:nvPr/>
              </p:nvPicPr>
              <p:blipFill>
                <a:blip r:embed="rId49"/>
                <a:stretch>
                  <a:fillRect/>
                </a:stretch>
              </p:blipFill>
              <p:spPr>
                <a:xfrm>
                  <a:off x="3951804" y="4302605"/>
                  <a:ext cx="9900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6" name="Ink 55">
                  <a:extLst>
                    <a:ext uri="{FF2B5EF4-FFF2-40B4-BE49-F238E27FC236}">
                      <a16:creationId xmlns:a16="http://schemas.microsoft.com/office/drawing/2014/main" id="{0BFD491C-3E21-33DD-BD83-99E379FE6651}"/>
                    </a:ext>
                  </a:extLst>
                </p14:cNvPr>
                <p14:cNvContentPartPr/>
                <p14:nvPr/>
              </p14:nvContentPartPr>
              <p14:xfrm>
                <a:off x="4094724" y="4265165"/>
                <a:ext cx="119880" cy="366480"/>
              </p14:xfrm>
            </p:contentPart>
          </mc:Choice>
          <mc:Fallback>
            <p:pic>
              <p:nvPicPr>
                <p:cNvPr id="56" name="Ink 55">
                  <a:extLst>
                    <a:ext uri="{FF2B5EF4-FFF2-40B4-BE49-F238E27FC236}">
                      <a16:creationId xmlns:a16="http://schemas.microsoft.com/office/drawing/2014/main" id="{0BFD491C-3E21-33DD-BD83-99E379FE6651}"/>
                    </a:ext>
                  </a:extLst>
                </p:cNvPr>
                <p:cNvPicPr/>
                <p:nvPr/>
              </p:nvPicPr>
              <p:blipFill>
                <a:blip r:embed="rId51"/>
                <a:stretch>
                  <a:fillRect/>
                </a:stretch>
              </p:blipFill>
              <p:spPr>
                <a:xfrm>
                  <a:off x="4088604" y="4259045"/>
                  <a:ext cx="132120" cy="378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7" name="Ink 56">
                  <a:extLst>
                    <a:ext uri="{FF2B5EF4-FFF2-40B4-BE49-F238E27FC236}">
                      <a16:creationId xmlns:a16="http://schemas.microsoft.com/office/drawing/2014/main" id="{B866BD10-98F1-81AE-3B7C-2A290E326BFA}"/>
                    </a:ext>
                  </a:extLst>
                </p14:cNvPr>
                <p14:cNvContentPartPr/>
                <p14:nvPr/>
              </p14:nvContentPartPr>
              <p14:xfrm>
                <a:off x="4308924" y="4263365"/>
                <a:ext cx="180000" cy="232560"/>
              </p14:xfrm>
            </p:contentPart>
          </mc:Choice>
          <mc:Fallback>
            <p:pic>
              <p:nvPicPr>
                <p:cNvPr id="57" name="Ink 56">
                  <a:extLst>
                    <a:ext uri="{FF2B5EF4-FFF2-40B4-BE49-F238E27FC236}">
                      <a16:creationId xmlns:a16="http://schemas.microsoft.com/office/drawing/2014/main" id="{B866BD10-98F1-81AE-3B7C-2A290E326BFA}"/>
                    </a:ext>
                  </a:extLst>
                </p:cNvPr>
                <p:cNvPicPr/>
                <p:nvPr/>
              </p:nvPicPr>
              <p:blipFill>
                <a:blip r:embed="rId53"/>
                <a:stretch>
                  <a:fillRect/>
                </a:stretch>
              </p:blipFill>
              <p:spPr>
                <a:xfrm>
                  <a:off x="4302804" y="4257245"/>
                  <a:ext cx="19224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8" name="Ink 57">
                  <a:extLst>
                    <a:ext uri="{FF2B5EF4-FFF2-40B4-BE49-F238E27FC236}">
                      <a16:creationId xmlns:a16="http://schemas.microsoft.com/office/drawing/2014/main" id="{709413C0-55AA-5A9F-5324-2570CA27FDD7}"/>
                    </a:ext>
                  </a:extLst>
                </p14:cNvPr>
                <p14:cNvContentPartPr/>
                <p14:nvPr/>
              </p14:nvContentPartPr>
              <p14:xfrm>
                <a:off x="4513044" y="4405205"/>
                <a:ext cx="156240" cy="74160"/>
              </p14:xfrm>
            </p:contentPart>
          </mc:Choice>
          <mc:Fallback>
            <p:pic>
              <p:nvPicPr>
                <p:cNvPr id="58" name="Ink 57">
                  <a:extLst>
                    <a:ext uri="{FF2B5EF4-FFF2-40B4-BE49-F238E27FC236}">
                      <a16:creationId xmlns:a16="http://schemas.microsoft.com/office/drawing/2014/main" id="{709413C0-55AA-5A9F-5324-2570CA27FDD7}"/>
                    </a:ext>
                  </a:extLst>
                </p:cNvPr>
                <p:cNvPicPr/>
                <p:nvPr/>
              </p:nvPicPr>
              <p:blipFill>
                <a:blip r:embed="rId55"/>
                <a:stretch>
                  <a:fillRect/>
                </a:stretch>
              </p:blipFill>
              <p:spPr>
                <a:xfrm>
                  <a:off x="4506924" y="4399085"/>
                  <a:ext cx="16848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9" name="Ink 58">
                  <a:extLst>
                    <a:ext uri="{FF2B5EF4-FFF2-40B4-BE49-F238E27FC236}">
                      <a16:creationId xmlns:a16="http://schemas.microsoft.com/office/drawing/2014/main" id="{7617B1AC-A618-02AA-39DE-6AEE78DF4977}"/>
                    </a:ext>
                  </a:extLst>
                </p14:cNvPr>
                <p14:cNvContentPartPr/>
                <p14:nvPr/>
              </p14:nvContentPartPr>
              <p14:xfrm>
                <a:off x="4720764" y="4347605"/>
                <a:ext cx="45360" cy="160920"/>
              </p14:xfrm>
            </p:contentPart>
          </mc:Choice>
          <mc:Fallback>
            <p:pic>
              <p:nvPicPr>
                <p:cNvPr id="59" name="Ink 58">
                  <a:extLst>
                    <a:ext uri="{FF2B5EF4-FFF2-40B4-BE49-F238E27FC236}">
                      <a16:creationId xmlns:a16="http://schemas.microsoft.com/office/drawing/2014/main" id="{7617B1AC-A618-02AA-39DE-6AEE78DF4977}"/>
                    </a:ext>
                  </a:extLst>
                </p:cNvPr>
                <p:cNvPicPr/>
                <p:nvPr/>
              </p:nvPicPr>
              <p:blipFill>
                <a:blip r:embed="rId57"/>
                <a:stretch>
                  <a:fillRect/>
                </a:stretch>
              </p:blipFill>
              <p:spPr>
                <a:xfrm>
                  <a:off x="4714644" y="4341485"/>
                  <a:ext cx="5760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0" name="Ink 59">
                  <a:extLst>
                    <a:ext uri="{FF2B5EF4-FFF2-40B4-BE49-F238E27FC236}">
                      <a16:creationId xmlns:a16="http://schemas.microsoft.com/office/drawing/2014/main" id="{B9118E0D-E0AC-5216-6590-930ED406241E}"/>
                    </a:ext>
                  </a:extLst>
                </p14:cNvPr>
                <p14:cNvContentPartPr/>
                <p14:nvPr/>
              </p14:nvContentPartPr>
              <p14:xfrm>
                <a:off x="4814724" y="4269845"/>
                <a:ext cx="40320" cy="221040"/>
              </p14:xfrm>
            </p:contentPart>
          </mc:Choice>
          <mc:Fallback>
            <p:pic>
              <p:nvPicPr>
                <p:cNvPr id="60" name="Ink 59">
                  <a:extLst>
                    <a:ext uri="{FF2B5EF4-FFF2-40B4-BE49-F238E27FC236}">
                      <a16:creationId xmlns:a16="http://schemas.microsoft.com/office/drawing/2014/main" id="{B9118E0D-E0AC-5216-6590-930ED406241E}"/>
                    </a:ext>
                  </a:extLst>
                </p:cNvPr>
                <p:cNvPicPr/>
                <p:nvPr/>
              </p:nvPicPr>
              <p:blipFill>
                <a:blip r:embed="rId59"/>
                <a:stretch>
                  <a:fillRect/>
                </a:stretch>
              </p:blipFill>
              <p:spPr>
                <a:xfrm>
                  <a:off x="4808604" y="4263725"/>
                  <a:ext cx="5256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1" name="Ink 60">
                  <a:extLst>
                    <a:ext uri="{FF2B5EF4-FFF2-40B4-BE49-F238E27FC236}">
                      <a16:creationId xmlns:a16="http://schemas.microsoft.com/office/drawing/2014/main" id="{B91B5299-5C29-09FF-162A-9B07C735A564}"/>
                    </a:ext>
                  </a:extLst>
                </p14:cNvPr>
                <p14:cNvContentPartPr/>
                <p14:nvPr/>
              </p14:nvContentPartPr>
              <p14:xfrm>
                <a:off x="4780884" y="4328525"/>
                <a:ext cx="112320" cy="34200"/>
              </p14:xfrm>
            </p:contentPart>
          </mc:Choice>
          <mc:Fallback>
            <p:pic>
              <p:nvPicPr>
                <p:cNvPr id="61" name="Ink 60">
                  <a:extLst>
                    <a:ext uri="{FF2B5EF4-FFF2-40B4-BE49-F238E27FC236}">
                      <a16:creationId xmlns:a16="http://schemas.microsoft.com/office/drawing/2014/main" id="{B91B5299-5C29-09FF-162A-9B07C735A564}"/>
                    </a:ext>
                  </a:extLst>
                </p:cNvPr>
                <p:cNvPicPr/>
                <p:nvPr/>
              </p:nvPicPr>
              <p:blipFill>
                <a:blip r:embed="rId61"/>
                <a:stretch>
                  <a:fillRect/>
                </a:stretch>
              </p:blipFill>
              <p:spPr>
                <a:xfrm>
                  <a:off x="4774764" y="4322405"/>
                  <a:ext cx="12456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2" name="Ink 61">
                  <a:extLst>
                    <a:ext uri="{FF2B5EF4-FFF2-40B4-BE49-F238E27FC236}">
                      <a16:creationId xmlns:a16="http://schemas.microsoft.com/office/drawing/2014/main" id="{FBB5046F-2B7E-5376-E59D-C382EAFA5F2A}"/>
                    </a:ext>
                  </a:extLst>
                </p14:cNvPr>
                <p14:cNvContentPartPr/>
                <p14:nvPr/>
              </p14:nvContentPartPr>
              <p14:xfrm>
                <a:off x="5136204" y="4201445"/>
                <a:ext cx="149040" cy="275760"/>
              </p14:xfrm>
            </p:contentPart>
          </mc:Choice>
          <mc:Fallback>
            <p:pic>
              <p:nvPicPr>
                <p:cNvPr id="62" name="Ink 61">
                  <a:extLst>
                    <a:ext uri="{FF2B5EF4-FFF2-40B4-BE49-F238E27FC236}">
                      <a16:creationId xmlns:a16="http://schemas.microsoft.com/office/drawing/2014/main" id="{FBB5046F-2B7E-5376-E59D-C382EAFA5F2A}"/>
                    </a:ext>
                  </a:extLst>
                </p:cNvPr>
                <p:cNvPicPr/>
                <p:nvPr/>
              </p:nvPicPr>
              <p:blipFill>
                <a:blip r:embed="rId63"/>
                <a:stretch>
                  <a:fillRect/>
                </a:stretch>
              </p:blipFill>
              <p:spPr>
                <a:xfrm>
                  <a:off x="5130084" y="4195325"/>
                  <a:ext cx="1612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3" name="Ink 62">
                  <a:extLst>
                    <a:ext uri="{FF2B5EF4-FFF2-40B4-BE49-F238E27FC236}">
                      <a16:creationId xmlns:a16="http://schemas.microsoft.com/office/drawing/2014/main" id="{B95195E1-2C43-C38A-96A1-148AD7BA58F5}"/>
                    </a:ext>
                  </a:extLst>
                </p14:cNvPr>
                <p14:cNvContentPartPr/>
                <p14:nvPr/>
              </p14:nvContentPartPr>
              <p14:xfrm>
                <a:off x="5106324" y="4368845"/>
                <a:ext cx="108000" cy="37440"/>
              </p14:xfrm>
            </p:contentPart>
          </mc:Choice>
          <mc:Fallback>
            <p:pic>
              <p:nvPicPr>
                <p:cNvPr id="63" name="Ink 62">
                  <a:extLst>
                    <a:ext uri="{FF2B5EF4-FFF2-40B4-BE49-F238E27FC236}">
                      <a16:creationId xmlns:a16="http://schemas.microsoft.com/office/drawing/2014/main" id="{B95195E1-2C43-C38A-96A1-148AD7BA58F5}"/>
                    </a:ext>
                  </a:extLst>
                </p:cNvPr>
                <p:cNvPicPr/>
                <p:nvPr/>
              </p:nvPicPr>
              <p:blipFill>
                <a:blip r:embed="rId65"/>
                <a:stretch>
                  <a:fillRect/>
                </a:stretch>
              </p:blipFill>
              <p:spPr>
                <a:xfrm>
                  <a:off x="5100204" y="4362725"/>
                  <a:ext cx="1202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4" name="Ink 63">
                  <a:extLst>
                    <a:ext uri="{FF2B5EF4-FFF2-40B4-BE49-F238E27FC236}">
                      <a16:creationId xmlns:a16="http://schemas.microsoft.com/office/drawing/2014/main" id="{5F252035-A88E-93F0-6240-E1FB088D1D18}"/>
                    </a:ext>
                  </a:extLst>
                </p14:cNvPr>
                <p14:cNvContentPartPr/>
                <p14:nvPr/>
              </p14:nvContentPartPr>
              <p14:xfrm>
                <a:off x="5301444" y="4323845"/>
                <a:ext cx="161640" cy="133920"/>
              </p14:xfrm>
            </p:contentPart>
          </mc:Choice>
          <mc:Fallback>
            <p:pic>
              <p:nvPicPr>
                <p:cNvPr id="64" name="Ink 63">
                  <a:extLst>
                    <a:ext uri="{FF2B5EF4-FFF2-40B4-BE49-F238E27FC236}">
                      <a16:creationId xmlns:a16="http://schemas.microsoft.com/office/drawing/2014/main" id="{5F252035-A88E-93F0-6240-E1FB088D1D18}"/>
                    </a:ext>
                  </a:extLst>
                </p:cNvPr>
                <p:cNvPicPr/>
                <p:nvPr/>
              </p:nvPicPr>
              <p:blipFill>
                <a:blip r:embed="rId67"/>
                <a:stretch>
                  <a:fillRect/>
                </a:stretch>
              </p:blipFill>
              <p:spPr>
                <a:xfrm>
                  <a:off x="5295324" y="4317725"/>
                  <a:ext cx="17388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5" name="Ink 64">
                  <a:extLst>
                    <a:ext uri="{FF2B5EF4-FFF2-40B4-BE49-F238E27FC236}">
                      <a16:creationId xmlns:a16="http://schemas.microsoft.com/office/drawing/2014/main" id="{2ED63405-DB98-BA5A-BAE9-78D537011148}"/>
                    </a:ext>
                  </a:extLst>
                </p14:cNvPr>
                <p14:cNvContentPartPr/>
                <p14:nvPr/>
              </p14:nvContentPartPr>
              <p14:xfrm>
                <a:off x="5504844" y="4289285"/>
                <a:ext cx="78840" cy="172080"/>
              </p14:xfrm>
            </p:contentPart>
          </mc:Choice>
          <mc:Fallback>
            <p:pic>
              <p:nvPicPr>
                <p:cNvPr id="65" name="Ink 64">
                  <a:extLst>
                    <a:ext uri="{FF2B5EF4-FFF2-40B4-BE49-F238E27FC236}">
                      <a16:creationId xmlns:a16="http://schemas.microsoft.com/office/drawing/2014/main" id="{2ED63405-DB98-BA5A-BAE9-78D537011148}"/>
                    </a:ext>
                  </a:extLst>
                </p:cNvPr>
                <p:cNvPicPr/>
                <p:nvPr/>
              </p:nvPicPr>
              <p:blipFill>
                <a:blip r:embed="rId69"/>
                <a:stretch>
                  <a:fillRect/>
                </a:stretch>
              </p:blipFill>
              <p:spPr>
                <a:xfrm>
                  <a:off x="5498724" y="4283165"/>
                  <a:ext cx="9108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6" name="Ink 65">
                  <a:extLst>
                    <a:ext uri="{FF2B5EF4-FFF2-40B4-BE49-F238E27FC236}">
                      <a16:creationId xmlns:a16="http://schemas.microsoft.com/office/drawing/2014/main" id="{6C094BD8-B3E6-51D7-2C21-296261DE7CA2}"/>
                    </a:ext>
                  </a:extLst>
                </p14:cNvPr>
                <p14:cNvContentPartPr/>
                <p14:nvPr/>
              </p14:nvContentPartPr>
              <p14:xfrm>
                <a:off x="5593044" y="4260485"/>
                <a:ext cx="49680" cy="185040"/>
              </p14:xfrm>
            </p:contentPart>
          </mc:Choice>
          <mc:Fallback>
            <p:pic>
              <p:nvPicPr>
                <p:cNvPr id="66" name="Ink 65">
                  <a:extLst>
                    <a:ext uri="{FF2B5EF4-FFF2-40B4-BE49-F238E27FC236}">
                      <a16:creationId xmlns:a16="http://schemas.microsoft.com/office/drawing/2014/main" id="{6C094BD8-B3E6-51D7-2C21-296261DE7CA2}"/>
                    </a:ext>
                  </a:extLst>
                </p:cNvPr>
                <p:cNvPicPr/>
                <p:nvPr/>
              </p:nvPicPr>
              <p:blipFill>
                <a:blip r:embed="rId71"/>
                <a:stretch>
                  <a:fillRect/>
                </a:stretch>
              </p:blipFill>
              <p:spPr>
                <a:xfrm>
                  <a:off x="5586924" y="4254365"/>
                  <a:ext cx="6192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7" name="Ink 66">
                  <a:extLst>
                    <a:ext uri="{FF2B5EF4-FFF2-40B4-BE49-F238E27FC236}">
                      <a16:creationId xmlns:a16="http://schemas.microsoft.com/office/drawing/2014/main" id="{63622B07-5001-2ED0-5D9A-14698D189261}"/>
                    </a:ext>
                  </a:extLst>
                </p14:cNvPr>
                <p14:cNvContentPartPr/>
                <p14:nvPr/>
              </p14:nvContentPartPr>
              <p14:xfrm>
                <a:off x="5612484" y="4339325"/>
                <a:ext cx="77040" cy="38160"/>
              </p14:xfrm>
            </p:contentPart>
          </mc:Choice>
          <mc:Fallback>
            <p:pic>
              <p:nvPicPr>
                <p:cNvPr id="67" name="Ink 66">
                  <a:extLst>
                    <a:ext uri="{FF2B5EF4-FFF2-40B4-BE49-F238E27FC236}">
                      <a16:creationId xmlns:a16="http://schemas.microsoft.com/office/drawing/2014/main" id="{63622B07-5001-2ED0-5D9A-14698D189261}"/>
                    </a:ext>
                  </a:extLst>
                </p:cNvPr>
                <p:cNvPicPr/>
                <p:nvPr/>
              </p:nvPicPr>
              <p:blipFill>
                <a:blip r:embed="rId73"/>
                <a:stretch>
                  <a:fillRect/>
                </a:stretch>
              </p:blipFill>
              <p:spPr>
                <a:xfrm>
                  <a:off x="5606364" y="4333205"/>
                  <a:ext cx="8928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8" name="Ink 67">
                  <a:extLst>
                    <a:ext uri="{FF2B5EF4-FFF2-40B4-BE49-F238E27FC236}">
                      <a16:creationId xmlns:a16="http://schemas.microsoft.com/office/drawing/2014/main" id="{F45A83BD-C3F8-9A37-07DC-F13AB443556C}"/>
                    </a:ext>
                  </a:extLst>
                </p14:cNvPr>
                <p14:cNvContentPartPr/>
                <p14:nvPr/>
              </p14:nvContentPartPr>
              <p14:xfrm>
                <a:off x="5690244" y="4309805"/>
                <a:ext cx="89640" cy="110880"/>
              </p14:xfrm>
            </p:contentPart>
          </mc:Choice>
          <mc:Fallback>
            <p:pic>
              <p:nvPicPr>
                <p:cNvPr id="68" name="Ink 67">
                  <a:extLst>
                    <a:ext uri="{FF2B5EF4-FFF2-40B4-BE49-F238E27FC236}">
                      <a16:creationId xmlns:a16="http://schemas.microsoft.com/office/drawing/2014/main" id="{F45A83BD-C3F8-9A37-07DC-F13AB443556C}"/>
                    </a:ext>
                  </a:extLst>
                </p:cNvPr>
                <p:cNvPicPr/>
                <p:nvPr/>
              </p:nvPicPr>
              <p:blipFill>
                <a:blip r:embed="rId75"/>
                <a:stretch>
                  <a:fillRect/>
                </a:stretch>
              </p:blipFill>
              <p:spPr>
                <a:xfrm>
                  <a:off x="5684124" y="4303685"/>
                  <a:ext cx="1018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9" name="Ink 68">
                  <a:extLst>
                    <a:ext uri="{FF2B5EF4-FFF2-40B4-BE49-F238E27FC236}">
                      <a16:creationId xmlns:a16="http://schemas.microsoft.com/office/drawing/2014/main" id="{58BB6ED4-B5B1-C234-6303-247A0CD03D3A}"/>
                    </a:ext>
                  </a:extLst>
                </p14:cNvPr>
                <p14:cNvContentPartPr/>
                <p14:nvPr/>
              </p14:nvContentPartPr>
              <p14:xfrm>
                <a:off x="5778444" y="4242125"/>
                <a:ext cx="298440" cy="243720"/>
              </p14:xfrm>
            </p:contentPart>
          </mc:Choice>
          <mc:Fallback>
            <p:pic>
              <p:nvPicPr>
                <p:cNvPr id="69" name="Ink 68">
                  <a:extLst>
                    <a:ext uri="{FF2B5EF4-FFF2-40B4-BE49-F238E27FC236}">
                      <a16:creationId xmlns:a16="http://schemas.microsoft.com/office/drawing/2014/main" id="{58BB6ED4-B5B1-C234-6303-247A0CD03D3A}"/>
                    </a:ext>
                  </a:extLst>
                </p:cNvPr>
                <p:cNvPicPr/>
                <p:nvPr/>
              </p:nvPicPr>
              <p:blipFill>
                <a:blip r:embed="rId77"/>
                <a:stretch>
                  <a:fillRect/>
                </a:stretch>
              </p:blipFill>
              <p:spPr>
                <a:xfrm>
                  <a:off x="5772324" y="4236005"/>
                  <a:ext cx="31068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0" name="Ink 69">
                  <a:extLst>
                    <a:ext uri="{FF2B5EF4-FFF2-40B4-BE49-F238E27FC236}">
                      <a16:creationId xmlns:a16="http://schemas.microsoft.com/office/drawing/2014/main" id="{489BCF3D-A850-B60D-3275-E4EE2F75BF64}"/>
                    </a:ext>
                  </a:extLst>
                </p14:cNvPr>
                <p14:cNvContentPartPr/>
                <p14:nvPr/>
              </p14:nvContentPartPr>
              <p14:xfrm>
                <a:off x="6108564" y="4309085"/>
                <a:ext cx="135360" cy="128520"/>
              </p14:xfrm>
            </p:contentPart>
          </mc:Choice>
          <mc:Fallback>
            <p:pic>
              <p:nvPicPr>
                <p:cNvPr id="70" name="Ink 69">
                  <a:extLst>
                    <a:ext uri="{FF2B5EF4-FFF2-40B4-BE49-F238E27FC236}">
                      <a16:creationId xmlns:a16="http://schemas.microsoft.com/office/drawing/2014/main" id="{489BCF3D-A850-B60D-3275-E4EE2F75BF64}"/>
                    </a:ext>
                  </a:extLst>
                </p:cNvPr>
                <p:cNvPicPr/>
                <p:nvPr/>
              </p:nvPicPr>
              <p:blipFill>
                <a:blip r:embed="rId79"/>
                <a:stretch>
                  <a:fillRect/>
                </a:stretch>
              </p:blipFill>
              <p:spPr>
                <a:xfrm>
                  <a:off x="6102444" y="4302965"/>
                  <a:ext cx="147600" cy="140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0">
            <p14:nvContentPartPr>
              <p14:cNvPr id="72" name="Ink 71">
                <a:extLst>
                  <a:ext uri="{FF2B5EF4-FFF2-40B4-BE49-F238E27FC236}">
                    <a16:creationId xmlns:a16="http://schemas.microsoft.com/office/drawing/2014/main" id="{61DF2D65-2300-A332-DAE3-E99C8494BCBA}"/>
                  </a:ext>
                </a:extLst>
              </p14:cNvPr>
              <p14:cNvContentPartPr/>
              <p14:nvPr/>
            </p14:nvContentPartPr>
            <p14:xfrm>
              <a:off x="2052084" y="3832445"/>
              <a:ext cx="748440" cy="20520"/>
            </p14:xfrm>
          </p:contentPart>
        </mc:Choice>
        <mc:Fallback>
          <p:pic>
            <p:nvPicPr>
              <p:cNvPr id="72" name="Ink 71">
                <a:extLst>
                  <a:ext uri="{FF2B5EF4-FFF2-40B4-BE49-F238E27FC236}">
                    <a16:creationId xmlns:a16="http://schemas.microsoft.com/office/drawing/2014/main" id="{61DF2D65-2300-A332-DAE3-E99C8494BCBA}"/>
                  </a:ext>
                </a:extLst>
              </p:cNvPr>
              <p:cNvPicPr/>
              <p:nvPr/>
            </p:nvPicPr>
            <p:blipFill>
              <a:blip r:embed="rId81"/>
              <a:stretch>
                <a:fillRect/>
              </a:stretch>
            </p:blipFill>
            <p:spPr>
              <a:xfrm>
                <a:off x="2045964" y="3826325"/>
                <a:ext cx="760680" cy="32760"/>
              </a:xfrm>
              <a:prstGeom prst="rect">
                <a:avLst/>
              </a:prstGeom>
            </p:spPr>
          </p:pic>
        </mc:Fallback>
      </mc:AlternateContent>
      <p:grpSp>
        <p:nvGrpSpPr>
          <p:cNvPr id="87" name="Group 86">
            <a:extLst>
              <a:ext uri="{FF2B5EF4-FFF2-40B4-BE49-F238E27FC236}">
                <a16:creationId xmlns:a16="http://schemas.microsoft.com/office/drawing/2014/main" id="{3D6E9835-8EAB-FAB9-FE85-87EC3616C2ED}"/>
              </a:ext>
            </a:extLst>
          </p:cNvPr>
          <p:cNvGrpSpPr/>
          <p:nvPr/>
        </p:nvGrpSpPr>
        <p:grpSpPr>
          <a:xfrm>
            <a:off x="2091324" y="3579365"/>
            <a:ext cx="4294080" cy="487440"/>
            <a:chOff x="2091324" y="3579365"/>
            <a:chExt cx="4294080" cy="487440"/>
          </a:xfrm>
        </p:grpSpPr>
        <mc:AlternateContent xmlns:mc="http://schemas.openxmlformats.org/markup-compatibility/2006">
          <mc:Choice xmlns:p14="http://schemas.microsoft.com/office/powerpoint/2010/main" Requires="p14">
            <p:contentPart p14:bwMode="auto" r:id="rId82">
              <p14:nvContentPartPr>
                <p14:cNvPr id="42" name="Ink 41">
                  <a:extLst>
                    <a:ext uri="{FF2B5EF4-FFF2-40B4-BE49-F238E27FC236}">
                      <a16:creationId xmlns:a16="http://schemas.microsoft.com/office/drawing/2014/main" id="{F98333F0-1DFD-57AF-0866-DD9A94CE113B}"/>
                    </a:ext>
                  </a:extLst>
                </p14:cNvPr>
                <p14:cNvContentPartPr/>
                <p14:nvPr/>
              </p14:nvContentPartPr>
              <p14:xfrm>
                <a:off x="2127684" y="3579365"/>
                <a:ext cx="265320" cy="197640"/>
              </p14:xfrm>
            </p:contentPart>
          </mc:Choice>
          <mc:Fallback>
            <p:pic>
              <p:nvPicPr>
                <p:cNvPr id="42" name="Ink 41">
                  <a:extLst>
                    <a:ext uri="{FF2B5EF4-FFF2-40B4-BE49-F238E27FC236}">
                      <a16:creationId xmlns:a16="http://schemas.microsoft.com/office/drawing/2014/main" id="{F98333F0-1DFD-57AF-0866-DD9A94CE113B}"/>
                    </a:ext>
                  </a:extLst>
                </p:cNvPr>
                <p:cNvPicPr/>
                <p:nvPr/>
              </p:nvPicPr>
              <p:blipFill>
                <a:blip r:embed="rId83"/>
                <a:stretch>
                  <a:fillRect/>
                </a:stretch>
              </p:blipFill>
              <p:spPr>
                <a:xfrm>
                  <a:off x="2121564" y="3573245"/>
                  <a:ext cx="27756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3" name="Ink 42">
                  <a:extLst>
                    <a:ext uri="{FF2B5EF4-FFF2-40B4-BE49-F238E27FC236}">
                      <a16:creationId xmlns:a16="http://schemas.microsoft.com/office/drawing/2014/main" id="{54DE268A-D8E7-B9AA-741E-269273BDBCEB}"/>
                    </a:ext>
                  </a:extLst>
                </p14:cNvPr>
                <p14:cNvContentPartPr/>
                <p14:nvPr/>
              </p14:nvContentPartPr>
              <p14:xfrm>
                <a:off x="2091324" y="3637685"/>
                <a:ext cx="232200" cy="132840"/>
              </p14:xfrm>
            </p:contentPart>
          </mc:Choice>
          <mc:Fallback>
            <p:pic>
              <p:nvPicPr>
                <p:cNvPr id="43" name="Ink 42">
                  <a:extLst>
                    <a:ext uri="{FF2B5EF4-FFF2-40B4-BE49-F238E27FC236}">
                      <a16:creationId xmlns:a16="http://schemas.microsoft.com/office/drawing/2014/main" id="{54DE268A-D8E7-B9AA-741E-269273BDBCEB}"/>
                    </a:ext>
                  </a:extLst>
                </p:cNvPr>
                <p:cNvPicPr/>
                <p:nvPr/>
              </p:nvPicPr>
              <p:blipFill>
                <a:blip r:embed="rId85"/>
                <a:stretch>
                  <a:fillRect/>
                </a:stretch>
              </p:blipFill>
              <p:spPr>
                <a:xfrm>
                  <a:off x="2085204" y="3631565"/>
                  <a:ext cx="24444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5" name="Ink 44">
                  <a:extLst>
                    <a:ext uri="{FF2B5EF4-FFF2-40B4-BE49-F238E27FC236}">
                      <a16:creationId xmlns:a16="http://schemas.microsoft.com/office/drawing/2014/main" id="{57632DBB-1C73-C699-6F07-4AF96903C031}"/>
                    </a:ext>
                  </a:extLst>
                </p14:cNvPr>
                <p14:cNvContentPartPr/>
                <p14:nvPr/>
              </p14:nvContentPartPr>
              <p14:xfrm>
                <a:off x="2363124" y="3616085"/>
                <a:ext cx="545040" cy="175680"/>
              </p14:xfrm>
            </p:contentPart>
          </mc:Choice>
          <mc:Fallback>
            <p:pic>
              <p:nvPicPr>
                <p:cNvPr id="45" name="Ink 44">
                  <a:extLst>
                    <a:ext uri="{FF2B5EF4-FFF2-40B4-BE49-F238E27FC236}">
                      <a16:creationId xmlns:a16="http://schemas.microsoft.com/office/drawing/2014/main" id="{57632DBB-1C73-C699-6F07-4AF96903C031}"/>
                    </a:ext>
                  </a:extLst>
                </p:cNvPr>
                <p:cNvPicPr/>
                <p:nvPr/>
              </p:nvPicPr>
              <p:blipFill>
                <a:blip r:embed="rId87"/>
                <a:stretch>
                  <a:fillRect/>
                </a:stretch>
              </p:blipFill>
              <p:spPr>
                <a:xfrm>
                  <a:off x="2357004" y="3609965"/>
                  <a:ext cx="55728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6" name="Ink 45">
                  <a:extLst>
                    <a:ext uri="{FF2B5EF4-FFF2-40B4-BE49-F238E27FC236}">
                      <a16:creationId xmlns:a16="http://schemas.microsoft.com/office/drawing/2014/main" id="{EFE578D0-25D9-0642-F47E-765B67447DA2}"/>
                    </a:ext>
                  </a:extLst>
                </p14:cNvPr>
                <p14:cNvContentPartPr/>
                <p14:nvPr/>
              </p14:nvContentPartPr>
              <p14:xfrm>
                <a:off x="2997804" y="3705725"/>
                <a:ext cx="315720" cy="220680"/>
              </p14:xfrm>
            </p:contentPart>
          </mc:Choice>
          <mc:Fallback>
            <p:pic>
              <p:nvPicPr>
                <p:cNvPr id="46" name="Ink 45">
                  <a:extLst>
                    <a:ext uri="{FF2B5EF4-FFF2-40B4-BE49-F238E27FC236}">
                      <a16:creationId xmlns:a16="http://schemas.microsoft.com/office/drawing/2014/main" id="{EFE578D0-25D9-0642-F47E-765B67447DA2}"/>
                    </a:ext>
                  </a:extLst>
                </p:cNvPr>
                <p:cNvPicPr/>
                <p:nvPr/>
              </p:nvPicPr>
              <p:blipFill>
                <a:blip r:embed="rId89"/>
                <a:stretch>
                  <a:fillRect/>
                </a:stretch>
              </p:blipFill>
              <p:spPr>
                <a:xfrm>
                  <a:off x="2991684" y="3699605"/>
                  <a:ext cx="32796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47" name="Ink 46">
                  <a:extLst>
                    <a:ext uri="{FF2B5EF4-FFF2-40B4-BE49-F238E27FC236}">
                      <a16:creationId xmlns:a16="http://schemas.microsoft.com/office/drawing/2014/main" id="{67A1FDBD-E99A-0171-6803-AD965F4B2810}"/>
                    </a:ext>
                  </a:extLst>
                </p14:cNvPr>
                <p14:cNvContentPartPr/>
                <p14:nvPr/>
              </p14:nvContentPartPr>
              <p14:xfrm>
                <a:off x="3355644" y="3739205"/>
                <a:ext cx="54360" cy="169920"/>
              </p14:xfrm>
            </p:contentPart>
          </mc:Choice>
          <mc:Fallback>
            <p:pic>
              <p:nvPicPr>
                <p:cNvPr id="47" name="Ink 46">
                  <a:extLst>
                    <a:ext uri="{FF2B5EF4-FFF2-40B4-BE49-F238E27FC236}">
                      <a16:creationId xmlns:a16="http://schemas.microsoft.com/office/drawing/2014/main" id="{67A1FDBD-E99A-0171-6803-AD965F4B2810}"/>
                    </a:ext>
                  </a:extLst>
                </p:cNvPr>
                <p:cNvPicPr/>
                <p:nvPr/>
              </p:nvPicPr>
              <p:blipFill>
                <a:blip r:embed="rId91"/>
                <a:stretch>
                  <a:fillRect/>
                </a:stretch>
              </p:blipFill>
              <p:spPr>
                <a:xfrm>
                  <a:off x="3349524" y="3733085"/>
                  <a:ext cx="6660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48" name="Ink 47">
                  <a:extLst>
                    <a:ext uri="{FF2B5EF4-FFF2-40B4-BE49-F238E27FC236}">
                      <a16:creationId xmlns:a16="http://schemas.microsoft.com/office/drawing/2014/main" id="{4A2F514E-1E04-2714-522E-7971342B259D}"/>
                    </a:ext>
                  </a:extLst>
                </p14:cNvPr>
                <p14:cNvContentPartPr/>
                <p14:nvPr/>
              </p14:nvContentPartPr>
              <p14:xfrm>
                <a:off x="3508284" y="3640565"/>
                <a:ext cx="633600" cy="311760"/>
              </p14:xfrm>
            </p:contentPart>
          </mc:Choice>
          <mc:Fallback>
            <p:pic>
              <p:nvPicPr>
                <p:cNvPr id="48" name="Ink 47">
                  <a:extLst>
                    <a:ext uri="{FF2B5EF4-FFF2-40B4-BE49-F238E27FC236}">
                      <a16:creationId xmlns:a16="http://schemas.microsoft.com/office/drawing/2014/main" id="{4A2F514E-1E04-2714-522E-7971342B259D}"/>
                    </a:ext>
                  </a:extLst>
                </p:cNvPr>
                <p:cNvPicPr/>
                <p:nvPr/>
              </p:nvPicPr>
              <p:blipFill>
                <a:blip r:embed="rId93"/>
                <a:stretch>
                  <a:fillRect/>
                </a:stretch>
              </p:blipFill>
              <p:spPr>
                <a:xfrm>
                  <a:off x="3502164" y="3634445"/>
                  <a:ext cx="64584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49" name="Ink 48">
                  <a:extLst>
                    <a:ext uri="{FF2B5EF4-FFF2-40B4-BE49-F238E27FC236}">
                      <a16:creationId xmlns:a16="http://schemas.microsoft.com/office/drawing/2014/main" id="{9DE9B973-DEBD-E513-C47F-CA4B3AFB9A31}"/>
                    </a:ext>
                  </a:extLst>
                </p14:cNvPr>
                <p14:cNvContentPartPr/>
                <p14:nvPr/>
              </p14:nvContentPartPr>
              <p14:xfrm>
                <a:off x="4256724" y="3630485"/>
                <a:ext cx="607320" cy="300600"/>
              </p14:xfrm>
            </p:contentPart>
          </mc:Choice>
          <mc:Fallback>
            <p:pic>
              <p:nvPicPr>
                <p:cNvPr id="49" name="Ink 48">
                  <a:extLst>
                    <a:ext uri="{FF2B5EF4-FFF2-40B4-BE49-F238E27FC236}">
                      <a16:creationId xmlns:a16="http://schemas.microsoft.com/office/drawing/2014/main" id="{9DE9B973-DEBD-E513-C47F-CA4B3AFB9A31}"/>
                    </a:ext>
                  </a:extLst>
                </p:cNvPr>
                <p:cNvPicPr/>
                <p:nvPr/>
              </p:nvPicPr>
              <p:blipFill>
                <a:blip r:embed="rId95"/>
                <a:stretch>
                  <a:fillRect/>
                </a:stretch>
              </p:blipFill>
              <p:spPr>
                <a:xfrm>
                  <a:off x="4250604" y="3624365"/>
                  <a:ext cx="619560" cy="3128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4" name="Ink 73">
                  <a:extLst>
                    <a:ext uri="{FF2B5EF4-FFF2-40B4-BE49-F238E27FC236}">
                      <a16:creationId xmlns:a16="http://schemas.microsoft.com/office/drawing/2014/main" id="{0BB719D6-8D6D-2FEE-F7BA-F34012009BFF}"/>
                    </a:ext>
                  </a:extLst>
                </p14:cNvPr>
                <p14:cNvContentPartPr/>
                <p14:nvPr/>
              </p14:nvContentPartPr>
              <p14:xfrm>
                <a:off x="5050164" y="3800765"/>
                <a:ext cx="204120" cy="222840"/>
              </p14:xfrm>
            </p:contentPart>
          </mc:Choice>
          <mc:Fallback>
            <p:pic>
              <p:nvPicPr>
                <p:cNvPr id="74" name="Ink 73">
                  <a:extLst>
                    <a:ext uri="{FF2B5EF4-FFF2-40B4-BE49-F238E27FC236}">
                      <a16:creationId xmlns:a16="http://schemas.microsoft.com/office/drawing/2014/main" id="{0BB719D6-8D6D-2FEE-F7BA-F34012009BFF}"/>
                    </a:ext>
                  </a:extLst>
                </p:cNvPr>
                <p:cNvPicPr/>
                <p:nvPr/>
              </p:nvPicPr>
              <p:blipFill>
                <a:blip r:embed="rId97"/>
                <a:stretch>
                  <a:fillRect/>
                </a:stretch>
              </p:blipFill>
              <p:spPr>
                <a:xfrm>
                  <a:off x="5044044" y="3794645"/>
                  <a:ext cx="21636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5" name="Ink 74">
                  <a:extLst>
                    <a:ext uri="{FF2B5EF4-FFF2-40B4-BE49-F238E27FC236}">
                      <a16:creationId xmlns:a16="http://schemas.microsoft.com/office/drawing/2014/main" id="{AE78C880-EA04-91F2-A98C-D5A0E74F3D60}"/>
                    </a:ext>
                  </a:extLst>
                </p14:cNvPr>
                <p14:cNvContentPartPr/>
                <p14:nvPr/>
              </p14:nvContentPartPr>
              <p14:xfrm>
                <a:off x="5301444" y="3851885"/>
                <a:ext cx="117000" cy="106200"/>
              </p14:xfrm>
            </p:contentPart>
          </mc:Choice>
          <mc:Fallback>
            <p:pic>
              <p:nvPicPr>
                <p:cNvPr id="75" name="Ink 74">
                  <a:extLst>
                    <a:ext uri="{FF2B5EF4-FFF2-40B4-BE49-F238E27FC236}">
                      <a16:creationId xmlns:a16="http://schemas.microsoft.com/office/drawing/2014/main" id="{AE78C880-EA04-91F2-A98C-D5A0E74F3D60}"/>
                    </a:ext>
                  </a:extLst>
                </p:cNvPr>
                <p:cNvPicPr/>
                <p:nvPr/>
              </p:nvPicPr>
              <p:blipFill>
                <a:blip r:embed="rId99"/>
                <a:stretch>
                  <a:fillRect/>
                </a:stretch>
              </p:blipFill>
              <p:spPr>
                <a:xfrm>
                  <a:off x="5295324" y="3845765"/>
                  <a:ext cx="12924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6" name="Ink 75">
                  <a:extLst>
                    <a:ext uri="{FF2B5EF4-FFF2-40B4-BE49-F238E27FC236}">
                      <a16:creationId xmlns:a16="http://schemas.microsoft.com/office/drawing/2014/main" id="{80A7E122-E001-F897-5C1A-BF48208926B6}"/>
                    </a:ext>
                  </a:extLst>
                </p14:cNvPr>
                <p14:cNvContentPartPr/>
                <p14:nvPr/>
              </p14:nvContentPartPr>
              <p14:xfrm>
                <a:off x="5456604" y="3793565"/>
                <a:ext cx="118800" cy="139320"/>
              </p14:xfrm>
            </p:contentPart>
          </mc:Choice>
          <mc:Fallback>
            <p:pic>
              <p:nvPicPr>
                <p:cNvPr id="76" name="Ink 75">
                  <a:extLst>
                    <a:ext uri="{FF2B5EF4-FFF2-40B4-BE49-F238E27FC236}">
                      <a16:creationId xmlns:a16="http://schemas.microsoft.com/office/drawing/2014/main" id="{80A7E122-E001-F897-5C1A-BF48208926B6}"/>
                    </a:ext>
                  </a:extLst>
                </p:cNvPr>
                <p:cNvPicPr/>
                <p:nvPr/>
              </p:nvPicPr>
              <p:blipFill>
                <a:blip r:embed="rId101"/>
                <a:stretch>
                  <a:fillRect/>
                </a:stretch>
              </p:blipFill>
              <p:spPr>
                <a:xfrm>
                  <a:off x="5450484" y="3787445"/>
                  <a:ext cx="1310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7" name="Ink 76">
                  <a:extLst>
                    <a:ext uri="{FF2B5EF4-FFF2-40B4-BE49-F238E27FC236}">
                      <a16:creationId xmlns:a16="http://schemas.microsoft.com/office/drawing/2014/main" id="{46ADCEB2-1AA0-4367-FE49-F875EFA63A42}"/>
                    </a:ext>
                  </a:extLst>
                </p14:cNvPr>
                <p14:cNvContentPartPr/>
                <p14:nvPr/>
              </p14:nvContentPartPr>
              <p14:xfrm>
                <a:off x="5620404" y="3832445"/>
                <a:ext cx="181800" cy="96120"/>
              </p14:xfrm>
            </p:contentPart>
          </mc:Choice>
          <mc:Fallback>
            <p:pic>
              <p:nvPicPr>
                <p:cNvPr id="77" name="Ink 76">
                  <a:extLst>
                    <a:ext uri="{FF2B5EF4-FFF2-40B4-BE49-F238E27FC236}">
                      <a16:creationId xmlns:a16="http://schemas.microsoft.com/office/drawing/2014/main" id="{46ADCEB2-1AA0-4367-FE49-F875EFA63A42}"/>
                    </a:ext>
                  </a:extLst>
                </p:cNvPr>
                <p:cNvPicPr/>
                <p:nvPr/>
              </p:nvPicPr>
              <p:blipFill>
                <a:blip r:embed="rId103"/>
                <a:stretch>
                  <a:fillRect/>
                </a:stretch>
              </p:blipFill>
              <p:spPr>
                <a:xfrm>
                  <a:off x="5614284" y="3826325"/>
                  <a:ext cx="19404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8" name="Ink 77">
                  <a:extLst>
                    <a:ext uri="{FF2B5EF4-FFF2-40B4-BE49-F238E27FC236}">
                      <a16:creationId xmlns:a16="http://schemas.microsoft.com/office/drawing/2014/main" id="{516D357A-E261-EB7D-2BDD-30DEEC9788ED}"/>
                    </a:ext>
                  </a:extLst>
                </p14:cNvPr>
                <p14:cNvContentPartPr/>
                <p14:nvPr/>
              </p14:nvContentPartPr>
              <p14:xfrm>
                <a:off x="5729124" y="3772325"/>
                <a:ext cx="360" cy="2160"/>
              </p14:xfrm>
            </p:contentPart>
          </mc:Choice>
          <mc:Fallback>
            <p:pic>
              <p:nvPicPr>
                <p:cNvPr id="78" name="Ink 77">
                  <a:extLst>
                    <a:ext uri="{FF2B5EF4-FFF2-40B4-BE49-F238E27FC236}">
                      <a16:creationId xmlns:a16="http://schemas.microsoft.com/office/drawing/2014/main" id="{516D357A-E261-EB7D-2BDD-30DEEC9788ED}"/>
                    </a:ext>
                  </a:extLst>
                </p:cNvPr>
                <p:cNvPicPr/>
                <p:nvPr/>
              </p:nvPicPr>
              <p:blipFill>
                <a:blip r:embed="rId105"/>
                <a:stretch>
                  <a:fillRect/>
                </a:stretch>
              </p:blipFill>
              <p:spPr>
                <a:xfrm>
                  <a:off x="5723004" y="3766205"/>
                  <a:ext cx="1260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9" name="Ink 78">
                  <a:extLst>
                    <a:ext uri="{FF2B5EF4-FFF2-40B4-BE49-F238E27FC236}">
                      <a16:creationId xmlns:a16="http://schemas.microsoft.com/office/drawing/2014/main" id="{2630C185-2A1E-5BFC-1965-05D709606534}"/>
                    </a:ext>
                  </a:extLst>
                </p14:cNvPr>
                <p14:cNvContentPartPr/>
                <p14:nvPr/>
              </p14:nvContentPartPr>
              <p14:xfrm>
                <a:off x="5887884" y="3919925"/>
                <a:ext cx="46440" cy="96480"/>
              </p14:xfrm>
            </p:contentPart>
          </mc:Choice>
          <mc:Fallback>
            <p:pic>
              <p:nvPicPr>
                <p:cNvPr id="79" name="Ink 78">
                  <a:extLst>
                    <a:ext uri="{FF2B5EF4-FFF2-40B4-BE49-F238E27FC236}">
                      <a16:creationId xmlns:a16="http://schemas.microsoft.com/office/drawing/2014/main" id="{2630C185-2A1E-5BFC-1965-05D709606534}"/>
                    </a:ext>
                  </a:extLst>
                </p:cNvPr>
                <p:cNvPicPr/>
                <p:nvPr/>
              </p:nvPicPr>
              <p:blipFill>
                <a:blip r:embed="rId107"/>
                <a:stretch>
                  <a:fillRect/>
                </a:stretch>
              </p:blipFill>
              <p:spPr>
                <a:xfrm>
                  <a:off x="5881764" y="3913805"/>
                  <a:ext cx="5868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0" name="Ink 79">
                  <a:extLst>
                    <a:ext uri="{FF2B5EF4-FFF2-40B4-BE49-F238E27FC236}">
                      <a16:creationId xmlns:a16="http://schemas.microsoft.com/office/drawing/2014/main" id="{44C06AB4-B057-5496-D17F-54ED0D5FA83A}"/>
                    </a:ext>
                  </a:extLst>
                </p14:cNvPr>
                <p14:cNvContentPartPr/>
                <p14:nvPr/>
              </p14:nvContentPartPr>
              <p14:xfrm>
                <a:off x="5972124" y="3803285"/>
                <a:ext cx="154080" cy="138600"/>
              </p14:xfrm>
            </p:contentPart>
          </mc:Choice>
          <mc:Fallback>
            <p:pic>
              <p:nvPicPr>
                <p:cNvPr id="80" name="Ink 79">
                  <a:extLst>
                    <a:ext uri="{FF2B5EF4-FFF2-40B4-BE49-F238E27FC236}">
                      <a16:creationId xmlns:a16="http://schemas.microsoft.com/office/drawing/2014/main" id="{44C06AB4-B057-5496-D17F-54ED0D5FA83A}"/>
                    </a:ext>
                  </a:extLst>
                </p:cNvPr>
                <p:cNvPicPr/>
                <p:nvPr/>
              </p:nvPicPr>
              <p:blipFill>
                <a:blip r:embed="rId109"/>
                <a:stretch>
                  <a:fillRect/>
                </a:stretch>
              </p:blipFill>
              <p:spPr>
                <a:xfrm>
                  <a:off x="5966004" y="3796805"/>
                  <a:ext cx="16632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1" name="Ink 80">
                  <a:extLst>
                    <a:ext uri="{FF2B5EF4-FFF2-40B4-BE49-F238E27FC236}">
                      <a16:creationId xmlns:a16="http://schemas.microsoft.com/office/drawing/2014/main" id="{769DFECF-C34D-AEA1-8A42-959DA8118A85}"/>
                    </a:ext>
                  </a:extLst>
                </p14:cNvPr>
                <p14:cNvContentPartPr/>
                <p14:nvPr/>
              </p14:nvContentPartPr>
              <p14:xfrm>
                <a:off x="6140964" y="3746405"/>
                <a:ext cx="114120" cy="171720"/>
              </p14:xfrm>
            </p:contentPart>
          </mc:Choice>
          <mc:Fallback>
            <p:pic>
              <p:nvPicPr>
                <p:cNvPr id="81" name="Ink 80">
                  <a:extLst>
                    <a:ext uri="{FF2B5EF4-FFF2-40B4-BE49-F238E27FC236}">
                      <a16:creationId xmlns:a16="http://schemas.microsoft.com/office/drawing/2014/main" id="{769DFECF-C34D-AEA1-8A42-959DA8118A85}"/>
                    </a:ext>
                  </a:extLst>
                </p:cNvPr>
                <p:cNvPicPr/>
                <p:nvPr/>
              </p:nvPicPr>
              <p:blipFill>
                <a:blip r:embed="rId111"/>
                <a:stretch>
                  <a:fillRect/>
                </a:stretch>
              </p:blipFill>
              <p:spPr>
                <a:xfrm>
                  <a:off x="6134844" y="3740285"/>
                  <a:ext cx="12636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82" name="Ink 81">
                  <a:extLst>
                    <a:ext uri="{FF2B5EF4-FFF2-40B4-BE49-F238E27FC236}">
                      <a16:creationId xmlns:a16="http://schemas.microsoft.com/office/drawing/2014/main" id="{8BE72050-4EA0-ED0B-77B3-03BAAC91CBF7}"/>
                    </a:ext>
                  </a:extLst>
                </p14:cNvPr>
                <p14:cNvContentPartPr/>
                <p14:nvPr/>
              </p14:nvContentPartPr>
              <p14:xfrm>
                <a:off x="6164004" y="3832445"/>
                <a:ext cx="100440" cy="19080"/>
              </p14:xfrm>
            </p:contentPart>
          </mc:Choice>
          <mc:Fallback>
            <p:pic>
              <p:nvPicPr>
                <p:cNvPr id="82" name="Ink 81">
                  <a:extLst>
                    <a:ext uri="{FF2B5EF4-FFF2-40B4-BE49-F238E27FC236}">
                      <a16:creationId xmlns:a16="http://schemas.microsoft.com/office/drawing/2014/main" id="{8BE72050-4EA0-ED0B-77B3-03BAAC91CBF7}"/>
                    </a:ext>
                  </a:extLst>
                </p:cNvPr>
                <p:cNvPicPr/>
                <p:nvPr/>
              </p:nvPicPr>
              <p:blipFill>
                <a:blip r:embed="rId113"/>
                <a:stretch>
                  <a:fillRect/>
                </a:stretch>
              </p:blipFill>
              <p:spPr>
                <a:xfrm>
                  <a:off x="6157884" y="3826325"/>
                  <a:ext cx="11268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83" name="Ink 82">
                  <a:extLst>
                    <a:ext uri="{FF2B5EF4-FFF2-40B4-BE49-F238E27FC236}">
                      <a16:creationId xmlns:a16="http://schemas.microsoft.com/office/drawing/2014/main" id="{F8CF177C-7038-F125-F4E5-F4CA05566D9D}"/>
                    </a:ext>
                  </a:extLst>
                </p14:cNvPr>
                <p14:cNvContentPartPr/>
                <p14:nvPr/>
              </p14:nvContentPartPr>
              <p14:xfrm>
                <a:off x="6281364" y="3754325"/>
                <a:ext cx="104040" cy="165960"/>
              </p14:xfrm>
            </p:contentPart>
          </mc:Choice>
          <mc:Fallback>
            <p:pic>
              <p:nvPicPr>
                <p:cNvPr id="83" name="Ink 82">
                  <a:extLst>
                    <a:ext uri="{FF2B5EF4-FFF2-40B4-BE49-F238E27FC236}">
                      <a16:creationId xmlns:a16="http://schemas.microsoft.com/office/drawing/2014/main" id="{F8CF177C-7038-F125-F4E5-F4CA05566D9D}"/>
                    </a:ext>
                  </a:extLst>
                </p:cNvPr>
                <p:cNvPicPr/>
                <p:nvPr/>
              </p:nvPicPr>
              <p:blipFill>
                <a:blip r:embed="rId115"/>
                <a:stretch>
                  <a:fillRect/>
                </a:stretch>
              </p:blipFill>
              <p:spPr>
                <a:xfrm>
                  <a:off x="6275244" y="3748205"/>
                  <a:ext cx="1162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4" name="Ink 83">
                  <a:extLst>
                    <a:ext uri="{FF2B5EF4-FFF2-40B4-BE49-F238E27FC236}">
                      <a16:creationId xmlns:a16="http://schemas.microsoft.com/office/drawing/2014/main" id="{3F985093-7C12-B35E-8CE9-BE93ECDAF1C8}"/>
                    </a:ext>
                  </a:extLst>
                </p14:cNvPr>
                <p14:cNvContentPartPr/>
                <p14:nvPr/>
              </p14:nvContentPartPr>
              <p14:xfrm>
                <a:off x="6254364" y="3804725"/>
                <a:ext cx="86040" cy="37800"/>
              </p14:xfrm>
            </p:contentPart>
          </mc:Choice>
          <mc:Fallback>
            <p:pic>
              <p:nvPicPr>
                <p:cNvPr id="84" name="Ink 83">
                  <a:extLst>
                    <a:ext uri="{FF2B5EF4-FFF2-40B4-BE49-F238E27FC236}">
                      <a16:creationId xmlns:a16="http://schemas.microsoft.com/office/drawing/2014/main" id="{3F985093-7C12-B35E-8CE9-BE93ECDAF1C8}"/>
                    </a:ext>
                  </a:extLst>
                </p:cNvPr>
                <p:cNvPicPr/>
                <p:nvPr/>
              </p:nvPicPr>
              <p:blipFill>
                <a:blip r:embed="rId117"/>
                <a:stretch>
                  <a:fillRect/>
                </a:stretch>
              </p:blipFill>
              <p:spPr>
                <a:xfrm>
                  <a:off x="6248244" y="3798605"/>
                  <a:ext cx="9828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86" name="Ink 85">
                  <a:extLst>
                    <a:ext uri="{FF2B5EF4-FFF2-40B4-BE49-F238E27FC236}">
                      <a16:creationId xmlns:a16="http://schemas.microsoft.com/office/drawing/2014/main" id="{4A2EACFA-6A29-7161-09DF-09B8FAAF3892}"/>
                    </a:ext>
                  </a:extLst>
                </p14:cNvPr>
                <p14:cNvContentPartPr/>
                <p14:nvPr/>
              </p14:nvContentPartPr>
              <p14:xfrm>
                <a:off x="2519004" y="3870965"/>
                <a:ext cx="2445120" cy="195840"/>
              </p14:xfrm>
            </p:contentPart>
          </mc:Choice>
          <mc:Fallback>
            <p:pic>
              <p:nvPicPr>
                <p:cNvPr id="86" name="Ink 85">
                  <a:extLst>
                    <a:ext uri="{FF2B5EF4-FFF2-40B4-BE49-F238E27FC236}">
                      <a16:creationId xmlns:a16="http://schemas.microsoft.com/office/drawing/2014/main" id="{4A2EACFA-6A29-7161-09DF-09B8FAAF3892}"/>
                    </a:ext>
                  </a:extLst>
                </p:cNvPr>
                <p:cNvPicPr/>
                <p:nvPr/>
              </p:nvPicPr>
              <p:blipFill>
                <a:blip r:embed="rId119"/>
                <a:stretch>
                  <a:fillRect/>
                </a:stretch>
              </p:blipFill>
              <p:spPr>
                <a:xfrm>
                  <a:off x="2512884" y="3864845"/>
                  <a:ext cx="2457360" cy="208080"/>
                </a:xfrm>
                <a:prstGeom prst="rect">
                  <a:avLst/>
                </a:prstGeom>
              </p:spPr>
            </p:pic>
          </mc:Fallback>
        </mc:AlternateContent>
      </p:grpSp>
    </p:spTree>
    <p:extLst>
      <p:ext uri="{BB962C8B-B14F-4D97-AF65-F5344CB8AC3E}">
        <p14:creationId xmlns:p14="http://schemas.microsoft.com/office/powerpoint/2010/main" val="4077959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75B7D-5E99-9E09-53D9-D68405B1D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14853-5640-BF05-8C31-275B1055308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6D05765-F7F6-E3CD-5404-ED666E558610}"/>
              </a:ext>
            </a:extLst>
          </p:cNvPr>
          <p:cNvSpPr>
            <a:spLocks noGrp="1"/>
          </p:cNvSpPr>
          <p:nvPr>
            <p:ph type="subTitle" idx="1"/>
          </p:nvPr>
        </p:nvSpPr>
        <p:spPr/>
        <p:txBody>
          <a:bodyPr/>
          <a:lstStyle/>
          <a:p>
            <a:endParaRPr lang="en-US" dirty="0"/>
          </a:p>
        </p:txBody>
      </p:sp>
      <p:pic>
        <p:nvPicPr>
          <p:cNvPr id="11" name="Picture 10">
            <a:extLst>
              <a:ext uri="{FF2B5EF4-FFF2-40B4-BE49-F238E27FC236}">
                <a16:creationId xmlns:a16="http://schemas.microsoft.com/office/drawing/2014/main" id="{A1066291-AA76-492F-481B-E9E32E886458}"/>
              </a:ext>
            </a:extLst>
          </p:cNvPr>
          <p:cNvPicPr>
            <a:picLocks noChangeAspect="1"/>
          </p:cNvPicPr>
          <p:nvPr/>
        </p:nvPicPr>
        <p:blipFill>
          <a:blip r:embed="rId2">
            <a:extLst>
              <a:ext uri="{28A0092B-C50C-407E-A947-70E740481C1C}">
                <a14:useLocalDpi xmlns:a14="http://schemas.microsoft.com/office/drawing/2010/main" val="0"/>
              </a:ext>
            </a:extLst>
          </a:blip>
          <a:srcRect t="75856"/>
          <a:stretch>
            <a:fillRect/>
          </a:stretch>
        </p:blipFill>
        <p:spPr>
          <a:xfrm>
            <a:off x="429592" y="202406"/>
            <a:ext cx="11676496" cy="5760649"/>
          </a:xfrm>
          <a:prstGeom prst="rect">
            <a:avLst/>
          </a:prstGeom>
        </p:spPr>
      </p:pic>
      <p:grpSp>
        <p:nvGrpSpPr>
          <p:cNvPr id="22" name="Group 21">
            <a:extLst>
              <a:ext uri="{FF2B5EF4-FFF2-40B4-BE49-F238E27FC236}">
                <a16:creationId xmlns:a16="http://schemas.microsoft.com/office/drawing/2014/main" id="{6750F322-D33C-3297-9A1B-09765DBDDEF1}"/>
              </a:ext>
            </a:extLst>
          </p:cNvPr>
          <p:cNvGrpSpPr/>
          <p:nvPr/>
        </p:nvGrpSpPr>
        <p:grpSpPr>
          <a:xfrm>
            <a:off x="5804364" y="1777205"/>
            <a:ext cx="3164040" cy="700920"/>
            <a:chOff x="5804364" y="1777205"/>
            <a:chExt cx="3164040" cy="700920"/>
          </a:xfrm>
        </p:grpSpPr>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EECB157-B466-8323-2559-91B2E2639779}"/>
                    </a:ext>
                  </a:extLst>
                </p14:cNvPr>
                <p14:cNvContentPartPr/>
                <p14:nvPr/>
              </p14:nvContentPartPr>
              <p14:xfrm>
                <a:off x="5804364" y="1777205"/>
                <a:ext cx="869400" cy="581400"/>
              </p14:xfrm>
            </p:contentPart>
          </mc:Choice>
          <mc:Fallback>
            <p:pic>
              <p:nvPicPr>
                <p:cNvPr id="4" name="Ink 3">
                  <a:extLst>
                    <a:ext uri="{FF2B5EF4-FFF2-40B4-BE49-F238E27FC236}">
                      <a16:creationId xmlns:a16="http://schemas.microsoft.com/office/drawing/2014/main" id="{FEECB157-B466-8323-2559-91B2E2639779}"/>
                    </a:ext>
                  </a:extLst>
                </p:cNvPr>
                <p:cNvPicPr/>
                <p:nvPr/>
              </p:nvPicPr>
              <p:blipFill>
                <a:blip r:embed="rId4"/>
                <a:stretch>
                  <a:fillRect/>
                </a:stretch>
              </p:blipFill>
              <p:spPr>
                <a:xfrm>
                  <a:off x="5798244" y="1771085"/>
                  <a:ext cx="881640" cy="5936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4F5FF314-44F8-A31A-01BD-93419DB2C031}"/>
                    </a:ext>
                  </a:extLst>
                </p14:cNvPr>
                <p14:cNvContentPartPr/>
                <p14:nvPr/>
              </p14:nvContentPartPr>
              <p14:xfrm>
                <a:off x="6682404" y="1954325"/>
                <a:ext cx="598320" cy="77400"/>
              </p14:xfrm>
            </p:contentPart>
          </mc:Choice>
          <mc:Fallback>
            <p:pic>
              <p:nvPicPr>
                <p:cNvPr id="5" name="Ink 4">
                  <a:extLst>
                    <a:ext uri="{FF2B5EF4-FFF2-40B4-BE49-F238E27FC236}">
                      <a16:creationId xmlns:a16="http://schemas.microsoft.com/office/drawing/2014/main" id="{4F5FF314-44F8-A31A-01BD-93419DB2C031}"/>
                    </a:ext>
                  </a:extLst>
                </p:cNvPr>
                <p:cNvPicPr/>
                <p:nvPr/>
              </p:nvPicPr>
              <p:blipFill>
                <a:blip r:embed="rId6"/>
                <a:stretch>
                  <a:fillRect/>
                </a:stretch>
              </p:blipFill>
              <p:spPr>
                <a:xfrm>
                  <a:off x="6676284" y="1948205"/>
                  <a:ext cx="61056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05E54579-FA41-9DD0-D757-E42ABB849A6B}"/>
                    </a:ext>
                  </a:extLst>
                </p14:cNvPr>
                <p14:cNvContentPartPr/>
                <p14:nvPr/>
              </p14:nvContentPartPr>
              <p14:xfrm>
                <a:off x="7449204" y="1954685"/>
                <a:ext cx="155520" cy="207360"/>
              </p14:xfrm>
            </p:contentPart>
          </mc:Choice>
          <mc:Fallback>
            <p:pic>
              <p:nvPicPr>
                <p:cNvPr id="6" name="Ink 5">
                  <a:extLst>
                    <a:ext uri="{FF2B5EF4-FFF2-40B4-BE49-F238E27FC236}">
                      <a16:creationId xmlns:a16="http://schemas.microsoft.com/office/drawing/2014/main" id="{05E54579-FA41-9DD0-D757-E42ABB849A6B}"/>
                    </a:ext>
                  </a:extLst>
                </p:cNvPr>
                <p:cNvPicPr/>
                <p:nvPr/>
              </p:nvPicPr>
              <p:blipFill>
                <a:blip r:embed="rId8"/>
                <a:stretch>
                  <a:fillRect/>
                </a:stretch>
              </p:blipFill>
              <p:spPr>
                <a:xfrm>
                  <a:off x="7443084" y="1948565"/>
                  <a:ext cx="16776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FE43A76C-0FB7-4766-91E6-E6BD61C777CB}"/>
                    </a:ext>
                  </a:extLst>
                </p14:cNvPr>
                <p14:cNvContentPartPr/>
                <p14:nvPr/>
              </p14:nvContentPartPr>
              <p14:xfrm>
                <a:off x="7620564" y="2021645"/>
                <a:ext cx="133920" cy="98280"/>
              </p14:xfrm>
            </p:contentPart>
          </mc:Choice>
          <mc:Fallback>
            <p:pic>
              <p:nvPicPr>
                <p:cNvPr id="7" name="Ink 6">
                  <a:extLst>
                    <a:ext uri="{FF2B5EF4-FFF2-40B4-BE49-F238E27FC236}">
                      <a16:creationId xmlns:a16="http://schemas.microsoft.com/office/drawing/2014/main" id="{FE43A76C-0FB7-4766-91E6-E6BD61C777CB}"/>
                    </a:ext>
                  </a:extLst>
                </p:cNvPr>
                <p:cNvPicPr/>
                <p:nvPr/>
              </p:nvPicPr>
              <p:blipFill>
                <a:blip r:embed="rId10"/>
                <a:stretch>
                  <a:fillRect/>
                </a:stretch>
              </p:blipFill>
              <p:spPr>
                <a:xfrm>
                  <a:off x="7614444" y="2015525"/>
                  <a:ext cx="14616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929A810F-6D77-7081-9039-380CFFD5B974}"/>
                    </a:ext>
                  </a:extLst>
                </p14:cNvPr>
                <p14:cNvContentPartPr/>
                <p14:nvPr/>
              </p14:nvContentPartPr>
              <p14:xfrm>
                <a:off x="7820724" y="1992845"/>
                <a:ext cx="146160" cy="83880"/>
              </p14:xfrm>
            </p:contentPart>
          </mc:Choice>
          <mc:Fallback>
            <p:pic>
              <p:nvPicPr>
                <p:cNvPr id="8" name="Ink 7">
                  <a:extLst>
                    <a:ext uri="{FF2B5EF4-FFF2-40B4-BE49-F238E27FC236}">
                      <a16:creationId xmlns:a16="http://schemas.microsoft.com/office/drawing/2014/main" id="{929A810F-6D77-7081-9039-380CFFD5B974}"/>
                    </a:ext>
                  </a:extLst>
                </p:cNvPr>
                <p:cNvPicPr/>
                <p:nvPr/>
              </p:nvPicPr>
              <p:blipFill>
                <a:blip r:embed="rId12"/>
                <a:stretch>
                  <a:fillRect/>
                </a:stretch>
              </p:blipFill>
              <p:spPr>
                <a:xfrm>
                  <a:off x="7814604" y="1986725"/>
                  <a:ext cx="15840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4C23C272-7B69-DC79-E6D3-3421F9641B80}"/>
                    </a:ext>
                  </a:extLst>
                </p14:cNvPr>
                <p14:cNvContentPartPr/>
                <p14:nvPr/>
              </p14:nvContentPartPr>
              <p14:xfrm>
                <a:off x="7988124" y="1935245"/>
                <a:ext cx="105480" cy="189000"/>
              </p14:xfrm>
            </p:contentPart>
          </mc:Choice>
          <mc:Fallback>
            <p:pic>
              <p:nvPicPr>
                <p:cNvPr id="9" name="Ink 8">
                  <a:extLst>
                    <a:ext uri="{FF2B5EF4-FFF2-40B4-BE49-F238E27FC236}">
                      <a16:creationId xmlns:a16="http://schemas.microsoft.com/office/drawing/2014/main" id="{4C23C272-7B69-DC79-E6D3-3421F9641B80}"/>
                    </a:ext>
                  </a:extLst>
                </p:cNvPr>
                <p:cNvPicPr/>
                <p:nvPr/>
              </p:nvPicPr>
              <p:blipFill>
                <a:blip r:embed="rId14"/>
                <a:stretch>
                  <a:fillRect/>
                </a:stretch>
              </p:blipFill>
              <p:spPr>
                <a:xfrm>
                  <a:off x="7982004" y="1929125"/>
                  <a:ext cx="11772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55DD88CD-39AF-909E-0162-4E0B60492978}"/>
                    </a:ext>
                  </a:extLst>
                </p14:cNvPr>
                <p14:cNvContentPartPr/>
                <p14:nvPr/>
              </p14:nvContentPartPr>
              <p14:xfrm>
                <a:off x="8141484" y="1952525"/>
                <a:ext cx="203760" cy="99720"/>
              </p14:xfrm>
            </p:contentPart>
          </mc:Choice>
          <mc:Fallback>
            <p:pic>
              <p:nvPicPr>
                <p:cNvPr id="10" name="Ink 9">
                  <a:extLst>
                    <a:ext uri="{FF2B5EF4-FFF2-40B4-BE49-F238E27FC236}">
                      <a16:creationId xmlns:a16="http://schemas.microsoft.com/office/drawing/2014/main" id="{55DD88CD-39AF-909E-0162-4E0B60492978}"/>
                    </a:ext>
                  </a:extLst>
                </p:cNvPr>
                <p:cNvPicPr/>
                <p:nvPr/>
              </p:nvPicPr>
              <p:blipFill>
                <a:blip r:embed="rId16"/>
                <a:stretch>
                  <a:fillRect/>
                </a:stretch>
              </p:blipFill>
              <p:spPr>
                <a:xfrm>
                  <a:off x="8135364" y="1946405"/>
                  <a:ext cx="21600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BB93284A-E270-FB60-57D4-40D111494ED6}"/>
                    </a:ext>
                  </a:extLst>
                </p14:cNvPr>
                <p14:cNvContentPartPr/>
                <p14:nvPr/>
              </p14:nvContentPartPr>
              <p14:xfrm>
                <a:off x="8394564" y="1779725"/>
                <a:ext cx="39240" cy="214200"/>
              </p14:xfrm>
            </p:contentPart>
          </mc:Choice>
          <mc:Fallback>
            <p:pic>
              <p:nvPicPr>
                <p:cNvPr id="12" name="Ink 11">
                  <a:extLst>
                    <a:ext uri="{FF2B5EF4-FFF2-40B4-BE49-F238E27FC236}">
                      <a16:creationId xmlns:a16="http://schemas.microsoft.com/office/drawing/2014/main" id="{BB93284A-E270-FB60-57D4-40D111494ED6}"/>
                    </a:ext>
                  </a:extLst>
                </p:cNvPr>
                <p:cNvPicPr/>
                <p:nvPr/>
              </p:nvPicPr>
              <p:blipFill>
                <a:blip r:embed="rId18"/>
                <a:stretch>
                  <a:fillRect/>
                </a:stretch>
              </p:blipFill>
              <p:spPr>
                <a:xfrm>
                  <a:off x="8388444" y="1773605"/>
                  <a:ext cx="5148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28210E02-4CFC-9681-64D4-A1798DF8E61D}"/>
                    </a:ext>
                  </a:extLst>
                </p14:cNvPr>
                <p14:cNvContentPartPr/>
                <p14:nvPr/>
              </p14:nvContentPartPr>
              <p14:xfrm>
                <a:off x="8287644" y="1868285"/>
                <a:ext cx="185040" cy="49320"/>
              </p14:xfrm>
            </p:contentPart>
          </mc:Choice>
          <mc:Fallback>
            <p:pic>
              <p:nvPicPr>
                <p:cNvPr id="13" name="Ink 12">
                  <a:extLst>
                    <a:ext uri="{FF2B5EF4-FFF2-40B4-BE49-F238E27FC236}">
                      <a16:creationId xmlns:a16="http://schemas.microsoft.com/office/drawing/2014/main" id="{28210E02-4CFC-9681-64D4-A1798DF8E61D}"/>
                    </a:ext>
                  </a:extLst>
                </p:cNvPr>
                <p:cNvPicPr/>
                <p:nvPr/>
              </p:nvPicPr>
              <p:blipFill>
                <a:blip r:embed="rId20"/>
                <a:stretch>
                  <a:fillRect/>
                </a:stretch>
              </p:blipFill>
              <p:spPr>
                <a:xfrm>
                  <a:off x="8281524" y="1862165"/>
                  <a:ext cx="19728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D2F592F9-C3E6-62DA-EB6F-3C8868BE0C22}"/>
                    </a:ext>
                  </a:extLst>
                </p14:cNvPr>
                <p14:cNvContentPartPr/>
                <p14:nvPr/>
              </p14:nvContentPartPr>
              <p14:xfrm>
                <a:off x="8219604" y="1789805"/>
                <a:ext cx="125280" cy="271800"/>
              </p14:xfrm>
            </p:contentPart>
          </mc:Choice>
          <mc:Fallback>
            <p:pic>
              <p:nvPicPr>
                <p:cNvPr id="15" name="Ink 14">
                  <a:extLst>
                    <a:ext uri="{FF2B5EF4-FFF2-40B4-BE49-F238E27FC236}">
                      <a16:creationId xmlns:a16="http://schemas.microsoft.com/office/drawing/2014/main" id="{D2F592F9-C3E6-62DA-EB6F-3C8868BE0C22}"/>
                    </a:ext>
                  </a:extLst>
                </p:cNvPr>
                <p:cNvPicPr/>
                <p:nvPr/>
              </p:nvPicPr>
              <p:blipFill>
                <a:blip r:embed="rId22"/>
                <a:stretch>
                  <a:fillRect/>
                </a:stretch>
              </p:blipFill>
              <p:spPr>
                <a:xfrm>
                  <a:off x="8213484" y="1783685"/>
                  <a:ext cx="13752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3B5548AD-5FCC-8581-25E8-7A9CF7549F2D}"/>
                    </a:ext>
                  </a:extLst>
                </p14:cNvPr>
                <p14:cNvContentPartPr/>
                <p14:nvPr/>
              </p14:nvContentPartPr>
              <p14:xfrm>
                <a:off x="7937364" y="2256725"/>
                <a:ext cx="20160" cy="221400"/>
              </p14:xfrm>
            </p:contentPart>
          </mc:Choice>
          <mc:Fallback>
            <p:pic>
              <p:nvPicPr>
                <p:cNvPr id="16" name="Ink 15">
                  <a:extLst>
                    <a:ext uri="{FF2B5EF4-FFF2-40B4-BE49-F238E27FC236}">
                      <a16:creationId xmlns:a16="http://schemas.microsoft.com/office/drawing/2014/main" id="{3B5548AD-5FCC-8581-25E8-7A9CF7549F2D}"/>
                    </a:ext>
                  </a:extLst>
                </p:cNvPr>
                <p:cNvPicPr/>
                <p:nvPr/>
              </p:nvPicPr>
              <p:blipFill>
                <a:blip r:embed="rId24"/>
                <a:stretch>
                  <a:fillRect/>
                </a:stretch>
              </p:blipFill>
              <p:spPr>
                <a:xfrm>
                  <a:off x="7931244" y="2250605"/>
                  <a:ext cx="3240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BB209311-75D6-E03F-8BA1-EED68A9A1460}"/>
                    </a:ext>
                  </a:extLst>
                </p14:cNvPr>
                <p14:cNvContentPartPr/>
                <p14:nvPr/>
              </p14:nvContentPartPr>
              <p14:xfrm>
                <a:off x="7980564" y="2276165"/>
                <a:ext cx="484920" cy="137160"/>
              </p14:xfrm>
            </p:contentPart>
          </mc:Choice>
          <mc:Fallback>
            <p:pic>
              <p:nvPicPr>
                <p:cNvPr id="17" name="Ink 16">
                  <a:extLst>
                    <a:ext uri="{FF2B5EF4-FFF2-40B4-BE49-F238E27FC236}">
                      <a16:creationId xmlns:a16="http://schemas.microsoft.com/office/drawing/2014/main" id="{BB209311-75D6-E03F-8BA1-EED68A9A1460}"/>
                    </a:ext>
                  </a:extLst>
                </p:cNvPr>
                <p:cNvPicPr/>
                <p:nvPr/>
              </p:nvPicPr>
              <p:blipFill>
                <a:blip r:embed="rId26"/>
                <a:stretch>
                  <a:fillRect/>
                </a:stretch>
              </p:blipFill>
              <p:spPr>
                <a:xfrm>
                  <a:off x="7974444" y="2270045"/>
                  <a:ext cx="49716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1367896A-1947-9910-2233-97231E457539}"/>
                    </a:ext>
                  </a:extLst>
                </p14:cNvPr>
                <p14:cNvContentPartPr/>
                <p14:nvPr/>
              </p14:nvContentPartPr>
              <p14:xfrm>
                <a:off x="8403924" y="2174645"/>
                <a:ext cx="169560" cy="208800"/>
              </p14:xfrm>
            </p:contentPart>
          </mc:Choice>
          <mc:Fallback>
            <p:pic>
              <p:nvPicPr>
                <p:cNvPr id="18" name="Ink 17">
                  <a:extLst>
                    <a:ext uri="{FF2B5EF4-FFF2-40B4-BE49-F238E27FC236}">
                      <a16:creationId xmlns:a16="http://schemas.microsoft.com/office/drawing/2014/main" id="{1367896A-1947-9910-2233-97231E457539}"/>
                    </a:ext>
                  </a:extLst>
                </p:cNvPr>
                <p:cNvPicPr/>
                <p:nvPr/>
              </p:nvPicPr>
              <p:blipFill>
                <a:blip r:embed="rId28"/>
                <a:stretch>
                  <a:fillRect/>
                </a:stretch>
              </p:blipFill>
              <p:spPr>
                <a:xfrm>
                  <a:off x="8397804" y="2168525"/>
                  <a:ext cx="18180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973C56BD-4F11-5CD7-45B2-09B120321230}"/>
                    </a:ext>
                  </a:extLst>
                </p14:cNvPr>
                <p14:cNvContentPartPr/>
                <p14:nvPr/>
              </p14:nvContentPartPr>
              <p14:xfrm>
                <a:off x="8608404" y="2149085"/>
                <a:ext cx="360000" cy="166680"/>
              </p14:xfrm>
            </p:contentPart>
          </mc:Choice>
          <mc:Fallback>
            <p:pic>
              <p:nvPicPr>
                <p:cNvPr id="19" name="Ink 18">
                  <a:extLst>
                    <a:ext uri="{FF2B5EF4-FFF2-40B4-BE49-F238E27FC236}">
                      <a16:creationId xmlns:a16="http://schemas.microsoft.com/office/drawing/2014/main" id="{973C56BD-4F11-5CD7-45B2-09B120321230}"/>
                    </a:ext>
                  </a:extLst>
                </p:cNvPr>
                <p:cNvPicPr/>
                <p:nvPr/>
              </p:nvPicPr>
              <p:blipFill>
                <a:blip r:embed="rId30"/>
                <a:stretch>
                  <a:fillRect/>
                </a:stretch>
              </p:blipFill>
              <p:spPr>
                <a:xfrm>
                  <a:off x="8602284" y="2142965"/>
                  <a:ext cx="37224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31552813-CEB1-733D-8CC6-B9CE38A09073}"/>
                    </a:ext>
                  </a:extLst>
                </p14:cNvPr>
                <p14:cNvContentPartPr/>
                <p14:nvPr/>
              </p14:nvContentPartPr>
              <p14:xfrm>
                <a:off x="7169124" y="1807085"/>
                <a:ext cx="227880" cy="374400"/>
              </p14:xfrm>
            </p:contentPart>
          </mc:Choice>
          <mc:Fallback>
            <p:pic>
              <p:nvPicPr>
                <p:cNvPr id="21" name="Ink 20">
                  <a:extLst>
                    <a:ext uri="{FF2B5EF4-FFF2-40B4-BE49-F238E27FC236}">
                      <a16:creationId xmlns:a16="http://schemas.microsoft.com/office/drawing/2014/main" id="{31552813-CEB1-733D-8CC6-B9CE38A09073}"/>
                    </a:ext>
                  </a:extLst>
                </p:cNvPr>
                <p:cNvPicPr/>
                <p:nvPr/>
              </p:nvPicPr>
              <p:blipFill>
                <a:blip r:embed="rId32"/>
                <a:stretch>
                  <a:fillRect/>
                </a:stretch>
              </p:blipFill>
              <p:spPr>
                <a:xfrm>
                  <a:off x="7163004" y="1800965"/>
                  <a:ext cx="240120" cy="386640"/>
                </a:xfrm>
                <a:prstGeom prst="rect">
                  <a:avLst/>
                </a:prstGeom>
              </p:spPr>
            </p:pic>
          </mc:Fallback>
        </mc:AlternateContent>
      </p:grpSp>
      <p:grpSp>
        <p:nvGrpSpPr>
          <p:cNvPr id="46" name="Group 45">
            <a:extLst>
              <a:ext uri="{FF2B5EF4-FFF2-40B4-BE49-F238E27FC236}">
                <a16:creationId xmlns:a16="http://schemas.microsoft.com/office/drawing/2014/main" id="{DCC9B09E-A166-BD06-9608-2467354E3635}"/>
              </a:ext>
            </a:extLst>
          </p:cNvPr>
          <p:cNvGrpSpPr/>
          <p:nvPr/>
        </p:nvGrpSpPr>
        <p:grpSpPr>
          <a:xfrm>
            <a:off x="8041764" y="3244205"/>
            <a:ext cx="4061160" cy="2206800"/>
            <a:chOff x="8041764" y="3244205"/>
            <a:chExt cx="4061160" cy="2206800"/>
          </a:xfrm>
        </p:grpSpPr>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CA09859C-3EA6-6347-5FB8-18901A4C0703}"/>
                    </a:ext>
                  </a:extLst>
                </p14:cNvPr>
                <p14:cNvContentPartPr/>
                <p14:nvPr/>
              </p14:nvContentPartPr>
              <p14:xfrm>
                <a:off x="8041764" y="3307205"/>
                <a:ext cx="2728080" cy="2143800"/>
              </p14:xfrm>
            </p:contentPart>
          </mc:Choice>
          <mc:Fallback>
            <p:pic>
              <p:nvPicPr>
                <p:cNvPr id="23" name="Ink 22">
                  <a:extLst>
                    <a:ext uri="{FF2B5EF4-FFF2-40B4-BE49-F238E27FC236}">
                      <a16:creationId xmlns:a16="http://schemas.microsoft.com/office/drawing/2014/main" id="{CA09859C-3EA6-6347-5FB8-18901A4C0703}"/>
                    </a:ext>
                  </a:extLst>
                </p:cNvPr>
                <p:cNvPicPr/>
                <p:nvPr/>
              </p:nvPicPr>
              <p:blipFill>
                <a:blip r:embed="rId34"/>
                <a:stretch>
                  <a:fillRect/>
                </a:stretch>
              </p:blipFill>
              <p:spPr>
                <a:xfrm>
                  <a:off x="8035644" y="3301085"/>
                  <a:ext cx="2740320" cy="21560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A5239AF9-C3B0-F454-AB1C-70CD854FAC2F}"/>
                    </a:ext>
                  </a:extLst>
                </p14:cNvPr>
                <p14:cNvContentPartPr/>
                <p14:nvPr/>
              </p14:nvContentPartPr>
              <p14:xfrm>
                <a:off x="10116444" y="3346805"/>
                <a:ext cx="375840" cy="466200"/>
              </p14:xfrm>
            </p:contentPart>
          </mc:Choice>
          <mc:Fallback>
            <p:pic>
              <p:nvPicPr>
                <p:cNvPr id="24" name="Ink 23">
                  <a:extLst>
                    <a:ext uri="{FF2B5EF4-FFF2-40B4-BE49-F238E27FC236}">
                      <a16:creationId xmlns:a16="http://schemas.microsoft.com/office/drawing/2014/main" id="{A5239AF9-C3B0-F454-AB1C-70CD854FAC2F}"/>
                    </a:ext>
                  </a:extLst>
                </p:cNvPr>
                <p:cNvPicPr/>
                <p:nvPr/>
              </p:nvPicPr>
              <p:blipFill>
                <a:blip r:embed="rId36"/>
                <a:stretch>
                  <a:fillRect/>
                </a:stretch>
              </p:blipFill>
              <p:spPr>
                <a:xfrm>
                  <a:off x="10110324" y="3340685"/>
                  <a:ext cx="388080" cy="4784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FA03AAC0-4EF9-61EF-5DF5-AFA2D4F21DF1}"/>
                    </a:ext>
                  </a:extLst>
                </p14:cNvPr>
                <p14:cNvContentPartPr/>
                <p14:nvPr/>
              </p14:nvContentPartPr>
              <p14:xfrm>
                <a:off x="10651404" y="3411605"/>
                <a:ext cx="211680" cy="244440"/>
              </p14:xfrm>
            </p:contentPart>
          </mc:Choice>
          <mc:Fallback>
            <p:pic>
              <p:nvPicPr>
                <p:cNvPr id="25" name="Ink 24">
                  <a:extLst>
                    <a:ext uri="{FF2B5EF4-FFF2-40B4-BE49-F238E27FC236}">
                      <a16:creationId xmlns:a16="http://schemas.microsoft.com/office/drawing/2014/main" id="{FA03AAC0-4EF9-61EF-5DF5-AFA2D4F21DF1}"/>
                    </a:ext>
                  </a:extLst>
                </p:cNvPr>
                <p:cNvPicPr/>
                <p:nvPr/>
              </p:nvPicPr>
              <p:blipFill>
                <a:blip r:embed="rId38"/>
                <a:stretch>
                  <a:fillRect/>
                </a:stretch>
              </p:blipFill>
              <p:spPr>
                <a:xfrm>
                  <a:off x="10644924" y="3405485"/>
                  <a:ext cx="22392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AB794BD6-2AC1-010F-F4BC-12CFA00B15B8}"/>
                    </a:ext>
                  </a:extLst>
                </p14:cNvPr>
                <p14:cNvContentPartPr/>
                <p14:nvPr/>
              </p14:nvContentPartPr>
              <p14:xfrm>
                <a:off x="10884684" y="3428165"/>
                <a:ext cx="138960" cy="377280"/>
              </p14:xfrm>
            </p:contentPart>
          </mc:Choice>
          <mc:Fallback>
            <p:pic>
              <p:nvPicPr>
                <p:cNvPr id="26" name="Ink 25">
                  <a:extLst>
                    <a:ext uri="{FF2B5EF4-FFF2-40B4-BE49-F238E27FC236}">
                      <a16:creationId xmlns:a16="http://schemas.microsoft.com/office/drawing/2014/main" id="{AB794BD6-2AC1-010F-F4BC-12CFA00B15B8}"/>
                    </a:ext>
                  </a:extLst>
                </p:cNvPr>
                <p:cNvPicPr/>
                <p:nvPr/>
              </p:nvPicPr>
              <p:blipFill>
                <a:blip r:embed="rId40"/>
                <a:stretch>
                  <a:fillRect/>
                </a:stretch>
              </p:blipFill>
              <p:spPr>
                <a:xfrm>
                  <a:off x="10878564" y="3422045"/>
                  <a:ext cx="151200" cy="3895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1" name="Ink 30">
                  <a:extLst>
                    <a:ext uri="{FF2B5EF4-FFF2-40B4-BE49-F238E27FC236}">
                      <a16:creationId xmlns:a16="http://schemas.microsoft.com/office/drawing/2014/main" id="{F0A441F0-9FFD-6F46-5611-749DAADF0AD3}"/>
                    </a:ext>
                  </a:extLst>
                </p14:cNvPr>
                <p14:cNvContentPartPr/>
                <p14:nvPr/>
              </p14:nvContentPartPr>
              <p14:xfrm>
                <a:off x="11077644" y="3244205"/>
                <a:ext cx="185760" cy="279000"/>
              </p14:xfrm>
            </p:contentPart>
          </mc:Choice>
          <mc:Fallback>
            <p:pic>
              <p:nvPicPr>
                <p:cNvPr id="31" name="Ink 30">
                  <a:extLst>
                    <a:ext uri="{FF2B5EF4-FFF2-40B4-BE49-F238E27FC236}">
                      <a16:creationId xmlns:a16="http://schemas.microsoft.com/office/drawing/2014/main" id="{F0A441F0-9FFD-6F46-5611-749DAADF0AD3}"/>
                    </a:ext>
                  </a:extLst>
                </p:cNvPr>
                <p:cNvPicPr/>
                <p:nvPr/>
              </p:nvPicPr>
              <p:blipFill>
                <a:blip r:embed="rId42"/>
                <a:stretch>
                  <a:fillRect/>
                </a:stretch>
              </p:blipFill>
              <p:spPr>
                <a:xfrm>
                  <a:off x="11071524" y="3238085"/>
                  <a:ext cx="19800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2" name="Ink 31">
                  <a:extLst>
                    <a:ext uri="{FF2B5EF4-FFF2-40B4-BE49-F238E27FC236}">
                      <a16:creationId xmlns:a16="http://schemas.microsoft.com/office/drawing/2014/main" id="{D215777E-6404-D32B-8241-C90382CB3A2F}"/>
                    </a:ext>
                  </a:extLst>
                </p14:cNvPr>
                <p14:cNvContentPartPr/>
                <p14:nvPr/>
              </p14:nvContentPartPr>
              <p14:xfrm>
                <a:off x="11349084" y="3270125"/>
                <a:ext cx="301680" cy="188280"/>
              </p14:xfrm>
            </p:contentPart>
          </mc:Choice>
          <mc:Fallback>
            <p:pic>
              <p:nvPicPr>
                <p:cNvPr id="32" name="Ink 31">
                  <a:extLst>
                    <a:ext uri="{FF2B5EF4-FFF2-40B4-BE49-F238E27FC236}">
                      <a16:creationId xmlns:a16="http://schemas.microsoft.com/office/drawing/2014/main" id="{D215777E-6404-D32B-8241-C90382CB3A2F}"/>
                    </a:ext>
                  </a:extLst>
                </p:cNvPr>
                <p:cNvPicPr/>
                <p:nvPr/>
              </p:nvPicPr>
              <p:blipFill>
                <a:blip r:embed="rId44"/>
                <a:stretch>
                  <a:fillRect/>
                </a:stretch>
              </p:blipFill>
              <p:spPr>
                <a:xfrm>
                  <a:off x="11342964" y="3264005"/>
                  <a:ext cx="31392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3" name="Ink 32">
                  <a:extLst>
                    <a:ext uri="{FF2B5EF4-FFF2-40B4-BE49-F238E27FC236}">
                      <a16:creationId xmlns:a16="http://schemas.microsoft.com/office/drawing/2014/main" id="{7AA24D9D-7194-FCF3-1EDE-561F7520EC0B}"/>
                    </a:ext>
                  </a:extLst>
                </p14:cNvPr>
                <p14:cNvContentPartPr/>
                <p14:nvPr/>
              </p14:nvContentPartPr>
              <p14:xfrm>
                <a:off x="11447724" y="3258605"/>
                <a:ext cx="147600" cy="84960"/>
              </p14:xfrm>
            </p:contentPart>
          </mc:Choice>
          <mc:Fallback>
            <p:pic>
              <p:nvPicPr>
                <p:cNvPr id="33" name="Ink 32">
                  <a:extLst>
                    <a:ext uri="{FF2B5EF4-FFF2-40B4-BE49-F238E27FC236}">
                      <a16:creationId xmlns:a16="http://schemas.microsoft.com/office/drawing/2014/main" id="{7AA24D9D-7194-FCF3-1EDE-561F7520EC0B}"/>
                    </a:ext>
                  </a:extLst>
                </p:cNvPr>
                <p:cNvPicPr/>
                <p:nvPr/>
              </p:nvPicPr>
              <p:blipFill>
                <a:blip r:embed="rId46"/>
                <a:stretch>
                  <a:fillRect/>
                </a:stretch>
              </p:blipFill>
              <p:spPr>
                <a:xfrm>
                  <a:off x="11441604" y="3252485"/>
                  <a:ext cx="15984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4" name="Ink 33">
                  <a:extLst>
                    <a:ext uri="{FF2B5EF4-FFF2-40B4-BE49-F238E27FC236}">
                      <a16:creationId xmlns:a16="http://schemas.microsoft.com/office/drawing/2014/main" id="{0A04F016-8775-02E4-6552-B3309EB8AA94}"/>
                    </a:ext>
                  </a:extLst>
                </p14:cNvPr>
                <p14:cNvContentPartPr/>
                <p14:nvPr/>
              </p14:nvContentPartPr>
              <p14:xfrm>
                <a:off x="11653644" y="3267605"/>
                <a:ext cx="90000" cy="189000"/>
              </p14:xfrm>
            </p:contentPart>
          </mc:Choice>
          <mc:Fallback>
            <p:pic>
              <p:nvPicPr>
                <p:cNvPr id="34" name="Ink 33">
                  <a:extLst>
                    <a:ext uri="{FF2B5EF4-FFF2-40B4-BE49-F238E27FC236}">
                      <a16:creationId xmlns:a16="http://schemas.microsoft.com/office/drawing/2014/main" id="{0A04F016-8775-02E4-6552-B3309EB8AA94}"/>
                    </a:ext>
                  </a:extLst>
                </p:cNvPr>
                <p:cNvPicPr/>
                <p:nvPr/>
              </p:nvPicPr>
              <p:blipFill>
                <a:blip r:embed="rId48"/>
                <a:stretch>
                  <a:fillRect/>
                </a:stretch>
              </p:blipFill>
              <p:spPr>
                <a:xfrm>
                  <a:off x="11647524" y="3261485"/>
                  <a:ext cx="1022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5" name="Ink 34">
                  <a:extLst>
                    <a:ext uri="{FF2B5EF4-FFF2-40B4-BE49-F238E27FC236}">
                      <a16:creationId xmlns:a16="http://schemas.microsoft.com/office/drawing/2014/main" id="{E6A3AA69-EE53-5BBE-7163-6208B64784D5}"/>
                    </a:ext>
                  </a:extLst>
                </p14:cNvPr>
                <p14:cNvContentPartPr/>
                <p14:nvPr/>
              </p14:nvContentPartPr>
              <p14:xfrm>
                <a:off x="10610004" y="3793205"/>
                <a:ext cx="214920" cy="138240"/>
              </p14:xfrm>
            </p:contentPart>
          </mc:Choice>
          <mc:Fallback>
            <p:pic>
              <p:nvPicPr>
                <p:cNvPr id="35" name="Ink 34">
                  <a:extLst>
                    <a:ext uri="{FF2B5EF4-FFF2-40B4-BE49-F238E27FC236}">
                      <a16:creationId xmlns:a16="http://schemas.microsoft.com/office/drawing/2014/main" id="{E6A3AA69-EE53-5BBE-7163-6208B64784D5}"/>
                    </a:ext>
                  </a:extLst>
                </p:cNvPr>
                <p:cNvPicPr/>
                <p:nvPr/>
              </p:nvPicPr>
              <p:blipFill>
                <a:blip r:embed="rId50"/>
                <a:stretch>
                  <a:fillRect/>
                </a:stretch>
              </p:blipFill>
              <p:spPr>
                <a:xfrm>
                  <a:off x="10603884" y="3787085"/>
                  <a:ext cx="22716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6" name="Ink 35">
                  <a:extLst>
                    <a:ext uri="{FF2B5EF4-FFF2-40B4-BE49-F238E27FC236}">
                      <a16:creationId xmlns:a16="http://schemas.microsoft.com/office/drawing/2014/main" id="{726D5C79-BC47-2245-E7F5-CB2FA6EA48A2}"/>
                    </a:ext>
                  </a:extLst>
                </p14:cNvPr>
                <p14:cNvContentPartPr/>
                <p14:nvPr/>
              </p14:nvContentPartPr>
              <p14:xfrm>
                <a:off x="10829964" y="3763685"/>
                <a:ext cx="93960" cy="155880"/>
              </p14:xfrm>
            </p:contentPart>
          </mc:Choice>
          <mc:Fallback>
            <p:pic>
              <p:nvPicPr>
                <p:cNvPr id="36" name="Ink 35">
                  <a:extLst>
                    <a:ext uri="{FF2B5EF4-FFF2-40B4-BE49-F238E27FC236}">
                      <a16:creationId xmlns:a16="http://schemas.microsoft.com/office/drawing/2014/main" id="{726D5C79-BC47-2245-E7F5-CB2FA6EA48A2}"/>
                    </a:ext>
                  </a:extLst>
                </p:cNvPr>
                <p:cNvPicPr/>
                <p:nvPr/>
              </p:nvPicPr>
              <p:blipFill>
                <a:blip r:embed="rId52"/>
                <a:stretch>
                  <a:fillRect/>
                </a:stretch>
              </p:blipFill>
              <p:spPr>
                <a:xfrm>
                  <a:off x="10823844" y="3757565"/>
                  <a:ext cx="10620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8" name="Ink 37">
                  <a:extLst>
                    <a:ext uri="{FF2B5EF4-FFF2-40B4-BE49-F238E27FC236}">
                      <a16:creationId xmlns:a16="http://schemas.microsoft.com/office/drawing/2014/main" id="{D4AA13BA-5ACC-FE53-D64B-ED07BB73BA31}"/>
                    </a:ext>
                  </a:extLst>
                </p14:cNvPr>
                <p14:cNvContentPartPr/>
                <p14:nvPr/>
              </p14:nvContentPartPr>
              <p14:xfrm>
                <a:off x="11112204" y="3769445"/>
                <a:ext cx="101880" cy="297360"/>
              </p14:xfrm>
            </p:contentPart>
          </mc:Choice>
          <mc:Fallback>
            <p:pic>
              <p:nvPicPr>
                <p:cNvPr id="38" name="Ink 37">
                  <a:extLst>
                    <a:ext uri="{FF2B5EF4-FFF2-40B4-BE49-F238E27FC236}">
                      <a16:creationId xmlns:a16="http://schemas.microsoft.com/office/drawing/2014/main" id="{D4AA13BA-5ACC-FE53-D64B-ED07BB73BA31}"/>
                    </a:ext>
                  </a:extLst>
                </p:cNvPr>
                <p:cNvPicPr/>
                <p:nvPr/>
              </p:nvPicPr>
              <p:blipFill>
                <a:blip r:embed="rId54"/>
                <a:stretch>
                  <a:fillRect/>
                </a:stretch>
              </p:blipFill>
              <p:spPr>
                <a:xfrm>
                  <a:off x="11106084" y="3763325"/>
                  <a:ext cx="11412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9" name="Ink 38">
                  <a:extLst>
                    <a:ext uri="{FF2B5EF4-FFF2-40B4-BE49-F238E27FC236}">
                      <a16:creationId xmlns:a16="http://schemas.microsoft.com/office/drawing/2014/main" id="{07091472-15D0-F24F-BA33-502B71A3DABE}"/>
                    </a:ext>
                  </a:extLst>
                </p14:cNvPr>
                <p14:cNvContentPartPr/>
                <p14:nvPr/>
              </p14:nvContentPartPr>
              <p14:xfrm>
                <a:off x="11293284" y="3687005"/>
                <a:ext cx="212760" cy="157320"/>
              </p14:xfrm>
            </p:contentPart>
          </mc:Choice>
          <mc:Fallback>
            <p:pic>
              <p:nvPicPr>
                <p:cNvPr id="39" name="Ink 38">
                  <a:extLst>
                    <a:ext uri="{FF2B5EF4-FFF2-40B4-BE49-F238E27FC236}">
                      <a16:creationId xmlns:a16="http://schemas.microsoft.com/office/drawing/2014/main" id="{07091472-15D0-F24F-BA33-502B71A3DABE}"/>
                    </a:ext>
                  </a:extLst>
                </p:cNvPr>
                <p:cNvPicPr/>
                <p:nvPr/>
              </p:nvPicPr>
              <p:blipFill>
                <a:blip r:embed="rId56"/>
                <a:stretch>
                  <a:fillRect/>
                </a:stretch>
              </p:blipFill>
              <p:spPr>
                <a:xfrm>
                  <a:off x="11287164" y="3680885"/>
                  <a:ext cx="22500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0" name="Ink 39">
                  <a:extLst>
                    <a:ext uri="{FF2B5EF4-FFF2-40B4-BE49-F238E27FC236}">
                      <a16:creationId xmlns:a16="http://schemas.microsoft.com/office/drawing/2014/main" id="{30DB8FAA-8158-2601-F056-36ECED400B0B}"/>
                    </a:ext>
                  </a:extLst>
                </p14:cNvPr>
                <p14:cNvContentPartPr/>
                <p14:nvPr/>
              </p14:nvContentPartPr>
              <p14:xfrm>
                <a:off x="11546364" y="3651725"/>
                <a:ext cx="96120" cy="116280"/>
              </p14:xfrm>
            </p:contentPart>
          </mc:Choice>
          <mc:Fallback>
            <p:pic>
              <p:nvPicPr>
                <p:cNvPr id="40" name="Ink 39">
                  <a:extLst>
                    <a:ext uri="{FF2B5EF4-FFF2-40B4-BE49-F238E27FC236}">
                      <a16:creationId xmlns:a16="http://schemas.microsoft.com/office/drawing/2014/main" id="{30DB8FAA-8158-2601-F056-36ECED400B0B}"/>
                    </a:ext>
                  </a:extLst>
                </p:cNvPr>
                <p:cNvPicPr/>
                <p:nvPr/>
              </p:nvPicPr>
              <p:blipFill>
                <a:blip r:embed="rId58"/>
                <a:stretch>
                  <a:fillRect/>
                </a:stretch>
              </p:blipFill>
              <p:spPr>
                <a:xfrm>
                  <a:off x="11540244" y="3645605"/>
                  <a:ext cx="10836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1" name="Ink 40">
                  <a:extLst>
                    <a:ext uri="{FF2B5EF4-FFF2-40B4-BE49-F238E27FC236}">
                      <a16:creationId xmlns:a16="http://schemas.microsoft.com/office/drawing/2014/main" id="{DA3A923E-3039-05F0-54B9-11A7D02CA7FB}"/>
                    </a:ext>
                  </a:extLst>
                </p14:cNvPr>
                <p14:cNvContentPartPr/>
                <p14:nvPr/>
              </p14:nvContentPartPr>
              <p14:xfrm>
                <a:off x="11701884" y="3627965"/>
                <a:ext cx="30240" cy="68760"/>
              </p14:xfrm>
            </p:contentPart>
          </mc:Choice>
          <mc:Fallback>
            <p:pic>
              <p:nvPicPr>
                <p:cNvPr id="41" name="Ink 40">
                  <a:extLst>
                    <a:ext uri="{FF2B5EF4-FFF2-40B4-BE49-F238E27FC236}">
                      <a16:creationId xmlns:a16="http://schemas.microsoft.com/office/drawing/2014/main" id="{DA3A923E-3039-05F0-54B9-11A7D02CA7FB}"/>
                    </a:ext>
                  </a:extLst>
                </p:cNvPr>
                <p:cNvPicPr/>
                <p:nvPr/>
              </p:nvPicPr>
              <p:blipFill>
                <a:blip r:embed="rId60"/>
                <a:stretch>
                  <a:fillRect/>
                </a:stretch>
              </p:blipFill>
              <p:spPr>
                <a:xfrm>
                  <a:off x="11695764" y="3621845"/>
                  <a:ext cx="4248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2" name="Ink 41">
                  <a:extLst>
                    <a:ext uri="{FF2B5EF4-FFF2-40B4-BE49-F238E27FC236}">
                      <a16:creationId xmlns:a16="http://schemas.microsoft.com/office/drawing/2014/main" id="{62B73C7F-ED9B-B321-14DB-2AD5693F68E7}"/>
                    </a:ext>
                  </a:extLst>
                </p14:cNvPr>
                <p14:cNvContentPartPr/>
                <p14:nvPr/>
              </p14:nvContentPartPr>
              <p14:xfrm>
                <a:off x="11711964" y="3501605"/>
                <a:ext cx="4320" cy="23760"/>
              </p14:xfrm>
            </p:contentPart>
          </mc:Choice>
          <mc:Fallback>
            <p:pic>
              <p:nvPicPr>
                <p:cNvPr id="42" name="Ink 41">
                  <a:extLst>
                    <a:ext uri="{FF2B5EF4-FFF2-40B4-BE49-F238E27FC236}">
                      <a16:creationId xmlns:a16="http://schemas.microsoft.com/office/drawing/2014/main" id="{62B73C7F-ED9B-B321-14DB-2AD5693F68E7}"/>
                    </a:ext>
                  </a:extLst>
                </p:cNvPr>
                <p:cNvPicPr/>
                <p:nvPr/>
              </p:nvPicPr>
              <p:blipFill>
                <a:blip r:embed="rId62"/>
                <a:stretch>
                  <a:fillRect/>
                </a:stretch>
              </p:blipFill>
              <p:spPr>
                <a:xfrm>
                  <a:off x="11705844" y="3495485"/>
                  <a:ext cx="165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3" name="Ink 42">
                  <a:extLst>
                    <a:ext uri="{FF2B5EF4-FFF2-40B4-BE49-F238E27FC236}">
                      <a16:creationId xmlns:a16="http://schemas.microsoft.com/office/drawing/2014/main" id="{0523ED31-6695-06BB-7C15-C4912888B60D}"/>
                    </a:ext>
                  </a:extLst>
                </p14:cNvPr>
                <p14:cNvContentPartPr/>
                <p14:nvPr/>
              </p14:nvContentPartPr>
              <p14:xfrm>
                <a:off x="11777844" y="3579365"/>
                <a:ext cx="84600" cy="88560"/>
              </p14:xfrm>
            </p:contentPart>
          </mc:Choice>
          <mc:Fallback>
            <p:pic>
              <p:nvPicPr>
                <p:cNvPr id="43" name="Ink 42">
                  <a:extLst>
                    <a:ext uri="{FF2B5EF4-FFF2-40B4-BE49-F238E27FC236}">
                      <a16:creationId xmlns:a16="http://schemas.microsoft.com/office/drawing/2014/main" id="{0523ED31-6695-06BB-7C15-C4912888B60D}"/>
                    </a:ext>
                  </a:extLst>
                </p:cNvPr>
                <p:cNvPicPr/>
                <p:nvPr/>
              </p:nvPicPr>
              <p:blipFill>
                <a:blip r:embed="rId64"/>
                <a:stretch>
                  <a:fillRect/>
                </a:stretch>
              </p:blipFill>
              <p:spPr>
                <a:xfrm>
                  <a:off x="11771724" y="3573245"/>
                  <a:ext cx="9684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4" name="Ink 43">
                  <a:extLst>
                    <a:ext uri="{FF2B5EF4-FFF2-40B4-BE49-F238E27FC236}">
                      <a16:creationId xmlns:a16="http://schemas.microsoft.com/office/drawing/2014/main" id="{A282F8D4-BE37-39C6-F103-A7C594292F16}"/>
                    </a:ext>
                  </a:extLst>
                </p14:cNvPr>
                <p14:cNvContentPartPr/>
                <p14:nvPr/>
              </p14:nvContentPartPr>
              <p14:xfrm>
                <a:off x="11876844" y="3513125"/>
                <a:ext cx="117720" cy="101880"/>
              </p14:xfrm>
            </p:contentPart>
          </mc:Choice>
          <mc:Fallback>
            <p:pic>
              <p:nvPicPr>
                <p:cNvPr id="44" name="Ink 43">
                  <a:extLst>
                    <a:ext uri="{FF2B5EF4-FFF2-40B4-BE49-F238E27FC236}">
                      <a16:creationId xmlns:a16="http://schemas.microsoft.com/office/drawing/2014/main" id="{A282F8D4-BE37-39C6-F103-A7C594292F16}"/>
                    </a:ext>
                  </a:extLst>
                </p:cNvPr>
                <p:cNvPicPr/>
                <p:nvPr/>
              </p:nvPicPr>
              <p:blipFill>
                <a:blip r:embed="rId66"/>
                <a:stretch>
                  <a:fillRect/>
                </a:stretch>
              </p:blipFill>
              <p:spPr>
                <a:xfrm>
                  <a:off x="11870724" y="3507005"/>
                  <a:ext cx="12996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5" name="Ink 44">
                  <a:extLst>
                    <a:ext uri="{FF2B5EF4-FFF2-40B4-BE49-F238E27FC236}">
                      <a16:creationId xmlns:a16="http://schemas.microsoft.com/office/drawing/2014/main" id="{7B8F77B7-B5AD-3A68-1840-87AAEE375477}"/>
                    </a:ext>
                  </a:extLst>
                </p14:cNvPr>
                <p14:cNvContentPartPr/>
                <p14:nvPr/>
              </p14:nvContentPartPr>
              <p14:xfrm>
                <a:off x="12032364" y="3423845"/>
                <a:ext cx="70560" cy="157680"/>
              </p14:xfrm>
            </p:contentPart>
          </mc:Choice>
          <mc:Fallback>
            <p:pic>
              <p:nvPicPr>
                <p:cNvPr id="45" name="Ink 44">
                  <a:extLst>
                    <a:ext uri="{FF2B5EF4-FFF2-40B4-BE49-F238E27FC236}">
                      <a16:creationId xmlns:a16="http://schemas.microsoft.com/office/drawing/2014/main" id="{7B8F77B7-B5AD-3A68-1840-87AAEE375477}"/>
                    </a:ext>
                  </a:extLst>
                </p:cNvPr>
                <p:cNvPicPr/>
                <p:nvPr/>
              </p:nvPicPr>
              <p:blipFill>
                <a:blip r:embed="rId68"/>
                <a:stretch>
                  <a:fillRect/>
                </a:stretch>
              </p:blipFill>
              <p:spPr>
                <a:xfrm>
                  <a:off x="12026244" y="3417725"/>
                  <a:ext cx="82800" cy="169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9">
            <p14:nvContentPartPr>
              <p14:cNvPr id="47" name="Ink 46">
                <a:extLst>
                  <a:ext uri="{FF2B5EF4-FFF2-40B4-BE49-F238E27FC236}">
                    <a16:creationId xmlns:a16="http://schemas.microsoft.com/office/drawing/2014/main" id="{7CB099A8-973B-EF24-586D-A2C065070569}"/>
                  </a:ext>
                </a:extLst>
              </p14:cNvPr>
              <p14:cNvContentPartPr/>
              <p14:nvPr/>
            </p14:nvContentPartPr>
            <p14:xfrm>
              <a:off x="5836404" y="6167045"/>
              <a:ext cx="360" cy="360"/>
            </p14:xfrm>
          </p:contentPart>
        </mc:Choice>
        <mc:Fallback>
          <p:pic>
            <p:nvPicPr>
              <p:cNvPr id="47" name="Ink 46">
                <a:extLst>
                  <a:ext uri="{FF2B5EF4-FFF2-40B4-BE49-F238E27FC236}">
                    <a16:creationId xmlns:a16="http://schemas.microsoft.com/office/drawing/2014/main" id="{7CB099A8-973B-EF24-586D-A2C065070569}"/>
                  </a:ext>
                </a:extLst>
              </p:cNvPr>
              <p:cNvPicPr/>
              <p:nvPr/>
            </p:nvPicPr>
            <p:blipFill>
              <a:blip r:embed="rId70"/>
              <a:stretch>
                <a:fillRect/>
              </a:stretch>
            </p:blipFill>
            <p:spPr>
              <a:xfrm>
                <a:off x="5830284" y="616092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8" name="Ink 47">
                <a:extLst>
                  <a:ext uri="{FF2B5EF4-FFF2-40B4-BE49-F238E27FC236}">
                    <a16:creationId xmlns:a16="http://schemas.microsoft.com/office/drawing/2014/main" id="{C23F7BBF-6BB8-97C2-AB74-0822C52C95CB}"/>
                  </a:ext>
                </a:extLst>
              </p14:cNvPr>
              <p14:cNvContentPartPr/>
              <p14:nvPr/>
            </p14:nvContentPartPr>
            <p14:xfrm>
              <a:off x="1574004" y="3937925"/>
              <a:ext cx="2201040" cy="644760"/>
            </p14:xfrm>
          </p:contentPart>
        </mc:Choice>
        <mc:Fallback>
          <p:pic>
            <p:nvPicPr>
              <p:cNvPr id="48" name="Ink 47">
                <a:extLst>
                  <a:ext uri="{FF2B5EF4-FFF2-40B4-BE49-F238E27FC236}">
                    <a16:creationId xmlns:a16="http://schemas.microsoft.com/office/drawing/2014/main" id="{C23F7BBF-6BB8-97C2-AB74-0822C52C95CB}"/>
                  </a:ext>
                </a:extLst>
              </p:cNvPr>
              <p:cNvPicPr/>
              <p:nvPr/>
            </p:nvPicPr>
            <p:blipFill>
              <a:blip r:embed="rId72"/>
              <a:stretch>
                <a:fillRect/>
              </a:stretch>
            </p:blipFill>
            <p:spPr>
              <a:xfrm>
                <a:off x="1567884" y="3931805"/>
                <a:ext cx="2213280" cy="6570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50" name="Ink 49">
                <a:extLst>
                  <a:ext uri="{FF2B5EF4-FFF2-40B4-BE49-F238E27FC236}">
                    <a16:creationId xmlns:a16="http://schemas.microsoft.com/office/drawing/2014/main" id="{C7FAF88F-3D04-D7F6-1284-CC48E79486A2}"/>
                  </a:ext>
                </a:extLst>
              </p14:cNvPr>
              <p14:cNvContentPartPr/>
              <p14:nvPr/>
            </p14:nvContentPartPr>
            <p14:xfrm>
              <a:off x="2324604" y="4581245"/>
              <a:ext cx="360" cy="253440"/>
            </p14:xfrm>
          </p:contentPart>
        </mc:Choice>
        <mc:Fallback>
          <p:pic>
            <p:nvPicPr>
              <p:cNvPr id="50" name="Ink 49">
                <a:extLst>
                  <a:ext uri="{FF2B5EF4-FFF2-40B4-BE49-F238E27FC236}">
                    <a16:creationId xmlns:a16="http://schemas.microsoft.com/office/drawing/2014/main" id="{C7FAF88F-3D04-D7F6-1284-CC48E79486A2}"/>
                  </a:ext>
                </a:extLst>
              </p:cNvPr>
              <p:cNvPicPr/>
              <p:nvPr/>
            </p:nvPicPr>
            <p:blipFill>
              <a:blip r:embed="rId74"/>
              <a:stretch>
                <a:fillRect/>
              </a:stretch>
            </p:blipFill>
            <p:spPr>
              <a:xfrm>
                <a:off x="2318124" y="4575125"/>
                <a:ext cx="12600" cy="265680"/>
              </a:xfrm>
              <a:prstGeom prst="rect">
                <a:avLst/>
              </a:prstGeom>
            </p:spPr>
          </p:pic>
        </mc:Fallback>
      </mc:AlternateContent>
      <p:grpSp>
        <p:nvGrpSpPr>
          <p:cNvPr id="82" name="Group 81">
            <a:extLst>
              <a:ext uri="{FF2B5EF4-FFF2-40B4-BE49-F238E27FC236}">
                <a16:creationId xmlns:a16="http://schemas.microsoft.com/office/drawing/2014/main" id="{C2677A9E-095C-3929-733B-BDA7EA3E6D46}"/>
              </a:ext>
            </a:extLst>
          </p:cNvPr>
          <p:cNvGrpSpPr/>
          <p:nvPr/>
        </p:nvGrpSpPr>
        <p:grpSpPr>
          <a:xfrm>
            <a:off x="1630524" y="2810765"/>
            <a:ext cx="3301920" cy="1247040"/>
            <a:chOff x="1630524" y="2810765"/>
            <a:chExt cx="3301920" cy="1247040"/>
          </a:xfrm>
        </p:grpSpPr>
        <mc:AlternateContent xmlns:mc="http://schemas.openxmlformats.org/markup-compatibility/2006">
          <mc:Choice xmlns:p14="http://schemas.microsoft.com/office/powerpoint/2010/main" Requires="p14">
            <p:contentPart p14:bwMode="auto" r:id="rId75">
              <p14:nvContentPartPr>
                <p14:cNvPr id="51" name="Ink 50">
                  <a:extLst>
                    <a:ext uri="{FF2B5EF4-FFF2-40B4-BE49-F238E27FC236}">
                      <a16:creationId xmlns:a16="http://schemas.microsoft.com/office/drawing/2014/main" id="{45132192-7BFB-260C-D956-24E5CE1A78CD}"/>
                    </a:ext>
                  </a:extLst>
                </p14:cNvPr>
                <p14:cNvContentPartPr/>
                <p14:nvPr/>
              </p14:nvContentPartPr>
              <p14:xfrm>
                <a:off x="1630524" y="3411965"/>
                <a:ext cx="1259640" cy="645840"/>
              </p14:xfrm>
            </p:contentPart>
          </mc:Choice>
          <mc:Fallback>
            <p:pic>
              <p:nvPicPr>
                <p:cNvPr id="51" name="Ink 50">
                  <a:extLst>
                    <a:ext uri="{FF2B5EF4-FFF2-40B4-BE49-F238E27FC236}">
                      <a16:creationId xmlns:a16="http://schemas.microsoft.com/office/drawing/2014/main" id="{45132192-7BFB-260C-D956-24E5CE1A78CD}"/>
                    </a:ext>
                  </a:extLst>
                </p:cNvPr>
                <p:cNvPicPr/>
                <p:nvPr/>
              </p:nvPicPr>
              <p:blipFill>
                <a:blip r:embed="rId76"/>
                <a:stretch>
                  <a:fillRect/>
                </a:stretch>
              </p:blipFill>
              <p:spPr>
                <a:xfrm>
                  <a:off x="1624404" y="3405845"/>
                  <a:ext cx="1271880" cy="6580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2" name="Ink 51">
                  <a:extLst>
                    <a:ext uri="{FF2B5EF4-FFF2-40B4-BE49-F238E27FC236}">
                      <a16:creationId xmlns:a16="http://schemas.microsoft.com/office/drawing/2014/main" id="{0DA5C498-64FB-7517-70B5-9C4B2DFEE982}"/>
                    </a:ext>
                  </a:extLst>
                </p14:cNvPr>
                <p14:cNvContentPartPr/>
                <p14:nvPr/>
              </p14:nvContentPartPr>
              <p14:xfrm>
                <a:off x="2256564" y="3217565"/>
                <a:ext cx="407160" cy="235800"/>
              </p14:xfrm>
            </p:contentPart>
          </mc:Choice>
          <mc:Fallback>
            <p:pic>
              <p:nvPicPr>
                <p:cNvPr id="52" name="Ink 51">
                  <a:extLst>
                    <a:ext uri="{FF2B5EF4-FFF2-40B4-BE49-F238E27FC236}">
                      <a16:creationId xmlns:a16="http://schemas.microsoft.com/office/drawing/2014/main" id="{0DA5C498-64FB-7517-70B5-9C4B2DFEE982}"/>
                    </a:ext>
                  </a:extLst>
                </p:cNvPr>
                <p:cNvPicPr/>
                <p:nvPr/>
              </p:nvPicPr>
              <p:blipFill>
                <a:blip r:embed="rId78"/>
                <a:stretch>
                  <a:fillRect/>
                </a:stretch>
              </p:blipFill>
              <p:spPr>
                <a:xfrm>
                  <a:off x="2250444" y="3211445"/>
                  <a:ext cx="41940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3" name="Ink 52">
                  <a:extLst>
                    <a:ext uri="{FF2B5EF4-FFF2-40B4-BE49-F238E27FC236}">
                      <a16:creationId xmlns:a16="http://schemas.microsoft.com/office/drawing/2014/main" id="{2E8FD7E6-EF43-2EA4-3925-59360E716021}"/>
                    </a:ext>
                  </a:extLst>
                </p14:cNvPr>
                <p14:cNvContentPartPr/>
                <p14:nvPr/>
              </p14:nvContentPartPr>
              <p14:xfrm>
                <a:off x="2762004" y="3149165"/>
                <a:ext cx="41040" cy="223200"/>
              </p14:xfrm>
            </p:contentPart>
          </mc:Choice>
          <mc:Fallback>
            <p:pic>
              <p:nvPicPr>
                <p:cNvPr id="53" name="Ink 52">
                  <a:extLst>
                    <a:ext uri="{FF2B5EF4-FFF2-40B4-BE49-F238E27FC236}">
                      <a16:creationId xmlns:a16="http://schemas.microsoft.com/office/drawing/2014/main" id="{2E8FD7E6-EF43-2EA4-3925-59360E716021}"/>
                    </a:ext>
                  </a:extLst>
                </p:cNvPr>
                <p:cNvPicPr/>
                <p:nvPr/>
              </p:nvPicPr>
              <p:blipFill>
                <a:blip r:embed="rId80"/>
                <a:stretch>
                  <a:fillRect/>
                </a:stretch>
              </p:blipFill>
              <p:spPr>
                <a:xfrm>
                  <a:off x="2755884" y="3143045"/>
                  <a:ext cx="5328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4" name="Ink 53">
                  <a:extLst>
                    <a:ext uri="{FF2B5EF4-FFF2-40B4-BE49-F238E27FC236}">
                      <a16:creationId xmlns:a16="http://schemas.microsoft.com/office/drawing/2014/main" id="{5D5E67D2-386D-DA39-A94B-A63C19AAEC85}"/>
                    </a:ext>
                  </a:extLst>
                </p14:cNvPr>
                <p14:cNvContentPartPr/>
                <p14:nvPr/>
              </p14:nvContentPartPr>
              <p14:xfrm>
                <a:off x="2816004" y="3077525"/>
                <a:ext cx="654840" cy="403560"/>
              </p14:xfrm>
            </p:contentPart>
          </mc:Choice>
          <mc:Fallback>
            <p:pic>
              <p:nvPicPr>
                <p:cNvPr id="54" name="Ink 53">
                  <a:extLst>
                    <a:ext uri="{FF2B5EF4-FFF2-40B4-BE49-F238E27FC236}">
                      <a16:creationId xmlns:a16="http://schemas.microsoft.com/office/drawing/2014/main" id="{5D5E67D2-386D-DA39-A94B-A63C19AAEC85}"/>
                    </a:ext>
                  </a:extLst>
                </p:cNvPr>
                <p:cNvPicPr/>
                <p:nvPr/>
              </p:nvPicPr>
              <p:blipFill>
                <a:blip r:embed="rId82"/>
                <a:stretch>
                  <a:fillRect/>
                </a:stretch>
              </p:blipFill>
              <p:spPr>
                <a:xfrm>
                  <a:off x="2809884" y="3071405"/>
                  <a:ext cx="667080" cy="4158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6" name="Ink 55">
                  <a:extLst>
                    <a:ext uri="{FF2B5EF4-FFF2-40B4-BE49-F238E27FC236}">
                      <a16:creationId xmlns:a16="http://schemas.microsoft.com/office/drawing/2014/main" id="{F5763369-6B37-9305-B085-7511FB901BAB}"/>
                    </a:ext>
                  </a:extLst>
                </p14:cNvPr>
                <p14:cNvContentPartPr/>
                <p14:nvPr/>
              </p14:nvContentPartPr>
              <p14:xfrm>
                <a:off x="3569484" y="2869085"/>
                <a:ext cx="159480" cy="263880"/>
              </p14:xfrm>
            </p:contentPart>
          </mc:Choice>
          <mc:Fallback>
            <p:pic>
              <p:nvPicPr>
                <p:cNvPr id="56" name="Ink 55">
                  <a:extLst>
                    <a:ext uri="{FF2B5EF4-FFF2-40B4-BE49-F238E27FC236}">
                      <a16:creationId xmlns:a16="http://schemas.microsoft.com/office/drawing/2014/main" id="{F5763369-6B37-9305-B085-7511FB901BAB}"/>
                    </a:ext>
                  </a:extLst>
                </p:cNvPr>
                <p:cNvPicPr/>
                <p:nvPr/>
              </p:nvPicPr>
              <p:blipFill>
                <a:blip r:embed="rId84"/>
                <a:stretch>
                  <a:fillRect/>
                </a:stretch>
              </p:blipFill>
              <p:spPr>
                <a:xfrm>
                  <a:off x="3563364" y="2862965"/>
                  <a:ext cx="17172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7" name="Ink 56">
                  <a:extLst>
                    <a:ext uri="{FF2B5EF4-FFF2-40B4-BE49-F238E27FC236}">
                      <a16:creationId xmlns:a16="http://schemas.microsoft.com/office/drawing/2014/main" id="{590A442C-6825-EE4C-8CD4-36A90170682C}"/>
                    </a:ext>
                  </a:extLst>
                </p14:cNvPr>
                <p14:cNvContentPartPr/>
                <p14:nvPr/>
              </p14:nvContentPartPr>
              <p14:xfrm>
                <a:off x="3588924" y="2868725"/>
                <a:ext cx="187200" cy="175680"/>
              </p14:xfrm>
            </p:contentPart>
          </mc:Choice>
          <mc:Fallback>
            <p:pic>
              <p:nvPicPr>
                <p:cNvPr id="57" name="Ink 56">
                  <a:extLst>
                    <a:ext uri="{FF2B5EF4-FFF2-40B4-BE49-F238E27FC236}">
                      <a16:creationId xmlns:a16="http://schemas.microsoft.com/office/drawing/2014/main" id="{590A442C-6825-EE4C-8CD4-36A90170682C}"/>
                    </a:ext>
                  </a:extLst>
                </p:cNvPr>
                <p:cNvPicPr/>
                <p:nvPr/>
              </p:nvPicPr>
              <p:blipFill>
                <a:blip r:embed="rId86"/>
                <a:stretch>
                  <a:fillRect/>
                </a:stretch>
              </p:blipFill>
              <p:spPr>
                <a:xfrm>
                  <a:off x="3582804" y="2862605"/>
                  <a:ext cx="19944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8" name="Ink 57">
                  <a:extLst>
                    <a:ext uri="{FF2B5EF4-FFF2-40B4-BE49-F238E27FC236}">
                      <a16:creationId xmlns:a16="http://schemas.microsoft.com/office/drawing/2014/main" id="{41DFAEC0-B567-2A9F-1468-BE29B3ABE98D}"/>
                    </a:ext>
                  </a:extLst>
                </p14:cNvPr>
                <p14:cNvContentPartPr/>
                <p14:nvPr/>
              </p14:nvContentPartPr>
              <p14:xfrm>
                <a:off x="3774324" y="2810765"/>
                <a:ext cx="339120" cy="305640"/>
              </p14:xfrm>
            </p:contentPart>
          </mc:Choice>
          <mc:Fallback>
            <p:pic>
              <p:nvPicPr>
                <p:cNvPr id="58" name="Ink 57">
                  <a:extLst>
                    <a:ext uri="{FF2B5EF4-FFF2-40B4-BE49-F238E27FC236}">
                      <a16:creationId xmlns:a16="http://schemas.microsoft.com/office/drawing/2014/main" id="{41DFAEC0-B567-2A9F-1468-BE29B3ABE98D}"/>
                    </a:ext>
                  </a:extLst>
                </p:cNvPr>
                <p:cNvPicPr/>
                <p:nvPr/>
              </p:nvPicPr>
              <p:blipFill>
                <a:blip r:embed="rId88"/>
                <a:stretch>
                  <a:fillRect/>
                </a:stretch>
              </p:blipFill>
              <p:spPr>
                <a:xfrm>
                  <a:off x="3768204" y="2804645"/>
                  <a:ext cx="351360"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9" name="Ink 58">
                  <a:extLst>
                    <a:ext uri="{FF2B5EF4-FFF2-40B4-BE49-F238E27FC236}">
                      <a16:creationId xmlns:a16="http://schemas.microsoft.com/office/drawing/2014/main" id="{CA09DFF8-EF88-B3BC-8C8A-69C32F421D39}"/>
                    </a:ext>
                  </a:extLst>
                </p14:cNvPr>
                <p14:cNvContentPartPr/>
                <p14:nvPr/>
              </p14:nvContentPartPr>
              <p14:xfrm>
                <a:off x="3053964" y="3462725"/>
                <a:ext cx="75960" cy="229320"/>
              </p14:xfrm>
            </p:contentPart>
          </mc:Choice>
          <mc:Fallback>
            <p:pic>
              <p:nvPicPr>
                <p:cNvPr id="59" name="Ink 58">
                  <a:extLst>
                    <a:ext uri="{FF2B5EF4-FFF2-40B4-BE49-F238E27FC236}">
                      <a16:creationId xmlns:a16="http://schemas.microsoft.com/office/drawing/2014/main" id="{CA09DFF8-EF88-B3BC-8C8A-69C32F421D39}"/>
                    </a:ext>
                  </a:extLst>
                </p:cNvPr>
                <p:cNvPicPr/>
                <p:nvPr/>
              </p:nvPicPr>
              <p:blipFill>
                <a:blip r:embed="rId90"/>
                <a:stretch>
                  <a:fillRect/>
                </a:stretch>
              </p:blipFill>
              <p:spPr>
                <a:xfrm>
                  <a:off x="3047844" y="3456605"/>
                  <a:ext cx="8820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0" name="Ink 59">
                  <a:extLst>
                    <a:ext uri="{FF2B5EF4-FFF2-40B4-BE49-F238E27FC236}">
                      <a16:creationId xmlns:a16="http://schemas.microsoft.com/office/drawing/2014/main" id="{0979B1D3-DB2E-758B-370E-9B822B8CB34C}"/>
                    </a:ext>
                  </a:extLst>
                </p14:cNvPr>
                <p14:cNvContentPartPr/>
                <p14:nvPr/>
              </p14:nvContentPartPr>
              <p14:xfrm>
                <a:off x="3196524" y="3482885"/>
                <a:ext cx="110520" cy="118080"/>
              </p14:xfrm>
            </p:contentPart>
          </mc:Choice>
          <mc:Fallback>
            <p:pic>
              <p:nvPicPr>
                <p:cNvPr id="60" name="Ink 59">
                  <a:extLst>
                    <a:ext uri="{FF2B5EF4-FFF2-40B4-BE49-F238E27FC236}">
                      <a16:creationId xmlns:a16="http://schemas.microsoft.com/office/drawing/2014/main" id="{0979B1D3-DB2E-758B-370E-9B822B8CB34C}"/>
                    </a:ext>
                  </a:extLst>
                </p:cNvPr>
                <p:cNvPicPr/>
                <p:nvPr/>
              </p:nvPicPr>
              <p:blipFill>
                <a:blip r:embed="rId92"/>
                <a:stretch>
                  <a:fillRect/>
                </a:stretch>
              </p:blipFill>
              <p:spPr>
                <a:xfrm>
                  <a:off x="3190404" y="3476765"/>
                  <a:ext cx="12276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1" name="Ink 60">
                  <a:extLst>
                    <a:ext uri="{FF2B5EF4-FFF2-40B4-BE49-F238E27FC236}">
                      <a16:creationId xmlns:a16="http://schemas.microsoft.com/office/drawing/2014/main" id="{A894B2D6-68A9-46AF-31EA-9CC66924C720}"/>
                    </a:ext>
                  </a:extLst>
                </p14:cNvPr>
                <p14:cNvContentPartPr/>
                <p14:nvPr/>
              </p14:nvContentPartPr>
              <p14:xfrm>
                <a:off x="3373284" y="3416645"/>
                <a:ext cx="149760" cy="307800"/>
              </p14:xfrm>
            </p:contentPart>
          </mc:Choice>
          <mc:Fallback>
            <p:pic>
              <p:nvPicPr>
                <p:cNvPr id="61" name="Ink 60">
                  <a:extLst>
                    <a:ext uri="{FF2B5EF4-FFF2-40B4-BE49-F238E27FC236}">
                      <a16:creationId xmlns:a16="http://schemas.microsoft.com/office/drawing/2014/main" id="{A894B2D6-68A9-46AF-31EA-9CC66924C720}"/>
                    </a:ext>
                  </a:extLst>
                </p:cNvPr>
                <p:cNvPicPr/>
                <p:nvPr/>
              </p:nvPicPr>
              <p:blipFill>
                <a:blip r:embed="rId94"/>
                <a:stretch>
                  <a:fillRect/>
                </a:stretch>
              </p:blipFill>
              <p:spPr>
                <a:xfrm>
                  <a:off x="3367164" y="3410525"/>
                  <a:ext cx="16200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2" name="Ink 61">
                  <a:extLst>
                    <a:ext uri="{FF2B5EF4-FFF2-40B4-BE49-F238E27FC236}">
                      <a16:creationId xmlns:a16="http://schemas.microsoft.com/office/drawing/2014/main" id="{8453FAC7-9769-458F-ED83-15A4B433A78F}"/>
                    </a:ext>
                  </a:extLst>
                </p14:cNvPr>
                <p14:cNvContentPartPr/>
                <p14:nvPr/>
              </p14:nvContentPartPr>
              <p14:xfrm>
                <a:off x="3540684" y="3374525"/>
                <a:ext cx="108720" cy="101160"/>
              </p14:xfrm>
            </p:contentPart>
          </mc:Choice>
          <mc:Fallback>
            <p:pic>
              <p:nvPicPr>
                <p:cNvPr id="62" name="Ink 61">
                  <a:extLst>
                    <a:ext uri="{FF2B5EF4-FFF2-40B4-BE49-F238E27FC236}">
                      <a16:creationId xmlns:a16="http://schemas.microsoft.com/office/drawing/2014/main" id="{8453FAC7-9769-458F-ED83-15A4B433A78F}"/>
                    </a:ext>
                  </a:extLst>
                </p:cNvPr>
                <p:cNvPicPr/>
                <p:nvPr/>
              </p:nvPicPr>
              <p:blipFill>
                <a:blip r:embed="rId96"/>
                <a:stretch>
                  <a:fillRect/>
                </a:stretch>
              </p:blipFill>
              <p:spPr>
                <a:xfrm>
                  <a:off x="3534564" y="3368405"/>
                  <a:ext cx="12096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4" name="Ink 63">
                  <a:extLst>
                    <a:ext uri="{FF2B5EF4-FFF2-40B4-BE49-F238E27FC236}">
                      <a16:creationId xmlns:a16="http://schemas.microsoft.com/office/drawing/2014/main" id="{AB41FE8B-D0A5-9BCB-6616-625E2E3E847D}"/>
                    </a:ext>
                  </a:extLst>
                </p14:cNvPr>
                <p14:cNvContentPartPr/>
                <p14:nvPr/>
              </p14:nvContentPartPr>
              <p14:xfrm>
                <a:off x="3219564" y="3492245"/>
                <a:ext cx="88920" cy="47520"/>
              </p14:xfrm>
            </p:contentPart>
          </mc:Choice>
          <mc:Fallback>
            <p:pic>
              <p:nvPicPr>
                <p:cNvPr id="64" name="Ink 63">
                  <a:extLst>
                    <a:ext uri="{FF2B5EF4-FFF2-40B4-BE49-F238E27FC236}">
                      <a16:creationId xmlns:a16="http://schemas.microsoft.com/office/drawing/2014/main" id="{AB41FE8B-D0A5-9BCB-6616-625E2E3E847D}"/>
                    </a:ext>
                  </a:extLst>
                </p:cNvPr>
                <p:cNvPicPr/>
                <p:nvPr/>
              </p:nvPicPr>
              <p:blipFill>
                <a:blip r:embed="rId98"/>
                <a:stretch>
                  <a:fillRect/>
                </a:stretch>
              </p:blipFill>
              <p:spPr>
                <a:xfrm>
                  <a:off x="3213444" y="3486125"/>
                  <a:ext cx="10116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6" name="Ink 65">
                  <a:extLst>
                    <a:ext uri="{FF2B5EF4-FFF2-40B4-BE49-F238E27FC236}">
                      <a16:creationId xmlns:a16="http://schemas.microsoft.com/office/drawing/2014/main" id="{9BE3778D-01B6-DC40-8703-ADEFE4B2A477}"/>
                    </a:ext>
                  </a:extLst>
                </p14:cNvPr>
                <p14:cNvContentPartPr/>
                <p14:nvPr/>
              </p14:nvContentPartPr>
              <p14:xfrm>
                <a:off x="3783684" y="3336005"/>
                <a:ext cx="59400" cy="37440"/>
              </p14:xfrm>
            </p:contentPart>
          </mc:Choice>
          <mc:Fallback>
            <p:pic>
              <p:nvPicPr>
                <p:cNvPr id="66" name="Ink 65">
                  <a:extLst>
                    <a:ext uri="{FF2B5EF4-FFF2-40B4-BE49-F238E27FC236}">
                      <a16:creationId xmlns:a16="http://schemas.microsoft.com/office/drawing/2014/main" id="{9BE3778D-01B6-DC40-8703-ADEFE4B2A477}"/>
                    </a:ext>
                  </a:extLst>
                </p:cNvPr>
                <p:cNvPicPr/>
                <p:nvPr/>
              </p:nvPicPr>
              <p:blipFill>
                <a:blip r:embed="rId100"/>
                <a:stretch>
                  <a:fillRect/>
                </a:stretch>
              </p:blipFill>
              <p:spPr>
                <a:xfrm>
                  <a:off x="3777564" y="3329885"/>
                  <a:ext cx="716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7" name="Ink 66">
                  <a:extLst>
                    <a:ext uri="{FF2B5EF4-FFF2-40B4-BE49-F238E27FC236}">
                      <a16:creationId xmlns:a16="http://schemas.microsoft.com/office/drawing/2014/main" id="{1B2417A7-789B-CFC0-00CA-9B8B8BDEB502}"/>
                    </a:ext>
                  </a:extLst>
                </p14:cNvPr>
                <p14:cNvContentPartPr/>
                <p14:nvPr/>
              </p14:nvContentPartPr>
              <p14:xfrm>
                <a:off x="3857484" y="3277685"/>
                <a:ext cx="43200" cy="93240"/>
              </p14:xfrm>
            </p:contentPart>
          </mc:Choice>
          <mc:Fallback>
            <p:pic>
              <p:nvPicPr>
                <p:cNvPr id="67" name="Ink 66">
                  <a:extLst>
                    <a:ext uri="{FF2B5EF4-FFF2-40B4-BE49-F238E27FC236}">
                      <a16:creationId xmlns:a16="http://schemas.microsoft.com/office/drawing/2014/main" id="{1B2417A7-789B-CFC0-00CA-9B8B8BDEB502}"/>
                    </a:ext>
                  </a:extLst>
                </p:cNvPr>
                <p:cNvPicPr/>
                <p:nvPr/>
              </p:nvPicPr>
              <p:blipFill>
                <a:blip r:embed="rId102"/>
                <a:stretch>
                  <a:fillRect/>
                </a:stretch>
              </p:blipFill>
              <p:spPr>
                <a:xfrm>
                  <a:off x="3851364" y="3271565"/>
                  <a:ext cx="554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8" name="Ink 67">
                  <a:extLst>
                    <a:ext uri="{FF2B5EF4-FFF2-40B4-BE49-F238E27FC236}">
                      <a16:creationId xmlns:a16="http://schemas.microsoft.com/office/drawing/2014/main" id="{C235BC1F-977C-A3AB-F8F9-3C426FB45AD3}"/>
                    </a:ext>
                  </a:extLst>
                </p14:cNvPr>
                <p14:cNvContentPartPr/>
                <p14:nvPr/>
              </p14:nvContentPartPr>
              <p14:xfrm>
                <a:off x="3910044" y="3197045"/>
                <a:ext cx="90000" cy="114480"/>
              </p14:xfrm>
            </p:contentPart>
          </mc:Choice>
          <mc:Fallback>
            <p:pic>
              <p:nvPicPr>
                <p:cNvPr id="68" name="Ink 67">
                  <a:extLst>
                    <a:ext uri="{FF2B5EF4-FFF2-40B4-BE49-F238E27FC236}">
                      <a16:creationId xmlns:a16="http://schemas.microsoft.com/office/drawing/2014/main" id="{C235BC1F-977C-A3AB-F8F9-3C426FB45AD3}"/>
                    </a:ext>
                  </a:extLst>
                </p:cNvPr>
                <p:cNvPicPr/>
                <p:nvPr/>
              </p:nvPicPr>
              <p:blipFill>
                <a:blip r:embed="rId104"/>
                <a:stretch>
                  <a:fillRect/>
                </a:stretch>
              </p:blipFill>
              <p:spPr>
                <a:xfrm>
                  <a:off x="3903924" y="3190925"/>
                  <a:ext cx="10224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9" name="Ink 68">
                  <a:extLst>
                    <a:ext uri="{FF2B5EF4-FFF2-40B4-BE49-F238E27FC236}">
                      <a16:creationId xmlns:a16="http://schemas.microsoft.com/office/drawing/2014/main" id="{3E5B1BF9-2358-43D1-3F78-283141C2E26C}"/>
                    </a:ext>
                  </a:extLst>
                </p14:cNvPr>
                <p14:cNvContentPartPr/>
                <p14:nvPr/>
              </p14:nvContentPartPr>
              <p14:xfrm>
                <a:off x="4055844" y="3190565"/>
                <a:ext cx="65520" cy="67680"/>
              </p14:xfrm>
            </p:contentPart>
          </mc:Choice>
          <mc:Fallback>
            <p:pic>
              <p:nvPicPr>
                <p:cNvPr id="69" name="Ink 68">
                  <a:extLst>
                    <a:ext uri="{FF2B5EF4-FFF2-40B4-BE49-F238E27FC236}">
                      <a16:creationId xmlns:a16="http://schemas.microsoft.com/office/drawing/2014/main" id="{3E5B1BF9-2358-43D1-3F78-283141C2E26C}"/>
                    </a:ext>
                  </a:extLst>
                </p:cNvPr>
                <p:cNvPicPr/>
                <p:nvPr/>
              </p:nvPicPr>
              <p:blipFill>
                <a:blip r:embed="rId106"/>
                <a:stretch>
                  <a:fillRect/>
                </a:stretch>
              </p:blipFill>
              <p:spPr>
                <a:xfrm>
                  <a:off x="4049724" y="3184445"/>
                  <a:ext cx="7776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70" name="Ink 69">
                  <a:extLst>
                    <a:ext uri="{FF2B5EF4-FFF2-40B4-BE49-F238E27FC236}">
                      <a16:creationId xmlns:a16="http://schemas.microsoft.com/office/drawing/2014/main" id="{CD98B016-785A-6579-D5DF-085CE7450726}"/>
                    </a:ext>
                  </a:extLst>
                </p14:cNvPr>
                <p14:cNvContentPartPr/>
                <p14:nvPr/>
              </p14:nvContentPartPr>
              <p14:xfrm>
                <a:off x="4055844" y="3120365"/>
                <a:ext cx="360" cy="2160"/>
              </p14:xfrm>
            </p:contentPart>
          </mc:Choice>
          <mc:Fallback>
            <p:pic>
              <p:nvPicPr>
                <p:cNvPr id="70" name="Ink 69">
                  <a:extLst>
                    <a:ext uri="{FF2B5EF4-FFF2-40B4-BE49-F238E27FC236}">
                      <a16:creationId xmlns:a16="http://schemas.microsoft.com/office/drawing/2014/main" id="{CD98B016-785A-6579-D5DF-085CE7450726}"/>
                    </a:ext>
                  </a:extLst>
                </p:cNvPr>
                <p:cNvPicPr/>
                <p:nvPr/>
              </p:nvPicPr>
              <p:blipFill>
                <a:blip r:embed="rId108"/>
                <a:stretch>
                  <a:fillRect/>
                </a:stretch>
              </p:blipFill>
              <p:spPr>
                <a:xfrm>
                  <a:off x="4049724" y="3114245"/>
                  <a:ext cx="1260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71" name="Ink 70">
                  <a:extLst>
                    <a:ext uri="{FF2B5EF4-FFF2-40B4-BE49-F238E27FC236}">
                      <a16:creationId xmlns:a16="http://schemas.microsoft.com/office/drawing/2014/main" id="{7718645C-C002-2BDA-E170-4099B7B7DAB0}"/>
                    </a:ext>
                  </a:extLst>
                </p14:cNvPr>
                <p14:cNvContentPartPr/>
                <p14:nvPr/>
              </p14:nvContentPartPr>
              <p14:xfrm>
                <a:off x="4143684" y="3073925"/>
                <a:ext cx="75600" cy="187560"/>
              </p14:xfrm>
            </p:contentPart>
          </mc:Choice>
          <mc:Fallback>
            <p:pic>
              <p:nvPicPr>
                <p:cNvPr id="71" name="Ink 70">
                  <a:extLst>
                    <a:ext uri="{FF2B5EF4-FFF2-40B4-BE49-F238E27FC236}">
                      <a16:creationId xmlns:a16="http://schemas.microsoft.com/office/drawing/2014/main" id="{7718645C-C002-2BDA-E170-4099B7B7DAB0}"/>
                    </a:ext>
                  </a:extLst>
                </p:cNvPr>
                <p:cNvPicPr/>
                <p:nvPr/>
              </p:nvPicPr>
              <p:blipFill>
                <a:blip r:embed="rId110"/>
                <a:stretch>
                  <a:fillRect/>
                </a:stretch>
              </p:blipFill>
              <p:spPr>
                <a:xfrm>
                  <a:off x="4137564" y="3067805"/>
                  <a:ext cx="8784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72" name="Ink 71">
                  <a:extLst>
                    <a:ext uri="{FF2B5EF4-FFF2-40B4-BE49-F238E27FC236}">
                      <a16:creationId xmlns:a16="http://schemas.microsoft.com/office/drawing/2014/main" id="{4A7F0F00-EA03-BAC7-2F68-D527873B7C28}"/>
                    </a:ext>
                  </a:extLst>
                </p14:cNvPr>
                <p14:cNvContentPartPr/>
                <p14:nvPr/>
              </p14:nvContentPartPr>
              <p14:xfrm>
                <a:off x="4163124" y="3066365"/>
                <a:ext cx="333360" cy="143640"/>
              </p14:xfrm>
            </p:contentPart>
          </mc:Choice>
          <mc:Fallback>
            <p:pic>
              <p:nvPicPr>
                <p:cNvPr id="72" name="Ink 71">
                  <a:extLst>
                    <a:ext uri="{FF2B5EF4-FFF2-40B4-BE49-F238E27FC236}">
                      <a16:creationId xmlns:a16="http://schemas.microsoft.com/office/drawing/2014/main" id="{4A7F0F00-EA03-BAC7-2F68-D527873B7C28}"/>
                    </a:ext>
                  </a:extLst>
                </p:cNvPr>
                <p:cNvPicPr/>
                <p:nvPr/>
              </p:nvPicPr>
              <p:blipFill>
                <a:blip r:embed="rId112"/>
                <a:stretch>
                  <a:fillRect/>
                </a:stretch>
              </p:blipFill>
              <p:spPr>
                <a:xfrm>
                  <a:off x="4157004" y="3060245"/>
                  <a:ext cx="34560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73" name="Ink 72">
                  <a:extLst>
                    <a:ext uri="{FF2B5EF4-FFF2-40B4-BE49-F238E27FC236}">
                      <a16:creationId xmlns:a16="http://schemas.microsoft.com/office/drawing/2014/main" id="{3B12C054-5BF5-276B-DB23-743DE0064A37}"/>
                    </a:ext>
                  </a:extLst>
                </p14:cNvPr>
                <p14:cNvContentPartPr/>
                <p14:nvPr/>
              </p14:nvContentPartPr>
              <p14:xfrm>
                <a:off x="4552284" y="2850005"/>
                <a:ext cx="117360" cy="221760"/>
              </p14:xfrm>
            </p:contentPart>
          </mc:Choice>
          <mc:Fallback>
            <p:pic>
              <p:nvPicPr>
                <p:cNvPr id="73" name="Ink 72">
                  <a:extLst>
                    <a:ext uri="{FF2B5EF4-FFF2-40B4-BE49-F238E27FC236}">
                      <a16:creationId xmlns:a16="http://schemas.microsoft.com/office/drawing/2014/main" id="{3B12C054-5BF5-276B-DB23-743DE0064A37}"/>
                    </a:ext>
                  </a:extLst>
                </p:cNvPr>
                <p:cNvPicPr/>
                <p:nvPr/>
              </p:nvPicPr>
              <p:blipFill>
                <a:blip r:embed="rId114"/>
                <a:stretch>
                  <a:fillRect/>
                </a:stretch>
              </p:blipFill>
              <p:spPr>
                <a:xfrm>
                  <a:off x="4546164" y="2843885"/>
                  <a:ext cx="12960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74" name="Ink 73">
                  <a:extLst>
                    <a:ext uri="{FF2B5EF4-FFF2-40B4-BE49-F238E27FC236}">
                      <a16:creationId xmlns:a16="http://schemas.microsoft.com/office/drawing/2014/main" id="{C471615C-1A54-44C6-88D3-72856512A6CA}"/>
                    </a:ext>
                  </a:extLst>
                </p14:cNvPr>
                <p14:cNvContentPartPr/>
                <p14:nvPr/>
              </p14:nvContentPartPr>
              <p14:xfrm>
                <a:off x="4542564" y="2818325"/>
                <a:ext cx="389880" cy="216360"/>
              </p14:xfrm>
            </p:contentPart>
          </mc:Choice>
          <mc:Fallback>
            <p:pic>
              <p:nvPicPr>
                <p:cNvPr id="74" name="Ink 73">
                  <a:extLst>
                    <a:ext uri="{FF2B5EF4-FFF2-40B4-BE49-F238E27FC236}">
                      <a16:creationId xmlns:a16="http://schemas.microsoft.com/office/drawing/2014/main" id="{C471615C-1A54-44C6-88D3-72856512A6CA}"/>
                    </a:ext>
                  </a:extLst>
                </p:cNvPr>
                <p:cNvPicPr/>
                <p:nvPr/>
              </p:nvPicPr>
              <p:blipFill>
                <a:blip r:embed="rId116"/>
                <a:stretch>
                  <a:fillRect/>
                </a:stretch>
              </p:blipFill>
              <p:spPr>
                <a:xfrm>
                  <a:off x="4536444" y="2812205"/>
                  <a:ext cx="40212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5" name="Ink 74">
                  <a:extLst>
                    <a:ext uri="{FF2B5EF4-FFF2-40B4-BE49-F238E27FC236}">
                      <a16:creationId xmlns:a16="http://schemas.microsoft.com/office/drawing/2014/main" id="{F6740168-626E-F6BA-9B38-E696EFCDA93D}"/>
                    </a:ext>
                  </a:extLst>
                </p14:cNvPr>
                <p14:cNvContentPartPr/>
                <p14:nvPr/>
              </p14:nvContentPartPr>
              <p14:xfrm>
                <a:off x="3880884" y="3443285"/>
                <a:ext cx="97920" cy="207360"/>
              </p14:xfrm>
            </p:contentPart>
          </mc:Choice>
          <mc:Fallback>
            <p:pic>
              <p:nvPicPr>
                <p:cNvPr id="75" name="Ink 74">
                  <a:extLst>
                    <a:ext uri="{FF2B5EF4-FFF2-40B4-BE49-F238E27FC236}">
                      <a16:creationId xmlns:a16="http://schemas.microsoft.com/office/drawing/2014/main" id="{F6740168-626E-F6BA-9B38-E696EFCDA93D}"/>
                    </a:ext>
                  </a:extLst>
                </p:cNvPr>
                <p:cNvPicPr/>
                <p:nvPr/>
              </p:nvPicPr>
              <p:blipFill>
                <a:blip r:embed="rId118"/>
                <a:stretch>
                  <a:fillRect/>
                </a:stretch>
              </p:blipFill>
              <p:spPr>
                <a:xfrm>
                  <a:off x="3874764" y="3437165"/>
                  <a:ext cx="11016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6" name="Ink 75">
                  <a:extLst>
                    <a:ext uri="{FF2B5EF4-FFF2-40B4-BE49-F238E27FC236}">
                      <a16:creationId xmlns:a16="http://schemas.microsoft.com/office/drawing/2014/main" id="{A933CA55-C104-D462-4B70-51551F0E0F2B}"/>
                    </a:ext>
                  </a:extLst>
                </p14:cNvPr>
                <p14:cNvContentPartPr/>
                <p14:nvPr/>
              </p14:nvContentPartPr>
              <p14:xfrm>
                <a:off x="3842004" y="3511325"/>
                <a:ext cx="102600" cy="87840"/>
              </p14:xfrm>
            </p:contentPart>
          </mc:Choice>
          <mc:Fallback>
            <p:pic>
              <p:nvPicPr>
                <p:cNvPr id="76" name="Ink 75">
                  <a:extLst>
                    <a:ext uri="{FF2B5EF4-FFF2-40B4-BE49-F238E27FC236}">
                      <a16:creationId xmlns:a16="http://schemas.microsoft.com/office/drawing/2014/main" id="{A933CA55-C104-D462-4B70-51551F0E0F2B}"/>
                    </a:ext>
                  </a:extLst>
                </p:cNvPr>
                <p:cNvPicPr/>
                <p:nvPr/>
              </p:nvPicPr>
              <p:blipFill>
                <a:blip r:embed="rId120"/>
                <a:stretch>
                  <a:fillRect/>
                </a:stretch>
              </p:blipFill>
              <p:spPr>
                <a:xfrm>
                  <a:off x="3835884" y="3505205"/>
                  <a:ext cx="11484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8" name="Ink 77">
                  <a:extLst>
                    <a:ext uri="{FF2B5EF4-FFF2-40B4-BE49-F238E27FC236}">
                      <a16:creationId xmlns:a16="http://schemas.microsoft.com/office/drawing/2014/main" id="{58F3264A-DF02-120A-8834-B23039F9F911}"/>
                    </a:ext>
                  </a:extLst>
                </p14:cNvPr>
                <p14:cNvContentPartPr/>
                <p14:nvPr/>
              </p14:nvContentPartPr>
              <p14:xfrm>
                <a:off x="4025964" y="3387125"/>
                <a:ext cx="285480" cy="283680"/>
              </p14:xfrm>
            </p:contentPart>
          </mc:Choice>
          <mc:Fallback>
            <p:pic>
              <p:nvPicPr>
                <p:cNvPr id="78" name="Ink 77">
                  <a:extLst>
                    <a:ext uri="{FF2B5EF4-FFF2-40B4-BE49-F238E27FC236}">
                      <a16:creationId xmlns:a16="http://schemas.microsoft.com/office/drawing/2014/main" id="{58F3264A-DF02-120A-8834-B23039F9F911}"/>
                    </a:ext>
                  </a:extLst>
                </p:cNvPr>
                <p:cNvPicPr/>
                <p:nvPr/>
              </p:nvPicPr>
              <p:blipFill>
                <a:blip r:embed="rId122"/>
                <a:stretch>
                  <a:fillRect/>
                </a:stretch>
              </p:blipFill>
              <p:spPr>
                <a:xfrm>
                  <a:off x="4019844" y="3381005"/>
                  <a:ext cx="29772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9" name="Ink 78">
                  <a:extLst>
                    <a:ext uri="{FF2B5EF4-FFF2-40B4-BE49-F238E27FC236}">
                      <a16:creationId xmlns:a16="http://schemas.microsoft.com/office/drawing/2014/main" id="{228492CB-40A0-A399-19B5-A3314D18B2A4}"/>
                    </a:ext>
                  </a:extLst>
                </p14:cNvPr>
                <p14:cNvContentPartPr/>
                <p14:nvPr/>
              </p14:nvContentPartPr>
              <p14:xfrm>
                <a:off x="4338084" y="3268325"/>
                <a:ext cx="119160" cy="175680"/>
              </p14:xfrm>
            </p:contentPart>
          </mc:Choice>
          <mc:Fallback>
            <p:pic>
              <p:nvPicPr>
                <p:cNvPr id="79" name="Ink 78">
                  <a:extLst>
                    <a:ext uri="{FF2B5EF4-FFF2-40B4-BE49-F238E27FC236}">
                      <a16:creationId xmlns:a16="http://schemas.microsoft.com/office/drawing/2014/main" id="{228492CB-40A0-A399-19B5-A3314D18B2A4}"/>
                    </a:ext>
                  </a:extLst>
                </p:cNvPr>
                <p:cNvPicPr/>
                <p:nvPr/>
              </p:nvPicPr>
              <p:blipFill>
                <a:blip r:embed="rId124"/>
                <a:stretch>
                  <a:fillRect/>
                </a:stretch>
              </p:blipFill>
              <p:spPr>
                <a:xfrm>
                  <a:off x="4331964" y="3262205"/>
                  <a:ext cx="13140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80" name="Ink 79">
                  <a:extLst>
                    <a:ext uri="{FF2B5EF4-FFF2-40B4-BE49-F238E27FC236}">
                      <a16:creationId xmlns:a16="http://schemas.microsoft.com/office/drawing/2014/main" id="{B0AB4425-1E10-67A9-E353-BF323F33B193}"/>
                    </a:ext>
                  </a:extLst>
                </p14:cNvPr>
                <p14:cNvContentPartPr/>
                <p14:nvPr/>
              </p14:nvContentPartPr>
              <p14:xfrm>
                <a:off x="4474524" y="3336005"/>
                <a:ext cx="19080" cy="21240"/>
              </p14:xfrm>
            </p:contentPart>
          </mc:Choice>
          <mc:Fallback>
            <p:pic>
              <p:nvPicPr>
                <p:cNvPr id="80" name="Ink 79">
                  <a:extLst>
                    <a:ext uri="{FF2B5EF4-FFF2-40B4-BE49-F238E27FC236}">
                      <a16:creationId xmlns:a16="http://schemas.microsoft.com/office/drawing/2014/main" id="{B0AB4425-1E10-67A9-E353-BF323F33B193}"/>
                    </a:ext>
                  </a:extLst>
                </p:cNvPr>
                <p:cNvPicPr/>
                <p:nvPr/>
              </p:nvPicPr>
              <p:blipFill>
                <a:blip r:embed="rId126"/>
                <a:stretch>
                  <a:fillRect/>
                </a:stretch>
              </p:blipFill>
              <p:spPr>
                <a:xfrm>
                  <a:off x="4468404" y="3329885"/>
                  <a:ext cx="3132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81" name="Ink 80">
                  <a:extLst>
                    <a:ext uri="{FF2B5EF4-FFF2-40B4-BE49-F238E27FC236}">
                      <a16:creationId xmlns:a16="http://schemas.microsoft.com/office/drawing/2014/main" id="{58CB0D6A-99B1-3288-2AB7-50B9ED761B65}"/>
                    </a:ext>
                  </a:extLst>
                </p14:cNvPr>
                <p14:cNvContentPartPr/>
                <p14:nvPr/>
              </p14:nvContentPartPr>
              <p14:xfrm>
                <a:off x="4513044" y="3221525"/>
                <a:ext cx="340920" cy="160920"/>
              </p14:xfrm>
            </p:contentPart>
          </mc:Choice>
          <mc:Fallback>
            <p:pic>
              <p:nvPicPr>
                <p:cNvPr id="81" name="Ink 80">
                  <a:extLst>
                    <a:ext uri="{FF2B5EF4-FFF2-40B4-BE49-F238E27FC236}">
                      <a16:creationId xmlns:a16="http://schemas.microsoft.com/office/drawing/2014/main" id="{58CB0D6A-99B1-3288-2AB7-50B9ED761B65}"/>
                    </a:ext>
                  </a:extLst>
                </p:cNvPr>
                <p:cNvPicPr/>
                <p:nvPr/>
              </p:nvPicPr>
              <p:blipFill>
                <a:blip r:embed="rId128"/>
                <a:stretch>
                  <a:fillRect/>
                </a:stretch>
              </p:blipFill>
              <p:spPr>
                <a:xfrm>
                  <a:off x="4506924" y="3215405"/>
                  <a:ext cx="353160" cy="173160"/>
                </a:xfrm>
                <a:prstGeom prst="rect">
                  <a:avLst/>
                </a:prstGeom>
              </p:spPr>
            </p:pic>
          </mc:Fallback>
        </mc:AlternateContent>
      </p:grpSp>
      <p:sp>
        <p:nvSpPr>
          <p:cNvPr id="83" name="TextBox 82">
            <a:extLst>
              <a:ext uri="{FF2B5EF4-FFF2-40B4-BE49-F238E27FC236}">
                <a16:creationId xmlns:a16="http://schemas.microsoft.com/office/drawing/2014/main" id="{A4BA2CFB-0920-E7AD-3C77-7D52941492BD}"/>
              </a:ext>
            </a:extLst>
          </p:cNvPr>
          <p:cNvSpPr txBox="1"/>
          <p:nvPr/>
        </p:nvSpPr>
        <p:spPr>
          <a:xfrm>
            <a:off x="4729044" y="3105121"/>
            <a:ext cx="2009524" cy="369332"/>
          </a:xfrm>
          <a:prstGeom prst="rect">
            <a:avLst/>
          </a:prstGeom>
          <a:noFill/>
        </p:spPr>
        <p:txBody>
          <a:bodyPr wrap="none" rtlCol="0">
            <a:spAutoFit/>
          </a:bodyPr>
          <a:lstStyle/>
          <a:p>
            <a:r>
              <a:rPr lang="en-US" dirty="0">
                <a:solidFill>
                  <a:srgbClr val="FF0000"/>
                </a:solidFill>
              </a:rPr>
              <a:t>Built on trust. Dri….</a:t>
            </a:r>
          </a:p>
        </p:txBody>
      </p:sp>
      <p:sp>
        <p:nvSpPr>
          <p:cNvPr id="84" name="TextBox 83">
            <a:extLst>
              <a:ext uri="{FF2B5EF4-FFF2-40B4-BE49-F238E27FC236}">
                <a16:creationId xmlns:a16="http://schemas.microsoft.com/office/drawing/2014/main" id="{BA0C0600-0276-537C-56EE-41D8EA28731F}"/>
              </a:ext>
            </a:extLst>
          </p:cNvPr>
          <p:cNvSpPr txBox="1"/>
          <p:nvPr/>
        </p:nvSpPr>
        <p:spPr>
          <a:xfrm>
            <a:off x="805557" y="4834715"/>
            <a:ext cx="3716333" cy="646331"/>
          </a:xfrm>
          <a:prstGeom prst="rect">
            <a:avLst/>
          </a:prstGeom>
          <a:noFill/>
        </p:spPr>
        <p:txBody>
          <a:bodyPr wrap="square" rtlCol="0">
            <a:spAutoFit/>
          </a:bodyPr>
          <a:lstStyle/>
          <a:p>
            <a:r>
              <a:rPr lang="en-US" dirty="0">
                <a:solidFill>
                  <a:srgbClr val="FF0000"/>
                </a:solidFill>
              </a:rPr>
              <a:t>A globally trusted leader in shaping the future of the built environment.</a:t>
            </a:r>
          </a:p>
        </p:txBody>
      </p:sp>
    </p:spTree>
    <p:extLst>
      <p:ext uri="{BB962C8B-B14F-4D97-AF65-F5344CB8AC3E}">
        <p14:creationId xmlns:p14="http://schemas.microsoft.com/office/powerpoint/2010/main" val="876817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50D98-ADDE-5B09-9DA2-D77F5500D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0AC41-8053-076B-0814-C4AD2F299245}"/>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AFE25655-9CF8-0882-0F25-009353DC0ADB}"/>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C7D7F0D4-EFBC-9787-709E-052BE77574E2}"/>
              </a:ext>
            </a:extLst>
          </p:cNvPr>
          <p:cNvPicPr>
            <a:picLocks noChangeAspect="1"/>
          </p:cNvPicPr>
          <p:nvPr/>
        </p:nvPicPr>
        <p:blipFill>
          <a:blip r:embed="rId2">
            <a:extLst>
              <a:ext uri="{28A0092B-C50C-407E-A947-70E740481C1C}">
                <a14:useLocalDpi xmlns:a14="http://schemas.microsoft.com/office/drawing/2010/main" val="0"/>
              </a:ext>
            </a:extLst>
          </a:blip>
          <a:srcRect t="6099" b="60194"/>
          <a:stretch>
            <a:fillRect/>
          </a:stretch>
        </p:blipFill>
        <p:spPr>
          <a:xfrm>
            <a:off x="66025" y="0"/>
            <a:ext cx="12059950" cy="5735637"/>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9CAB15B-3DE0-A626-71C3-ECD311880C8B}"/>
                  </a:ext>
                </a:extLst>
              </p14:cNvPr>
              <p14:cNvContentPartPr/>
              <p14:nvPr/>
            </p14:nvContentPartPr>
            <p14:xfrm>
              <a:off x="6283884" y="1322525"/>
              <a:ext cx="360" cy="360"/>
            </p14:xfrm>
          </p:contentPart>
        </mc:Choice>
        <mc:Fallback>
          <p:pic>
            <p:nvPicPr>
              <p:cNvPr id="4" name="Ink 3">
                <a:extLst>
                  <a:ext uri="{FF2B5EF4-FFF2-40B4-BE49-F238E27FC236}">
                    <a16:creationId xmlns:a16="http://schemas.microsoft.com/office/drawing/2014/main" id="{39CAB15B-3DE0-A626-71C3-ECD311880C8B}"/>
                  </a:ext>
                </a:extLst>
              </p:cNvPr>
              <p:cNvPicPr/>
              <p:nvPr/>
            </p:nvPicPr>
            <p:blipFill>
              <a:blip r:embed="rId4"/>
              <a:stretch>
                <a:fillRect/>
              </a:stretch>
            </p:blipFill>
            <p:spPr>
              <a:xfrm>
                <a:off x="6277764" y="1316405"/>
                <a:ext cx="12600" cy="12600"/>
              </a:xfrm>
              <a:prstGeom prst="rect">
                <a:avLst/>
              </a:prstGeom>
            </p:spPr>
          </p:pic>
        </mc:Fallback>
      </mc:AlternateContent>
      <p:sp>
        <p:nvSpPr>
          <p:cNvPr id="8" name="TextBox 7">
            <a:extLst>
              <a:ext uri="{FF2B5EF4-FFF2-40B4-BE49-F238E27FC236}">
                <a16:creationId xmlns:a16="http://schemas.microsoft.com/office/drawing/2014/main" id="{F6620F63-4BC7-508B-031E-725049013B3C}"/>
              </a:ext>
            </a:extLst>
          </p:cNvPr>
          <p:cNvSpPr txBox="1"/>
          <p:nvPr/>
        </p:nvSpPr>
        <p:spPr>
          <a:xfrm>
            <a:off x="379379" y="722360"/>
            <a:ext cx="11671719" cy="1200329"/>
          </a:xfrm>
          <a:prstGeom prst="rect">
            <a:avLst/>
          </a:prstGeom>
          <a:noFill/>
        </p:spPr>
        <p:txBody>
          <a:bodyPr wrap="square" rtlCol="0">
            <a:spAutoFit/>
          </a:bodyPr>
          <a:lstStyle/>
          <a:p>
            <a:r>
              <a:rPr lang="en-US" dirty="0">
                <a:solidFill>
                  <a:srgbClr val="FF0000"/>
                </a:solidFill>
              </a:rPr>
              <a:t>Kendra Consultants is a globally trusted consultancy firm committed to shaping the future of the built environment through integrity, precision, and professional excellence. With a presence across Sri Lanka, the Middle East, and Australia, we build trusted partnerships by providing strategic insight, creating lasting value, and upholding the highest standards of quality, ethics, and professionalism throughout every project we support..</a:t>
            </a:r>
          </a:p>
        </p:txBody>
      </p:sp>
      <p:grpSp>
        <p:nvGrpSpPr>
          <p:cNvPr id="13" name="Group 12">
            <a:extLst>
              <a:ext uri="{FF2B5EF4-FFF2-40B4-BE49-F238E27FC236}">
                <a16:creationId xmlns:a16="http://schemas.microsoft.com/office/drawing/2014/main" id="{F955B997-89CC-9D5A-1C11-75DE040F50FC}"/>
              </a:ext>
            </a:extLst>
          </p:cNvPr>
          <p:cNvGrpSpPr/>
          <p:nvPr/>
        </p:nvGrpSpPr>
        <p:grpSpPr>
          <a:xfrm>
            <a:off x="2965044" y="229205"/>
            <a:ext cx="5264640" cy="637200"/>
            <a:chOff x="2965044" y="229205"/>
            <a:chExt cx="5264640" cy="637200"/>
          </a:xfrm>
        </p:grpSpPr>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CA3EE12C-7A50-D9B2-62C4-F1C5822FC812}"/>
                    </a:ext>
                  </a:extLst>
                </p14:cNvPr>
                <p14:cNvContentPartPr/>
                <p14:nvPr/>
              </p14:nvContentPartPr>
              <p14:xfrm>
                <a:off x="3880884" y="319925"/>
                <a:ext cx="4348800" cy="546480"/>
              </p14:xfrm>
            </p:contentPart>
          </mc:Choice>
          <mc:Fallback>
            <p:pic>
              <p:nvPicPr>
                <p:cNvPr id="10" name="Ink 9">
                  <a:extLst>
                    <a:ext uri="{FF2B5EF4-FFF2-40B4-BE49-F238E27FC236}">
                      <a16:creationId xmlns:a16="http://schemas.microsoft.com/office/drawing/2014/main" id="{CA3EE12C-7A50-D9B2-62C4-F1C5822FC812}"/>
                    </a:ext>
                  </a:extLst>
                </p:cNvPr>
                <p:cNvPicPr/>
                <p:nvPr/>
              </p:nvPicPr>
              <p:blipFill>
                <a:blip r:embed="rId6"/>
                <a:stretch>
                  <a:fillRect/>
                </a:stretch>
              </p:blipFill>
              <p:spPr>
                <a:xfrm>
                  <a:off x="3874764" y="313805"/>
                  <a:ext cx="4361040" cy="558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 name="Ink 11">
                  <a:extLst>
                    <a:ext uri="{FF2B5EF4-FFF2-40B4-BE49-F238E27FC236}">
                      <a16:creationId xmlns:a16="http://schemas.microsoft.com/office/drawing/2014/main" id="{AD00E9FE-F6A5-51E7-69DB-D35463733F5E}"/>
                    </a:ext>
                  </a:extLst>
                </p14:cNvPr>
                <p14:cNvContentPartPr/>
                <p14:nvPr/>
              </p14:nvContentPartPr>
              <p14:xfrm>
                <a:off x="2965044" y="229205"/>
                <a:ext cx="976680" cy="449640"/>
              </p14:xfrm>
            </p:contentPart>
          </mc:Choice>
          <mc:Fallback>
            <p:pic>
              <p:nvPicPr>
                <p:cNvPr id="12" name="Ink 11">
                  <a:extLst>
                    <a:ext uri="{FF2B5EF4-FFF2-40B4-BE49-F238E27FC236}">
                      <a16:creationId xmlns:a16="http://schemas.microsoft.com/office/drawing/2014/main" id="{AD00E9FE-F6A5-51E7-69DB-D35463733F5E}"/>
                    </a:ext>
                  </a:extLst>
                </p:cNvPr>
                <p:cNvPicPr/>
                <p:nvPr/>
              </p:nvPicPr>
              <p:blipFill>
                <a:blip r:embed="rId8"/>
                <a:stretch>
                  <a:fillRect/>
                </a:stretch>
              </p:blipFill>
              <p:spPr>
                <a:xfrm>
                  <a:off x="2958924" y="223085"/>
                  <a:ext cx="988920" cy="461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17" name="Ink 16">
                <a:extLst>
                  <a:ext uri="{FF2B5EF4-FFF2-40B4-BE49-F238E27FC236}">
                    <a16:creationId xmlns:a16="http://schemas.microsoft.com/office/drawing/2014/main" id="{88510602-BAC9-F750-8D2E-57347CF69B1B}"/>
                  </a:ext>
                </a:extLst>
              </p14:cNvPr>
              <p14:cNvContentPartPr/>
              <p14:nvPr/>
            </p14:nvContentPartPr>
            <p14:xfrm>
              <a:off x="1118244" y="3782765"/>
              <a:ext cx="545040" cy="516960"/>
            </p14:xfrm>
          </p:contentPart>
        </mc:Choice>
        <mc:Fallback>
          <p:pic>
            <p:nvPicPr>
              <p:cNvPr id="17" name="Ink 16">
                <a:extLst>
                  <a:ext uri="{FF2B5EF4-FFF2-40B4-BE49-F238E27FC236}">
                    <a16:creationId xmlns:a16="http://schemas.microsoft.com/office/drawing/2014/main" id="{88510602-BAC9-F750-8D2E-57347CF69B1B}"/>
                  </a:ext>
                </a:extLst>
              </p:cNvPr>
              <p:cNvPicPr/>
              <p:nvPr/>
            </p:nvPicPr>
            <p:blipFill>
              <a:blip r:embed="rId10"/>
              <a:stretch>
                <a:fillRect/>
              </a:stretch>
            </p:blipFill>
            <p:spPr>
              <a:xfrm>
                <a:off x="1112124" y="3776645"/>
                <a:ext cx="557280" cy="529200"/>
              </a:xfrm>
              <a:prstGeom prst="rect">
                <a:avLst/>
              </a:prstGeom>
            </p:spPr>
          </p:pic>
        </mc:Fallback>
      </mc:AlternateContent>
      <p:sp>
        <p:nvSpPr>
          <p:cNvPr id="18" name="TextBox 17">
            <a:extLst>
              <a:ext uri="{FF2B5EF4-FFF2-40B4-BE49-F238E27FC236}">
                <a16:creationId xmlns:a16="http://schemas.microsoft.com/office/drawing/2014/main" id="{E0141942-1353-70B6-A6FF-04DCE21A78A9}"/>
              </a:ext>
            </a:extLst>
          </p:cNvPr>
          <p:cNvSpPr txBox="1"/>
          <p:nvPr/>
        </p:nvSpPr>
        <p:spPr>
          <a:xfrm>
            <a:off x="66025" y="4296389"/>
            <a:ext cx="2278341" cy="1200329"/>
          </a:xfrm>
          <a:prstGeom prst="rect">
            <a:avLst/>
          </a:prstGeom>
          <a:noFill/>
        </p:spPr>
        <p:txBody>
          <a:bodyPr wrap="square" rtlCol="0">
            <a:spAutoFit/>
          </a:bodyPr>
          <a:lstStyle/>
          <a:p>
            <a:r>
              <a:rPr lang="en-US" dirty="0">
                <a:solidFill>
                  <a:srgbClr val="FF0000"/>
                </a:solidFill>
              </a:rPr>
              <a:t>Keep it small and keep only the </a:t>
            </a:r>
            <a:r>
              <a:rPr lang="en-US" dirty="0" err="1">
                <a:solidFill>
                  <a:srgbClr val="FF0000"/>
                </a:solidFill>
              </a:rPr>
              <a:t>colour</a:t>
            </a:r>
            <a:r>
              <a:rPr lang="en-US" dirty="0">
                <a:solidFill>
                  <a:srgbClr val="FF0000"/>
                </a:solidFill>
              </a:rPr>
              <a:t> version – see what's best</a:t>
            </a:r>
          </a:p>
        </p:txBody>
      </p:sp>
      <p:sp>
        <p:nvSpPr>
          <p:cNvPr id="19" name="TextBox 18">
            <a:extLst>
              <a:ext uri="{FF2B5EF4-FFF2-40B4-BE49-F238E27FC236}">
                <a16:creationId xmlns:a16="http://schemas.microsoft.com/office/drawing/2014/main" id="{25CA02C6-2502-485E-AFAC-2D470485CC1C}"/>
              </a:ext>
            </a:extLst>
          </p:cNvPr>
          <p:cNvSpPr txBox="1"/>
          <p:nvPr/>
        </p:nvSpPr>
        <p:spPr>
          <a:xfrm>
            <a:off x="8647889" y="2178647"/>
            <a:ext cx="3305932" cy="646331"/>
          </a:xfrm>
          <a:prstGeom prst="rect">
            <a:avLst/>
          </a:prstGeom>
          <a:noFill/>
        </p:spPr>
        <p:txBody>
          <a:bodyPr wrap="square" rtlCol="0">
            <a:spAutoFit/>
          </a:bodyPr>
          <a:lstStyle/>
          <a:p>
            <a:r>
              <a:rPr lang="en-US" b="1" dirty="0">
                <a:solidFill>
                  <a:srgbClr val="FF0000"/>
                </a:solidFill>
              </a:rPr>
              <a:t>Kaushala Fonseka</a:t>
            </a:r>
          </a:p>
          <a:p>
            <a:r>
              <a:rPr lang="en-US" b="1" dirty="0">
                <a:solidFill>
                  <a:srgbClr val="FF0000"/>
                </a:solidFill>
              </a:rPr>
              <a:t>Founder &amp; Managing Director </a:t>
            </a:r>
          </a:p>
        </p:txBody>
      </p:sp>
      <mc:AlternateContent xmlns:mc="http://schemas.openxmlformats.org/markup-compatibility/2006">
        <mc:Choice xmlns:p14="http://schemas.microsoft.com/office/powerpoint/2010/main" Requires="p14">
          <p:contentPart p14:bwMode="auto" r:id="rId11">
            <p14:nvContentPartPr>
              <p14:cNvPr id="24" name="Ink 23">
                <a:extLst>
                  <a:ext uri="{FF2B5EF4-FFF2-40B4-BE49-F238E27FC236}">
                    <a16:creationId xmlns:a16="http://schemas.microsoft.com/office/drawing/2014/main" id="{8D8C7C76-73CB-536C-6709-6257C13B3F89}"/>
                  </a:ext>
                </a:extLst>
              </p14:cNvPr>
              <p14:cNvContentPartPr/>
              <p14:nvPr/>
            </p14:nvContentPartPr>
            <p14:xfrm>
              <a:off x="6853764" y="2358965"/>
              <a:ext cx="179280" cy="121680"/>
            </p14:xfrm>
          </p:contentPart>
        </mc:Choice>
        <mc:Fallback>
          <p:pic>
            <p:nvPicPr>
              <p:cNvPr id="24" name="Ink 23">
                <a:extLst>
                  <a:ext uri="{FF2B5EF4-FFF2-40B4-BE49-F238E27FC236}">
                    <a16:creationId xmlns:a16="http://schemas.microsoft.com/office/drawing/2014/main" id="{8D8C7C76-73CB-536C-6709-6257C13B3F89}"/>
                  </a:ext>
                </a:extLst>
              </p:cNvPr>
              <p:cNvPicPr/>
              <p:nvPr/>
            </p:nvPicPr>
            <p:blipFill>
              <a:blip r:embed="rId12"/>
              <a:stretch>
                <a:fillRect/>
              </a:stretch>
            </p:blipFill>
            <p:spPr>
              <a:xfrm>
                <a:off x="6847644" y="2352845"/>
                <a:ext cx="191520" cy="133920"/>
              </a:xfrm>
              <a:prstGeom prst="rect">
                <a:avLst/>
              </a:prstGeom>
            </p:spPr>
          </p:pic>
        </mc:Fallback>
      </mc:AlternateContent>
      <p:grpSp>
        <p:nvGrpSpPr>
          <p:cNvPr id="40" name="Group 39">
            <a:extLst>
              <a:ext uri="{FF2B5EF4-FFF2-40B4-BE49-F238E27FC236}">
                <a16:creationId xmlns:a16="http://schemas.microsoft.com/office/drawing/2014/main" id="{EAA36BD4-3F5D-7637-B789-FF0AB5E1D2D3}"/>
              </a:ext>
            </a:extLst>
          </p:cNvPr>
          <p:cNvGrpSpPr/>
          <p:nvPr/>
        </p:nvGrpSpPr>
        <p:grpSpPr>
          <a:xfrm>
            <a:off x="6157164" y="2373365"/>
            <a:ext cx="4824000" cy="4137840"/>
            <a:chOff x="6157164" y="2373365"/>
            <a:chExt cx="4824000" cy="4137840"/>
          </a:xfrm>
        </p:grpSpPr>
        <mc:AlternateContent xmlns:mc="http://schemas.openxmlformats.org/markup-compatibility/2006">
          <mc:Choice xmlns:p14="http://schemas.microsoft.com/office/powerpoint/2010/main" Requires="p14">
            <p:contentPart p14:bwMode="auto" r:id="rId13">
              <p14:nvContentPartPr>
                <p14:cNvPr id="14" name="Ink 13">
                  <a:extLst>
                    <a:ext uri="{FF2B5EF4-FFF2-40B4-BE49-F238E27FC236}">
                      <a16:creationId xmlns:a16="http://schemas.microsoft.com/office/drawing/2014/main" id="{BF46AD5C-49B1-9F98-C8FE-4C711FB1C984}"/>
                    </a:ext>
                  </a:extLst>
                </p14:cNvPr>
                <p14:cNvContentPartPr/>
                <p14:nvPr/>
              </p14:nvContentPartPr>
              <p14:xfrm>
                <a:off x="6575844" y="5038445"/>
                <a:ext cx="320040" cy="213840"/>
              </p14:xfrm>
            </p:contentPart>
          </mc:Choice>
          <mc:Fallback>
            <p:pic>
              <p:nvPicPr>
                <p:cNvPr id="14" name="Ink 13">
                  <a:extLst>
                    <a:ext uri="{FF2B5EF4-FFF2-40B4-BE49-F238E27FC236}">
                      <a16:creationId xmlns:a16="http://schemas.microsoft.com/office/drawing/2014/main" id="{BF46AD5C-49B1-9F98-C8FE-4C711FB1C984}"/>
                    </a:ext>
                  </a:extLst>
                </p:cNvPr>
                <p:cNvPicPr/>
                <p:nvPr/>
              </p:nvPicPr>
              <p:blipFill>
                <a:blip r:embed="rId14"/>
                <a:stretch>
                  <a:fillRect/>
                </a:stretch>
              </p:blipFill>
              <p:spPr>
                <a:xfrm>
                  <a:off x="6569724" y="5032325"/>
                  <a:ext cx="33228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5" name="Ink 14">
                  <a:extLst>
                    <a:ext uri="{FF2B5EF4-FFF2-40B4-BE49-F238E27FC236}">
                      <a16:creationId xmlns:a16="http://schemas.microsoft.com/office/drawing/2014/main" id="{FC5357DF-EAA7-5C02-0066-0D694E4EE3BA}"/>
                    </a:ext>
                  </a:extLst>
                </p14:cNvPr>
                <p14:cNvContentPartPr/>
                <p14:nvPr/>
              </p14:nvContentPartPr>
              <p14:xfrm>
                <a:off x="6544164" y="4999925"/>
                <a:ext cx="265320" cy="255960"/>
              </p14:xfrm>
            </p:contentPart>
          </mc:Choice>
          <mc:Fallback>
            <p:pic>
              <p:nvPicPr>
                <p:cNvPr id="15" name="Ink 14">
                  <a:extLst>
                    <a:ext uri="{FF2B5EF4-FFF2-40B4-BE49-F238E27FC236}">
                      <a16:creationId xmlns:a16="http://schemas.microsoft.com/office/drawing/2014/main" id="{FC5357DF-EAA7-5C02-0066-0D694E4EE3BA}"/>
                    </a:ext>
                  </a:extLst>
                </p:cNvPr>
                <p:cNvPicPr/>
                <p:nvPr/>
              </p:nvPicPr>
              <p:blipFill>
                <a:blip r:embed="rId16"/>
                <a:stretch>
                  <a:fillRect/>
                </a:stretch>
              </p:blipFill>
              <p:spPr>
                <a:xfrm>
                  <a:off x="6538044" y="4993805"/>
                  <a:ext cx="27756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0" name="Ink 19">
                  <a:extLst>
                    <a:ext uri="{FF2B5EF4-FFF2-40B4-BE49-F238E27FC236}">
                      <a16:creationId xmlns:a16="http://schemas.microsoft.com/office/drawing/2014/main" id="{3C04E86D-95C4-6E23-DC64-45F2055EF2C7}"/>
                    </a:ext>
                  </a:extLst>
                </p14:cNvPr>
                <p14:cNvContentPartPr/>
                <p14:nvPr/>
              </p14:nvContentPartPr>
              <p14:xfrm>
                <a:off x="6371364" y="2431685"/>
                <a:ext cx="488880" cy="367560"/>
              </p14:xfrm>
            </p:contentPart>
          </mc:Choice>
          <mc:Fallback>
            <p:pic>
              <p:nvPicPr>
                <p:cNvPr id="20" name="Ink 19">
                  <a:extLst>
                    <a:ext uri="{FF2B5EF4-FFF2-40B4-BE49-F238E27FC236}">
                      <a16:creationId xmlns:a16="http://schemas.microsoft.com/office/drawing/2014/main" id="{3C04E86D-95C4-6E23-DC64-45F2055EF2C7}"/>
                    </a:ext>
                  </a:extLst>
                </p:cNvPr>
                <p:cNvPicPr/>
                <p:nvPr/>
              </p:nvPicPr>
              <p:blipFill>
                <a:blip r:embed="rId18"/>
                <a:stretch>
                  <a:fillRect/>
                </a:stretch>
              </p:blipFill>
              <p:spPr>
                <a:xfrm>
                  <a:off x="6365244" y="2425565"/>
                  <a:ext cx="501120" cy="379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1" name="Ink 20">
                  <a:extLst>
                    <a:ext uri="{FF2B5EF4-FFF2-40B4-BE49-F238E27FC236}">
                      <a16:creationId xmlns:a16="http://schemas.microsoft.com/office/drawing/2014/main" id="{CDA85F7C-F302-7104-0390-64A9749607B2}"/>
                    </a:ext>
                  </a:extLst>
                </p14:cNvPr>
                <p14:cNvContentPartPr/>
                <p14:nvPr/>
              </p14:nvContentPartPr>
              <p14:xfrm>
                <a:off x="7022964" y="2470205"/>
                <a:ext cx="705960" cy="477360"/>
              </p14:xfrm>
            </p:contentPart>
          </mc:Choice>
          <mc:Fallback>
            <p:pic>
              <p:nvPicPr>
                <p:cNvPr id="21" name="Ink 20">
                  <a:extLst>
                    <a:ext uri="{FF2B5EF4-FFF2-40B4-BE49-F238E27FC236}">
                      <a16:creationId xmlns:a16="http://schemas.microsoft.com/office/drawing/2014/main" id="{CDA85F7C-F302-7104-0390-64A9749607B2}"/>
                    </a:ext>
                  </a:extLst>
                </p:cNvPr>
                <p:cNvPicPr/>
                <p:nvPr/>
              </p:nvPicPr>
              <p:blipFill>
                <a:blip r:embed="rId20"/>
                <a:stretch>
                  <a:fillRect/>
                </a:stretch>
              </p:blipFill>
              <p:spPr>
                <a:xfrm>
                  <a:off x="7016844" y="2464085"/>
                  <a:ext cx="718200" cy="489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2" name="Ink 21">
                  <a:extLst>
                    <a:ext uri="{FF2B5EF4-FFF2-40B4-BE49-F238E27FC236}">
                      <a16:creationId xmlns:a16="http://schemas.microsoft.com/office/drawing/2014/main" id="{A67E9195-B782-D2D3-53AB-DA756E6F1F04}"/>
                    </a:ext>
                  </a:extLst>
                </p14:cNvPr>
                <p14:cNvContentPartPr/>
                <p14:nvPr/>
              </p14:nvContentPartPr>
              <p14:xfrm>
                <a:off x="7986324" y="2373365"/>
                <a:ext cx="403200" cy="361800"/>
              </p14:xfrm>
            </p:contentPart>
          </mc:Choice>
          <mc:Fallback>
            <p:pic>
              <p:nvPicPr>
                <p:cNvPr id="22" name="Ink 21">
                  <a:extLst>
                    <a:ext uri="{FF2B5EF4-FFF2-40B4-BE49-F238E27FC236}">
                      <a16:creationId xmlns:a16="http://schemas.microsoft.com/office/drawing/2014/main" id="{A67E9195-B782-D2D3-53AB-DA756E6F1F04}"/>
                    </a:ext>
                  </a:extLst>
                </p:cNvPr>
                <p:cNvPicPr/>
                <p:nvPr/>
              </p:nvPicPr>
              <p:blipFill>
                <a:blip r:embed="rId22"/>
                <a:stretch>
                  <a:fillRect/>
                </a:stretch>
              </p:blipFill>
              <p:spPr>
                <a:xfrm>
                  <a:off x="7980204" y="2367245"/>
                  <a:ext cx="415440" cy="3740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6" name="Ink 25">
                  <a:extLst>
                    <a:ext uri="{FF2B5EF4-FFF2-40B4-BE49-F238E27FC236}">
                      <a16:creationId xmlns:a16="http://schemas.microsoft.com/office/drawing/2014/main" id="{F4232022-3992-7FD8-D4A9-D5B4179483B8}"/>
                    </a:ext>
                  </a:extLst>
                </p14:cNvPr>
                <p14:cNvContentPartPr/>
                <p14:nvPr/>
              </p14:nvContentPartPr>
              <p14:xfrm>
                <a:off x="6157164" y="2946845"/>
                <a:ext cx="4824000" cy="2004840"/>
              </p14:xfrm>
            </p:contentPart>
          </mc:Choice>
          <mc:Fallback>
            <p:pic>
              <p:nvPicPr>
                <p:cNvPr id="26" name="Ink 25">
                  <a:extLst>
                    <a:ext uri="{FF2B5EF4-FFF2-40B4-BE49-F238E27FC236}">
                      <a16:creationId xmlns:a16="http://schemas.microsoft.com/office/drawing/2014/main" id="{F4232022-3992-7FD8-D4A9-D5B4179483B8}"/>
                    </a:ext>
                  </a:extLst>
                </p:cNvPr>
                <p:cNvPicPr/>
                <p:nvPr/>
              </p:nvPicPr>
              <p:blipFill>
                <a:blip r:embed="rId24"/>
                <a:stretch>
                  <a:fillRect/>
                </a:stretch>
              </p:blipFill>
              <p:spPr>
                <a:xfrm>
                  <a:off x="6151044" y="2940725"/>
                  <a:ext cx="4836240" cy="20170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7" name="Ink 26">
                  <a:extLst>
                    <a:ext uri="{FF2B5EF4-FFF2-40B4-BE49-F238E27FC236}">
                      <a16:creationId xmlns:a16="http://schemas.microsoft.com/office/drawing/2014/main" id="{1D39C1D5-966A-76F0-5AC1-75FF71409780}"/>
                    </a:ext>
                  </a:extLst>
                </p14:cNvPr>
                <p14:cNvContentPartPr/>
                <p14:nvPr/>
              </p14:nvContentPartPr>
              <p14:xfrm>
                <a:off x="8490684" y="4561805"/>
                <a:ext cx="271800" cy="867240"/>
              </p14:xfrm>
            </p:contentPart>
          </mc:Choice>
          <mc:Fallback>
            <p:pic>
              <p:nvPicPr>
                <p:cNvPr id="27" name="Ink 26">
                  <a:extLst>
                    <a:ext uri="{FF2B5EF4-FFF2-40B4-BE49-F238E27FC236}">
                      <a16:creationId xmlns:a16="http://schemas.microsoft.com/office/drawing/2014/main" id="{1D39C1D5-966A-76F0-5AC1-75FF71409780}"/>
                    </a:ext>
                  </a:extLst>
                </p:cNvPr>
                <p:cNvPicPr/>
                <p:nvPr/>
              </p:nvPicPr>
              <p:blipFill>
                <a:blip r:embed="rId26"/>
                <a:stretch>
                  <a:fillRect/>
                </a:stretch>
              </p:blipFill>
              <p:spPr>
                <a:xfrm>
                  <a:off x="8484564" y="4555685"/>
                  <a:ext cx="284040" cy="8794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8" name="Ink 27">
                  <a:extLst>
                    <a:ext uri="{FF2B5EF4-FFF2-40B4-BE49-F238E27FC236}">
                      <a16:creationId xmlns:a16="http://schemas.microsoft.com/office/drawing/2014/main" id="{3B50CEE1-DBF4-91F1-B7BB-031CDBC14BAF}"/>
                    </a:ext>
                  </a:extLst>
                </p14:cNvPr>
                <p14:cNvContentPartPr/>
                <p14:nvPr/>
              </p14:nvContentPartPr>
              <p14:xfrm>
                <a:off x="7605804" y="5679605"/>
                <a:ext cx="194760" cy="305280"/>
              </p14:xfrm>
            </p:contentPart>
          </mc:Choice>
          <mc:Fallback>
            <p:pic>
              <p:nvPicPr>
                <p:cNvPr id="28" name="Ink 27">
                  <a:extLst>
                    <a:ext uri="{FF2B5EF4-FFF2-40B4-BE49-F238E27FC236}">
                      <a16:creationId xmlns:a16="http://schemas.microsoft.com/office/drawing/2014/main" id="{3B50CEE1-DBF4-91F1-B7BB-031CDBC14BAF}"/>
                    </a:ext>
                  </a:extLst>
                </p:cNvPr>
                <p:cNvPicPr/>
                <p:nvPr/>
              </p:nvPicPr>
              <p:blipFill>
                <a:blip r:embed="rId28"/>
                <a:stretch>
                  <a:fillRect/>
                </a:stretch>
              </p:blipFill>
              <p:spPr>
                <a:xfrm>
                  <a:off x="7599684" y="5673485"/>
                  <a:ext cx="20700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9" name="Ink 28">
                  <a:extLst>
                    <a:ext uri="{FF2B5EF4-FFF2-40B4-BE49-F238E27FC236}">
                      <a16:creationId xmlns:a16="http://schemas.microsoft.com/office/drawing/2014/main" id="{7A5C61AC-FABB-1995-DA90-19CE0D69B892}"/>
                    </a:ext>
                  </a:extLst>
                </p14:cNvPr>
                <p14:cNvContentPartPr/>
                <p14:nvPr/>
              </p14:nvContentPartPr>
              <p14:xfrm>
                <a:off x="7918284" y="5686445"/>
                <a:ext cx="185760" cy="258120"/>
              </p14:xfrm>
            </p:contentPart>
          </mc:Choice>
          <mc:Fallback>
            <p:pic>
              <p:nvPicPr>
                <p:cNvPr id="29" name="Ink 28">
                  <a:extLst>
                    <a:ext uri="{FF2B5EF4-FFF2-40B4-BE49-F238E27FC236}">
                      <a16:creationId xmlns:a16="http://schemas.microsoft.com/office/drawing/2014/main" id="{7A5C61AC-FABB-1995-DA90-19CE0D69B892}"/>
                    </a:ext>
                  </a:extLst>
                </p:cNvPr>
                <p:cNvPicPr/>
                <p:nvPr/>
              </p:nvPicPr>
              <p:blipFill>
                <a:blip r:embed="rId30"/>
                <a:stretch>
                  <a:fillRect/>
                </a:stretch>
              </p:blipFill>
              <p:spPr>
                <a:xfrm>
                  <a:off x="7912164" y="5680325"/>
                  <a:ext cx="19800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0" name="Ink 29">
                  <a:extLst>
                    <a:ext uri="{FF2B5EF4-FFF2-40B4-BE49-F238E27FC236}">
                      <a16:creationId xmlns:a16="http://schemas.microsoft.com/office/drawing/2014/main" id="{95E26FBE-0296-D456-32F5-D1D003ED7617}"/>
                    </a:ext>
                  </a:extLst>
                </p14:cNvPr>
                <p14:cNvContentPartPr/>
                <p14:nvPr/>
              </p14:nvContentPartPr>
              <p14:xfrm>
                <a:off x="8188644" y="5687885"/>
                <a:ext cx="166680" cy="228240"/>
              </p14:xfrm>
            </p:contentPart>
          </mc:Choice>
          <mc:Fallback>
            <p:pic>
              <p:nvPicPr>
                <p:cNvPr id="30" name="Ink 29">
                  <a:extLst>
                    <a:ext uri="{FF2B5EF4-FFF2-40B4-BE49-F238E27FC236}">
                      <a16:creationId xmlns:a16="http://schemas.microsoft.com/office/drawing/2014/main" id="{95E26FBE-0296-D456-32F5-D1D003ED7617}"/>
                    </a:ext>
                  </a:extLst>
                </p:cNvPr>
                <p:cNvPicPr/>
                <p:nvPr/>
              </p:nvPicPr>
              <p:blipFill>
                <a:blip r:embed="rId32"/>
                <a:stretch>
                  <a:fillRect/>
                </a:stretch>
              </p:blipFill>
              <p:spPr>
                <a:xfrm>
                  <a:off x="8182524" y="5681765"/>
                  <a:ext cx="17892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1" name="Ink 30">
                  <a:extLst>
                    <a:ext uri="{FF2B5EF4-FFF2-40B4-BE49-F238E27FC236}">
                      <a16:creationId xmlns:a16="http://schemas.microsoft.com/office/drawing/2014/main" id="{8BFDDED8-1493-F75B-51BC-40128BC167DE}"/>
                    </a:ext>
                  </a:extLst>
                </p14:cNvPr>
                <p14:cNvContentPartPr/>
                <p14:nvPr/>
              </p14:nvContentPartPr>
              <p14:xfrm>
                <a:off x="8686164" y="5631725"/>
                <a:ext cx="207360" cy="252720"/>
              </p14:xfrm>
            </p:contentPart>
          </mc:Choice>
          <mc:Fallback>
            <p:pic>
              <p:nvPicPr>
                <p:cNvPr id="31" name="Ink 30">
                  <a:extLst>
                    <a:ext uri="{FF2B5EF4-FFF2-40B4-BE49-F238E27FC236}">
                      <a16:creationId xmlns:a16="http://schemas.microsoft.com/office/drawing/2014/main" id="{8BFDDED8-1493-F75B-51BC-40128BC167DE}"/>
                    </a:ext>
                  </a:extLst>
                </p:cNvPr>
                <p:cNvPicPr/>
                <p:nvPr/>
              </p:nvPicPr>
              <p:blipFill>
                <a:blip r:embed="rId34"/>
                <a:stretch>
                  <a:fillRect/>
                </a:stretch>
              </p:blipFill>
              <p:spPr>
                <a:xfrm>
                  <a:off x="8680044" y="5625605"/>
                  <a:ext cx="21960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2" name="Ink 31">
                  <a:extLst>
                    <a:ext uri="{FF2B5EF4-FFF2-40B4-BE49-F238E27FC236}">
                      <a16:creationId xmlns:a16="http://schemas.microsoft.com/office/drawing/2014/main" id="{C65BF4C7-CD99-3B3E-F9E4-38C4E7316002}"/>
                    </a:ext>
                  </a:extLst>
                </p14:cNvPr>
                <p14:cNvContentPartPr/>
                <p14:nvPr/>
              </p14:nvContentPartPr>
              <p14:xfrm>
                <a:off x="8987844" y="5630285"/>
                <a:ext cx="172800" cy="284760"/>
              </p14:xfrm>
            </p:contentPart>
          </mc:Choice>
          <mc:Fallback>
            <p:pic>
              <p:nvPicPr>
                <p:cNvPr id="32" name="Ink 31">
                  <a:extLst>
                    <a:ext uri="{FF2B5EF4-FFF2-40B4-BE49-F238E27FC236}">
                      <a16:creationId xmlns:a16="http://schemas.microsoft.com/office/drawing/2014/main" id="{C65BF4C7-CD99-3B3E-F9E4-38C4E7316002}"/>
                    </a:ext>
                  </a:extLst>
                </p:cNvPr>
                <p:cNvPicPr/>
                <p:nvPr/>
              </p:nvPicPr>
              <p:blipFill>
                <a:blip r:embed="rId36"/>
                <a:stretch>
                  <a:fillRect/>
                </a:stretch>
              </p:blipFill>
              <p:spPr>
                <a:xfrm>
                  <a:off x="8981724" y="5624165"/>
                  <a:ext cx="18504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3" name="Ink 32">
                  <a:extLst>
                    <a:ext uri="{FF2B5EF4-FFF2-40B4-BE49-F238E27FC236}">
                      <a16:creationId xmlns:a16="http://schemas.microsoft.com/office/drawing/2014/main" id="{AEFF83AF-5E44-C097-1918-C148B58DAAA5}"/>
                    </a:ext>
                  </a:extLst>
                </p14:cNvPr>
                <p14:cNvContentPartPr/>
                <p14:nvPr/>
              </p14:nvContentPartPr>
              <p14:xfrm>
                <a:off x="9216084" y="5602925"/>
                <a:ext cx="229680" cy="231480"/>
              </p14:xfrm>
            </p:contentPart>
          </mc:Choice>
          <mc:Fallback>
            <p:pic>
              <p:nvPicPr>
                <p:cNvPr id="33" name="Ink 32">
                  <a:extLst>
                    <a:ext uri="{FF2B5EF4-FFF2-40B4-BE49-F238E27FC236}">
                      <a16:creationId xmlns:a16="http://schemas.microsoft.com/office/drawing/2014/main" id="{AEFF83AF-5E44-C097-1918-C148B58DAAA5}"/>
                    </a:ext>
                  </a:extLst>
                </p:cNvPr>
                <p:cNvPicPr/>
                <p:nvPr/>
              </p:nvPicPr>
              <p:blipFill>
                <a:blip r:embed="rId38"/>
                <a:stretch>
                  <a:fillRect/>
                </a:stretch>
              </p:blipFill>
              <p:spPr>
                <a:xfrm>
                  <a:off x="9209964" y="5596805"/>
                  <a:ext cx="24192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4" name="Ink 33">
                  <a:extLst>
                    <a:ext uri="{FF2B5EF4-FFF2-40B4-BE49-F238E27FC236}">
                      <a16:creationId xmlns:a16="http://schemas.microsoft.com/office/drawing/2014/main" id="{B8B142E5-9758-029F-8655-50C7B6976A46}"/>
                    </a:ext>
                  </a:extLst>
                </p14:cNvPr>
                <p14:cNvContentPartPr/>
                <p14:nvPr/>
              </p14:nvContentPartPr>
              <p14:xfrm>
                <a:off x="9299244" y="5583485"/>
                <a:ext cx="110880" cy="201240"/>
              </p14:xfrm>
            </p:contentPart>
          </mc:Choice>
          <mc:Fallback>
            <p:pic>
              <p:nvPicPr>
                <p:cNvPr id="34" name="Ink 33">
                  <a:extLst>
                    <a:ext uri="{FF2B5EF4-FFF2-40B4-BE49-F238E27FC236}">
                      <a16:creationId xmlns:a16="http://schemas.microsoft.com/office/drawing/2014/main" id="{B8B142E5-9758-029F-8655-50C7B6976A46}"/>
                    </a:ext>
                  </a:extLst>
                </p:cNvPr>
                <p:cNvPicPr/>
                <p:nvPr/>
              </p:nvPicPr>
              <p:blipFill>
                <a:blip r:embed="rId40"/>
                <a:stretch>
                  <a:fillRect/>
                </a:stretch>
              </p:blipFill>
              <p:spPr>
                <a:xfrm>
                  <a:off x="9293124" y="5577365"/>
                  <a:ext cx="12312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5" name="Ink 34">
                  <a:extLst>
                    <a:ext uri="{FF2B5EF4-FFF2-40B4-BE49-F238E27FC236}">
                      <a16:creationId xmlns:a16="http://schemas.microsoft.com/office/drawing/2014/main" id="{98B79755-F517-FF6A-E966-D3060ED03ABA}"/>
                    </a:ext>
                  </a:extLst>
                </p14:cNvPr>
                <p14:cNvContentPartPr/>
                <p14:nvPr/>
              </p14:nvContentPartPr>
              <p14:xfrm>
                <a:off x="9612444" y="5320685"/>
                <a:ext cx="46800" cy="594000"/>
              </p14:xfrm>
            </p:contentPart>
          </mc:Choice>
          <mc:Fallback>
            <p:pic>
              <p:nvPicPr>
                <p:cNvPr id="35" name="Ink 34">
                  <a:extLst>
                    <a:ext uri="{FF2B5EF4-FFF2-40B4-BE49-F238E27FC236}">
                      <a16:creationId xmlns:a16="http://schemas.microsoft.com/office/drawing/2014/main" id="{98B79755-F517-FF6A-E966-D3060ED03ABA}"/>
                    </a:ext>
                  </a:extLst>
                </p:cNvPr>
                <p:cNvPicPr/>
                <p:nvPr/>
              </p:nvPicPr>
              <p:blipFill>
                <a:blip r:embed="rId42"/>
                <a:stretch>
                  <a:fillRect/>
                </a:stretch>
              </p:blipFill>
              <p:spPr>
                <a:xfrm>
                  <a:off x="9606324" y="5314565"/>
                  <a:ext cx="59040" cy="6062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6" name="Ink 35">
                  <a:extLst>
                    <a:ext uri="{FF2B5EF4-FFF2-40B4-BE49-F238E27FC236}">
                      <a16:creationId xmlns:a16="http://schemas.microsoft.com/office/drawing/2014/main" id="{F27EAFA1-932C-E0F7-DAE7-887021C13E82}"/>
                    </a:ext>
                  </a:extLst>
                </p14:cNvPr>
                <p14:cNvContentPartPr/>
                <p14:nvPr/>
              </p14:nvContentPartPr>
              <p14:xfrm>
                <a:off x="9542244" y="5489525"/>
                <a:ext cx="271080" cy="152640"/>
              </p14:xfrm>
            </p:contentPart>
          </mc:Choice>
          <mc:Fallback>
            <p:pic>
              <p:nvPicPr>
                <p:cNvPr id="36" name="Ink 35">
                  <a:extLst>
                    <a:ext uri="{FF2B5EF4-FFF2-40B4-BE49-F238E27FC236}">
                      <a16:creationId xmlns:a16="http://schemas.microsoft.com/office/drawing/2014/main" id="{F27EAFA1-932C-E0F7-DAE7-887021C13E82}"/>
                    </a:ext>
                  </a:extLst>
                </p:cNvPr>
                <p:cNvPicPr/>
                <p:nvPr/>
              </p:nvPicPr>
              <p:blipFill>
                <a:blip r:embed="rId44"/>
                <a:stretch>
                  <a:fillRect/>
                </a:stretch>
              </p:blipFill>
              <p:spPr>
                <a:xfrm>
                  <a:off x="9536124" y="5483405"/>
                  <a:ext cx="28332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7" name="Ink 36">
                  <a:extLst>
                    <a:ext uri="{FF2B5EF4-FFF2-40B4-BE49-F238E27FC236}">
                      <a16:creationId xmlns:a16="http://schemas.microsoft.com/office/drawing/2014/main" id="{8E1A17DA-34DC-CDFA-9813-90CA90FBF6F5}"/>
                    </a:ext>
                  </a:extLst>
                </p14:cNvPr>
                <p14:cNvContentPartPr/>
                <p14:nvPr/>
              </p14:nvContentPartPr>
              <p14:xfrm>
                <a:off x="9958764" y="5510405"/>
                <a:ext cx="140400" cy="471240"/>
              </p14:xfrm>
            </p:contentPart>
          </mc:Choice>
          <mc:Fallback>
            <p:pic>
              <p:nvPicPr>
                <p:cNvPr id="37" name="Ink 36">
                  <a:extLst>
                    <a:ext uri="{FF2B5EF4-FFF2-40B4-BE49-F238E27FC236}">
                      <a16:creationId xmlns:a16="http://schemas.microsoft.com/office/drawing/2014/main" id="{8E1A17DA-34DC-CDFA-9813-90CA90FBF6F5}"/>
                    </a:ext>
                  </a:extLst>
                </p:cNvPr>
                <p:cNvPicPr/>
                <p:nvPr/>
              </p:nvPicPr>
              <p:blipFill>
                <a:blip r:embed="rId46"/>
                <a:stretch>
                  <a:fillRect/>
                </a:stretch>
              </p:blipFill>
              <p:spPr>
                <a:xfrm>
                  <a:off x="9952644" y="5504285"/>
                  <a:ext cx="152640" cy="4834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8" name="Ink 37">
                  <a:extLst>
                    <a:ext uri="{FF2B5EF4-FFF2-40B4-BE49-F238E27FC236}">
                      <a16:creationId xmlns:a16="http://schemas.microsoft.com/office/drawing/2014/main" id="{508DB188-034C-E3A1-FA6E-D12262A36832}"/>
                    </a:ext>
                  </a:extLst>
                </p14:cNvPr>
                <p14:cNvContentPartPr/>
                <p14:nvPr/>
              </p14:nvContentPartPr>
              <p14:xfrm>
                <a:off x="10240284" y="5388005"/>
                <a:ext cx="625320" cy="399240"/>
              </p14:xfrm>
            </p:contentPart>
          </mc:Choice>
          <mc:Fallback>
            <p:pic>
              <p:nvPicPr>
                <p:cNvPr id="38" name="Ink 37">
                  <a:extLst>
                    <a:ext uri="{FF2B5EF4-FFF2-40B4-BE49-F238E27FC236}">
                      <a16:creationId xmlns:a16="http://schemas.microsoft.com/office/drawing/2014/main" id="{508DB188-034C-E3A1-FA6E-D12262A36832}"/>
                    </a:ext>
                  </a:extLst>
                </p:cNvPr>
                <p:cNvPicPr/>
                <p:nvPr/>
              </p:nvPicPr>
              <p:blipFill>
                <a:blip r:embed="rId48"/>
                <a:stretch>
                  <a:fillRect/>
                </a:stretch>
              </p:blipFill>
              <p:spPr>
                <a:xfrm>
                  <a:off x="10234164" y="5381885"/>
                  <a:ext cx="637560" cy="4114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9" name="Ink 38">
                  <a:extLst>
                    <a:ext uri="{FF2B5EF4-FFF2-40B4-BE49-F238E27FC236}">
                      <a16:creationId xmlns:a16="http://schemas.microsoft.com/office/drawing/2014/main" id="{C7F57A14-C6DB-107A-9705-257548AA54AD}"/>
                    </a:ext>
                  </a:extLst>
                </p14:cNvPr>
                <p14:cNvContentPartPr/>
                <p14:nvPr/>
              </p14:nvContentPartPr>
              <p14:xfrm>
                <a:off x="8837004" y="6069845"/>
                <a:ext cx="333000" cy="441360"/>
              </p14:xfrm>
            </p:contentPart>
          </mc:Choice>
          <mc:Fallback>
            <p:pic>
              <p:nvPicPr>
                <p:cNvPr id="39" name="Ink 38">
                  <a:extLst>
                    <a:ext uri="{FF2B5EF4-FFF2-40B4-BE49-F238E27FC236}">
                      <a16:creationId xmlns:a16="http://schemas.microsoft.com/office/drawing/2014/main" id="{C7F57A14-C6DB-107A-9705-257548AA54AD}"/>
                    </a:ext>
                  </a:extLst>
                </p:cNvPr>
                <p:cNvPicPr/>
                <p:nvPr/>
              </p:nvPicPr>
              <p:blipFill>
                <a:blip r:embed="rId50"/>
                <a:stretch>
                  <a:fillRect/>
                </a:stretch>
              </p:blipFill>
              <p:spPr>
                <a:xfrm>
                  <a:off x="8830884" y="6063725"/>
                  <a:ext cx="345240" cy="453600"/>
                </a:xfrm>
                <a:prstGeom prst="rect">
                  <a:avLst/>
                </a:prstGeom>
              </p:spPr>
            </p:pic>
          </mc:Fallback>
        </mc:AlternateContent>
      </p:grpSp>
    </p:spTree>
    <p:extLst>
      <p:ext uri="{BB962C8B-B14F-4D97-AF65-F5344CB8AC3E}">
        <p14:creationId xmlns:p14="http://schemas.microsoft.com/office/powerpoint/2010/main" val="2772765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4F92E-5634-2D93-A98A-30EF16C9E470}"/>
              </a:ext>
            </a:extLst>
          </p:cNvPr>
          <p:cNvSpPr txBox="1"/>
          <p:nvPr/>
        </p:nvSpPr>
        <p:spPr>
          <a:xfrm>
            <a:off x="758757" y="359923"/>
            <a:ext cx="10671243" cy="4247317"/>
          </a:xfrm>
          <a:prstGeom prst="rect">
            <a:avLst/>
          </a:prstGeom>
          <a:noFill/>
        </p:spPr>
        <p:txBody>
          <a:bodyPr wrap="square" rtlCol="0">
            <a:spAutoFit/>
          </a:bodyPr>
          <a:lstStyle/>
          <a:p>
            <a:r>
              <a:rPr lang="en-US" dirty="0"/>
              <a:t>Under leadership ----</a:t>
            </a:r>
            <a:r>
              <a:rPr lang="en-US" dirty="0">
                <a:sym typeface="Wingdings" panose="05000000000000000000" pitchFamily="2" charset="2"/>
              </a:rPr>
              <a:t></a:t>
            </a:r>
          </a:p>
          <a:p>
            <a:endParaRPr lang="en-US" dirty="0"/>
          </a:p>
          <a:p>
            <a:r>
              <a:rPr lang="en-US" b="1" dirty="0"/>
              <a:t>Kendra Consultants was founded with a vision to establish a trusted consultancy that delivers professional excellence, integrity and value across the built environment. Under the leadership of Kaushala Fonseka, the firm is driven by a commitment to precision, ethical practice and creating meaningful outcomes for clients.</a:t>
            </a:r>
            <a:endParaRPr lang="en-US" dirty="0"/>
          </a:p>
          <a:p>
            <a:r>
              <a:rPr lang="en-US" b="1" dirty="0"/>
              <a:t>Supported by a team committed to professional excellence, Kendra Consultants applies industry knowledge, commercial insight and collaborative approaches to deliver informed decisions and value-driven outcomes throughout the project lifecycle.</a:t>
            </a:r>
            <a:endParaRPr lang="en-US" dirty="0"/>
          </a:p>
          <a:p>
            <a:r>
              <a:rPr lang="en-US" b="1" dirty="0"/>
              <a:t>Through Kendra Consultants, the focus remains on embracing international best practices, strengthening industry standards and contributing to a sustainable and progressive built environment.</a:t>
            </a: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13784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5E91E-801D-7062-6F59-43D451F47D4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8B4F148-52A7-9251-9659-B6AC9F590B05}"/>
              </a:ext>
            </a:extLst>
          </p:cNvPr>
          <p:cNvPicPr>
            <a:picLocks noChangeAspect="1"/>
          </p:cNvPicPr>
          <p:nvPr/>
        </p:nvPicPr>
        <p:blipFill>
          <a:blip r:embed="rId2">
            <a:extLst>
              <a:ext uri="{28A0092B-C50C-407E-A947-70E740481C1C}">
                <a14:useLocalDpi xmlns:a14="http://schemas.microsoft.com/office/drawing/2010/main" val="0"/>
              </a:ext>
            </a:extLst>
          </a:blip>
          <a:srcRect t="42484" b="39846"/>
          <a:stretch>
            <a:fillRect/>
          </a:stretch>
        </p:blipFill>
        <p:spPr>
          <a:xfrm>
            <a:off x="165179" y="0"/>
            <a:ext cx="11819297" cy="2946656"/>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43E5318-0075-692A-8CEE-99EFBB14B1FA}"/>
                  </a:ext>
                </a:extLst>
              </p14:cNvPr>
              <p14:cNvContentPartPr/>
              <p14:nvPr/>
            </p14:nvContentPartPr>
            <p14:xfrm>
              <a:off x="6283884" y="1322525"/>
              <a:ext cx="360" cy="360"/>
            </p14:xfrm>
          </p:contentPart>
        </mc:Choice>
        <mc:Fallback>
          <p:pic>
            <p:nvPicPr>
              <p:cNvPr id="4" name="Ink 3">
                <a:extLst>
                  <a:ext uri="{FF2B5EF4-FFF2-40B4-BE49-F238E27FC236}">
                    <a16:creationId xmlns:a16="http://schemas.microsoft.com/office/drawing/2014/main" id="{843E5318-0075-692A-8CEE-99EFBB14B1FA}"/>
                  </a:ext>
                </a:extLst>
              </p:cNvPr>
              <p:cNvPicPr/>
              <p:nvPr/>
            </p:nvPicPr>
            <p:blipFill>
              <a:blip r:embed="rId4"/>
              <a:stretch>
                <a:fillRect/>
              </a:stretch>
            </p:blipFill>
            <p:spPr>
              <a:xfrm>
                <a:off x="6277764" y="1316405"/>
                <a:ext cx="12600" cy="12600"/>
              </a:xfrm>
              <a:prstGeom prst="rect">
                <a:avLst/>
              </a:prstGeom>
            </p:spPr>
          </p:pic>
        </mc:Fallback>
      </mc:AlternateContent>
      <p:sp>
        <p:nvSpPr>
          <p:cNvPr id="5" name="TextBox 4">
            <a:extLst>
              <a:ext uri="{FF2B5EF4-FFF2-40B4-BE49-F238E27FC236}">
                <a16:creationId xmlns:a16="http://schemas.microsoft.com/office/drawing/2014/main" id="{DCA3760A-21D8-4F19-F505-300CF16D9066}"/>
              </a:ext>
            </a:extLst>
          </p:cNvPr>
          <p:cNvSpPr txBox="1"/>
          <p:nvPr/>
        </p:nvSpPr>
        <p:spPr>
          <a:xfrm>
            <a:off x="4892916" y="3019877"/>
            <a:ext cx="2363822" cy="1477328"/>
          </a:xfrm>
          <a:prstGeom prst="rect">
            <a:avLst/>
          </a:prstGeom>
          <a:noFill/>
        </p:spPr>
        <p:txBody>
          <a:bodyPr wrap="square" rtlCol="0">
            <a:spAutoFit/>
          </a:bodyPr>
          <a:lstStyle/>
          <a:p>
            <a:pPr algn="ctr"/>
            <a:r>
              <a:rPr lang="en-US" dirty="0">
                <a:solidFill>
                  <a:srgbClr val="FF0000"/>
                </a:solidFill>
              </a:rPr>
              <a:t>Our Vision</a:t>
            </a:r>
          </a:p>
          <a:p>
            <a:pPr algn="ctr"/>
            <a:r>
              <a:rPr lang="en-US" b="1" dirty="0">
                <a:solidFill>
                  <a:srgbClr val="FF0000"/>
                </a:solidFill>
              </a:rPr>
              <a:t>To be a globally trusted leader in shaping the future of the built environment.</a:t>
            </a:r>
          </a:p>
        </p:txBody>
      </p:sp>
      <p:sp>
        <p:nvSpPr>
          <p:cNvPr id="6" name="TextBox 5">
            <a:extLst>
              <a:ext uri="{FF2B5EF4-FFF2-40B4-BE49-F238E27FC236}">
                <a16:creationId xmlns:a16="http://schemas.microsoft.com/office/drawing/2014/main" id="{114EE19C-000F-8512-FE69-7A5FEC366D79}"/>
              </a:ext>
            </a:extLst>
          </p:cNvPr>
          <p:cNvSpPr txBox="1"/>
          <p:nvPr/>
        </p:nvSpPr>
        <p:spPr>
          <a:xfrm>
            <a:off x="749030" y="2811294"/>
            <a:ext cx="3949430" cy="3693319"/>
          </a:xfrm>
          <a:prstGeom prst="rect">
            <a:avLst/>
          </a:prstGeom>
          <a:noFill/>
        </p:spPr>
        <p:txBody>
          <a:bodyPr wrap="square" rtlCol="0">
            <a:spAutoFit/>
          </a:bodyPr>
          <a:lstStyle/>
          <a:p>
            <a:r>
              <a:rPr lang="en-US" dirty="0">
                <a:solidFill>
                  <a:srgbClr val="FF0000"/>
                </a:solidFill>
              </a:rPr>
              <a:t>Our Mission</a:t>
            </a:r>
          </a:p>
          <a:p>
            <a:r>
              <a:rPr lang="en-US" b="1" dirty="0">
                <a:solidFill>
                  <a:srgbClr val="FF0000"/>
                </a:solidFill>
              </a:rPr>
              <a:t>To deliver high-quality quantity surveying, commercial management, contract advisory and construction consultancy services through expert knowledge, commercial insight and strategic solutions. We are committed to providing trusted and ethical advice, building lasting client relationships and maintaining the highest standards of integrity, competence and excellence throughout every stage of the project lifecycle.</a:t>
            </a:r>
          </a:p>
        </p:txBody>
      </p:sp>
      <p:sp>
        <p:nvSpPr>
          <p:cNvPr id="7" name="TextBox 6">
            <a:extLst>
              <a:ext uri="{FF2B5EF4-FFF2-40B4-BE49-F238E27FC236}">
                <a16:creationId xmlns:a16="http://schemas.microsoft.com/office/drawing/2014/main" id="{A2895AB2-40DC-224E-DC00-64B1D31035AF}"/>
              </a:ext>
            </a:extLst>
          </p:cNvPr>
          <p:cNvSpPr txBox="1"/>
          <p:nvPr/>
        </p:nvSpPr>
        <p:spPr>
          <a:xfrm>
            <a:off x="7957226" y="3019877"/>
            <a:ext cx="3735421" cy="3139321"/>
          </a:xfrm>
          <a:prstGeom prst="rect">
            <a:avLst/>
          </a:prstGeom>
          <a:noFill/>
        </p:spPr>
        <p:txBody>
          <a:bodyPr wrap="square" rtlCol="0">
            <a:spAutoFit/>
          </a:bodyPr>
          <a:lstStyle/>
          <a:p>
            <a:r>
              <a:rPr lang="en-US" dirty="0">
                <a:solidFill>
                  <a:srgbClr val="FF0000"/>
                </a:solidFill>
              </a:rPr>
              <a:t>Our Values</a:t>
            </a:r>
          </a:p>
          <a:p>
            <a:r>
              <a:rPr lang="en-US" b="1" dirty="0">
                <a:solidFill>
                  <a:srgbClr val="FF0000"/>
                </a:solidFill>
              </a:rPr>
              <a:t>Absolute Precision. Unwavering Ethics. Commercial Insight.</a:t>
            </a:r>
            <a:br>
              <a:rPr lang="en-US" dirty="0">
                <a:solidFill>
                  <a:srgbClr val="FF0000"/>
                </a:solidFill>
              </a:rPr>
            </a:br>
            <a:endParaRPr lang="en-US" dirty="0">
              <a:solidFill>
                <a:srgbClr val="FF0000"/>
              </a:solidFill>
            </a:endParaRPr>
          </a:p>
          <a:p>
            <a:r>
              <a:rPr lang="en-US" b="1" dirty="0">
                <a:solidFill>
                  <a:srgbClr val="FF0000"/>
                </a:solidFill>
              </a:rPr>
              <a:t>We believe in transparency, professional integrity and proactive risk management, delivering trusted advice and strategic solutions that create lasting value for our clients and contribute to a sustainable built environment.</a:t>
            </a:r>
          </a:p>
        </p:txBody>
      </p:sp>
      <p:grpSp>
        <p:nvGrpSpPr>
          <p:cNvPr id="21" name="Group 20">
            <a:extLst>
              <a:ext uri="{FF2B5EF4-FFF2-40B4-BE49-F238E27FC236}">
                <a16:creationId xmlns:a16="http://schemas.microsoft.com/office/drawing/2014/main" id="{964BAAE6-E3AB-145D-3586-13BC7C2E305B}"/>
              </a:ext>
            </a:extLst>
          </p:cNvPr>
          <p:cNvGrpSpPr/>
          <p:nvPr/>
        </p:nvGrpSpPr>
        <p:grpSpPr>
          <a:xfrm>
            <a:off x="1906284" y="1614485"/>
            <a:ext cx="1837080" cy="511560"/>
            <a:chOff x="1906284" y="1614485"/>
            <a:chExt cx="1837080" cy="511560"/>
          </a:xfrm>
        </p:grpSpPr>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58AA23CD-5F3A-C691-4AED-75CFD439090F}"/>
                    </a:ext>
                  </a:extLst>
                </p14:cNvPr>
                <p14:cNvContentPartPr/>
                <p14:nvPr/>
              </p14:nvContentPartPr>
              <p14:xfrm>
                <a:off x="1906284" y="1614485"/>
                <a:ext cx="1141560" cy="511560"/>
              </p14:xfrm>
            </p:contentPart>
          </mc:Choice>
          <mc:Fallback>
            <p:pic>
              <p:nvPicPr>
                <p:cNvPr id="8" name="Ink 7">
                  <a:extLst>
                    <a:ext uri="{FF2B5EF4-FFF2-40B4-BE49-F238E27FC236}">
                      <a16:creationId xmlns:a16="http://schemas.microsoft.com/office/drawing/2014/main" id="{58AA23CD-5F3A-C691-4AED-75CFD439090F}"/>
                    </a:ext>
                  </a:extLst>
                </p:cNvPr>
                <p:cNvPicPr/>
                <p:nvPr/>
              </p:nvPicPr>
              <p:blipFill>
                <a:blip r:embed="rId6"/>
                <a:stretch>
                  <a:fillRect/>
                </a:stretch>
              </p:blipFill>
              <p:spPr>
                <a:xfrm>
                  <a:off x="1900164" y="1608365"/>
                  <a:ext cx="1153800" cy="523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ECD9D53C-425A-1612-4520-B289799B3C5B}"/>
                    </a:ext>
                  </a:extLst>
                </p14:cNvPr>
                <p14:cNvContentPartPr/>
                <p14:nvPr/>
              </p14:nvContentPartPr>
              <p14:xfrm>
                <a:off x="2985924" y="1678565"/>
                <a:ext cx="757440" cy="370080"/>
              </p14:xfrm>
            </p:contentPart>
          </mc:Choice>
          <mc:Fallback>
            <p:pic>
              <p:nvPicPr>
                <p:cNvPr id="10" name="Ink 9">
                  <a:extLst>
                    <a:ext uri="{FF2B5EF4-FFF2-40B4-BE49-F238E27FC236}">
                      <a16:creationId xmlns:a16="http://schemas.microsoft.com/office/drawing/2014/main" id="{ECD9D53C-425A-1612-4520-B289799B3C5B}"/>
                    </a:ext>
                  </a:extLst>
                </p:cNvPr>
                <p:cNvPicPr/>
                <p:nvPr/>
              </p:nvPicPr>
              <p:blipFill>
                <a:blip r:embed="rId8"/>
                <a:stretch>
                  <a:fillRect/>
                </a:stretch>
              </p:blipFill>
              <p:spPr>
                <a:xfrm>
                  <a:off x="2979804" y="1672445"/>
                  <a:ext cx="769680" cy="382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Ink 17">
                  <a:extLst>
                    <a:ext uri="{FF2B5EF4-FFF2-40B4-BE49-F238E27FC236}">
                      <a16:creationId xmlns:a16="http://schemas.microsoft.com/office/drawing/2014/main" id="{B9B60230-B398-E12E-FC78-C6B4C9AE66E7}"/>
                    </a:ext>
                  </a:extLst>
                </p14:cNvPr>
                <p14:cNvContentPartPr/>
                <p14:nvPr/>
              </p14:nvContentPartPr>
              <p14:xfrm>
                <a:off x="2402364" y="1642205"/>
                <a:ext cx="1123920" cy="352080"/>
              </p14:xfrm>
            </p:contentPart>
          </mc:Choice>
          <mc:Fallback>
            <p:pic>
              <p:nvPicPr>
                <p:cNvPr id="18" name="Ink 17">
                  <a:extLst>
                    <a:ext uri="{FF2B5EF4-FFF2-40B4-BE49-F238E27FC236}">
                      <a16:creationId xmlns:a16="http://schemas.microsoft.com/office/drawing/2014/main" id="{B9B60230-B398-E12E-FC78-C6B4C9AE66E7}"/>
                    </a:ext>
                  </a:extLst>
                </p:cNvPr>
                <p:cNvPicPr/>
                <p:nvPr/>
              </p:nvPicPr>
              <p:blipFill>
                <a:blip r:embed="rId10"/>
                <a:stretch>
                  <a:fillRect/>
                </a:stretch>
              </p:blipFill>
              <p:spPr>
                <a:xfrm>
                  <a:off x="2396244" y="1636085"/>
                  <a:ext cx="1136160" cy="364320"/>
                </a:xfrm>
                <a:prstGeom prst="rect">
                  <a:avLst/>
                </a:prstGeom>
              </p:spPr>
            </p:pic>
          </mc:Fallback>
        </mc:AlternateContent>
      </p:grpSp>
      <p:grpSp>
        <p:nvGrpSpPr>
          <p:cNvPr id="20" name="Group 19">
            <a:extLst>
              <a:ext uri="{FF2B5EF4-FFF2-40B4-BE49-F238E27FC236}">
                <a16:creationId xmlns:a16="http://schemas.microsoft.com/office/drawing/2014/main" id="{7E33F611-35A4-81C7-A592-D88EEE63461F}"/>
              </a:ext>
            </a:extLst>
          </p:cNvPr>
          <p:cNvGrpSpPr/>
          <p:nvPr/>
        </p:nvGrpSpPr>
        <p:grpSpPr>
          <a:xfrm>
            <a:off x="5203884" y="1478045"/>
            <a:ext cx="1896480" cy="649080"/>
            <a:chOff x="5203884" y="1478045"/>
            <a:chExt cx="1896480" cy="649080"/>
          </a:xfrm>
        </p:grpSpPr>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274F4CA0-0E26-B2B6-66EC-D8E3080D10D2}"/>
                    </a:ext>
                  </a:extLst>
                </p14:cNvPr>
                <p14:cNvContentPartPr/>
                <p14:nvPr/>
              </p14:nvContentPartPr>
              <p14:xfrm>
                <a:off x="5203884" y="1478045"/>
                <a:ext cx="1051200" cy="649080"/>
              </p14:xfrm>
            </p:contentPart>
          </mc:Choice>
          <mc:Fallback>
            <p:pic>
              <p:nvPicPr>
                <p:cNvPr id="11" name="Ink 10">
                  <a:extLst>
                    <a:ext uri="{FF2B5EF4-FFF2-40B4-BE49-F238E27FC236}">
                      <a16:creationId xmlns:a16="http://schemas.microsoft.com/office/drawing/2014/main" id="{274F4CA0-0E26-B2B6-66EC-D8E3080D10D2}"/>
                    </a:ext>
                  </a:extLst>
                </p:cNvPr>
                <p:cNvPicPr/>
                <p:nvPr/>
              </p:nvPicPr>
              <p:blipFill>
                <a:blip r:embed="rId12"/>
                <a:stretch>
                  <a:fillRect/>
                </a:stretch>
              </p:blipFill>
              <p:spPr>
                <a:xfrm>
                  <a:off x="5197764" y="1471925"/>
                  <a:ext cx="1063440" cy="661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5F80C623-B3D2-1C80-AC19-B27586A647CE}"/>
                    </a:ext>
                  </a:extLst>
                </p14:cNvPr>
                <p14:cNvContentPartPr/>
                <p14:nvPr/>
              </p14:nvContentPartPr>
              <p14:xfrm>
                <a:off x="6342204" y="1604405"/>
                <a:ext cx="758160" cy="481680"/>
              </p14:xfrm>
            </p:contentPart>
          </mc:Choice>
          <mc:Fallback>
            <p:pic>
              <p:nvPicPr>
                <p:cNvPr id="12" name="Ink 11">
                  <a:extLst>
                    <a:ext uri="{FF2B5EF4-FFF2-40B4-BE49-F238E27FC236}">
                      <a16:creationId xmlns:a16="http://schemas.microsoft.com/office/drawing/2014/main" id="{5F80C623-B3D2-1C80-AC19-B27586A647CE}"/>
                    </a:ext>
                  </a:extLst>
                </p:cNvPr>
                <p:cNvPicPr/>
                <p:nvPr/>
              </p:nvPicPr>
              <p:blipFill>
                <a:blip r:embed="rId14"/>
                <a:stretch>
                  <a:fillRect/>
                </a:stretch>
              </p:blipFill>
              <p:spPr>
                <a:xfrm>
                  <a:off x="6336084" y="1598285"/>
                  <a:ext cx="770400" cy="4939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9" name="Ink 18">
                  <a:extLst>
                    <a:ext uri="{FF2B5EF4-FFF2-40B4-BE49-F238E27FC236}">
                      <a16:creationId xmlns:a16="http://schemas.microsoft.com/office/drawing/2014/main" id="{72FFD0D2-C34C-2ADD-4275-DD1DFD1E4880}"/>
                    </a:ext>
                  </a:extLst>
                </p14:cNvPr>
                <p14:cNvContentPartPr/>
                <p14:nvPr/>
              </p14:nvContentPartPr>
              <p14:xfrm>
                <a:off x="5525004" y="1713485"/>
                <a:ext cx="1222920" cy="309960"/>
              </p14:xfrm>
            </p:contentPart>
          </mc:Choice>
          <mc:Fallback>
            <p:pic>
              <p:nvPicPr>
                <p:cNvPr id="19" name="Ink 18">
                  <a:extLst>
                    <a:ext uri="{FF2B5EF4-FFF2-40B4-BE49-F238E27FC236}">
                      <a16:creationId xmlns:a16="http://schemas.microsoft.com/office/drawing/2014/main" id="{72FFD0D2-C34C-2ADD-4275-DD1DFD1E4880}"/>
                    </a:ext>
                  </a:extLst>
                </p:cNvPr>
                <p:cNvPicPr/>
                <p:nvPr/>
              </p:nvPicPr>
              <p:blipFill>
                <a:blip r:embed="rId16"/>
                <a:stretch>
                  <a:fillRect/>
                </a:stretch>
              </p:blipFill>
              <p:spPr>
                <a:xfrm>
                  <a:off x="5518884" y="1707365"/>
                  <a:ext cx="1235160" cy="322200"/>
                </a:xfrm>
                <a:prstGeom prst="rect">
                  <a:avLst/>
                </a:prstGeom>
              </p:spPr>
            </p:pic>
          </mc:Fallback>
        </mc:AlternateContent>
      </p:grpSp>
      <p:grpSp>
        <p:nvGrpSpPr>
          <p:cNvPr id="23" name="Group 22">
            <a:extLst>
              <a:ext uri="{FF2B5EF4-FFF2-40B4-BE49-F238E27FC236}">
                <a16:creationId xmlns:a16="http://schemas.microsoft.com/office/drawing/2014/main" id="{90B436FC-F687-0956-C151-40FD17A74A7D}"/>
              </a:ext>
            </a:extLst>
          </p:cNvPr>
          <p:cNvGrpSpPr/>
          <p:nvPr/>
        </p:nvGrpSpPr>
        <p:grpSpPr>
          <a:xfrm>
            <a:off x="8666724" y="1662725"/>
            <a:ext cx="1357560" cy="361800"/>
            <a:chOff x="8666724" y="1662725"/>
            <a:chExt cx="1357560" cy="361800"/>
          </a:xfrm>
        </p:grpSpPr>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83505ACD-5512-CE33-1B96-AD6A5A55A3C2}"/>
                    </a:ext>
                  </a:extLst>
                </p14:cNvPr>
                <p14:cNvContentPartPr/>
                <p14:nvPr/>
              </p14:nvContentPartPr>
              <p14:xfrm>
                <a:off x="8666724" y="1662725"/>
                <a:ext cx="557280" cy="361800"/>
              </p14:xfrm>
            </p:contentPart>
          </mc:Choice>
          <mc:Fallback>
            <p:pic>
              <p:nvPicPr>
                <p:cNvPr id="15" name="Ink 14">
                  <a:extLst>
                    <a:ext uri="{FF2B5EF4-FFF2-40B4-BE49-F238E27FC236}">
                      <a16:creationId xmlns:a16="http://schemas.microsoft.com/office/drawing/2014/main" id="{83505ACD-5512-CE33-1B96-AD6A5A55A3C2}"/>
                    </a:ext>
                  </a:extLst>
                </p:cNvPr>
                <p:cNvPicPr/>
                <p:nvPr/>
              </p:nvPicPr>
              <p:blipFill>
                <a:blip r:embed="rId18"/>
                <a:stretch>
                  <a:fillRect/>
                </a:stretch>
              </p:blipFill>
              <p:spPr>
                <a:xfrm>
                  <a:off x="8660604" y="1656605"/>
                  <a:ext cx="569520" cy="3740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A5A47933-C1DB-174F-F125-836EC1B9E93A}"/>
                    </a:ext>
                  </a:extLst>
                </p14:cNvPr>
                <p14:cNvContentPartPr/>
                <p14:nvPr/>
              </p14:nvContentPartPr>
              <p14:xfrm>
                <a:off x="9513444" y="1692245"/>
                <a:ext cx="357480" cy="285840"/>
              </p14:xfrm>
            </p:contentPart>
          </mc:Choice>
          <mc:Fallback>
            <p:pic>
              <p:nvPicPr>
                <p:cNvPr id="16" name="Ink 15">
                  <a:extLst>
                    <a:ext uri="{FF2B5EF4-FFF2-40B4-BE49-F238E27FC236}">
                      <a16:creationId xmlns:a16="http://schemas.microsoft.com/office/drawing/2014/main" id="{A5A47933-C1DB-174F-F125-836EC1B9E93A}"/>
                    </a:ext>
                  </a:extLst>
                </p:cNvPr>
                <p:cNvPicPr/>
                <p:nvPr/>
              </p:nvPicPr>
              <p:blipFill>
                <a:blip r:embed="rId20"/>
                <a:stretch>
                  <a:fillRect/>
                </a:stretch>
              </p:blipFill>
              <p:spPr>
                <a:xfrm>
                  <a:off x="9507324" y="1686125"/>
                  <a:ext cx="369720" cy="2980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2" name="Ink 21">
                  <a:extLst>
                    <a:ext uri="{FF2B5EF4-FFF2-40B4-BE49-F238E27FC236}">
                      <a16:creationId xmlns:a16="http://schemas.microsoft.com/office/drawing/2014/main" id="{A7F6E1C4-996F-3DF3-E11F-C7B6B8E42E42}"/>
                    </a:ext>
                  </a:extLst>
                </p14:cNvPr>
                <p14:cNvContentPartPr/>
                <p14:nvPr/>
              </p14:nvContentPartPr>
              <p14:xfrm>
                <a:off x="8948964" y="1667405"/>
                <a:ext cx="1075320" cy="297720"/>
              </p14:xfrm>
            </p:contentPart>
          </mc:Choice>
          <mc:Fallback>
            <p:pic>
              <p:nvPicPr>
                <p:cNvPr id="22" name="Ink 21">
                  <a:extLst>
                    <a:ext uri="{FF2B5EF4-FFF2-40B4-BE49-F238E27FC236}">
                      <a16:creationId xmlns:a16="http://schemas.microsoft.com/office/drawing/2014/main" id="{A7F6E1C4-996F-3DF3-E11F-C7B6B8E42E42}"/>
                    </a:ext>
                  </a:extLst>
                </p:cNvPr>
                <p:cNvPicPr/>
                <p:nvPr/>
              </p:nvPicPr>
              <p:blipFill>
                <a:blip r:embed="rId22"/>
                <a:stretch>
                  <a:fillRect/>
                </a:stretch>
              </p:blipFill>
              <p:spPr>
                <a:xfrm>
                  <a:off x="8942844" y="1661285"/>
                  <a:ext cx="1087560" cy="309960"/>
                </a:xfrm>
                <a:prstGeom prst="rect">
                  <a:avLst/>
                </a:prstGeom>
              </p:spPr>
            </p:pic>
          </mc:Fallback>
        </mc:AlternateContent>
      </p:grpSp>
    </p:spTree>
    <p:extLst>
      <p:ext uri="{BB962C8B-B14F-4D97-AF65-F5344CB8AC3E}">
        <p14:creationId xmlns:p14="http://schemas.microsoft.com/office/powerpoint/2010/main" val="902531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D3F81-15C0-CC1E-7F98-7A08AA533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9BD14-1D4B-780B-3A7C-1184D4099886}"/>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32A69DE3-BF55-0693-E231-A7B102B48565}"/>
              </a:ext>
            </a:extLst>
          </p:cNvPr>
          <p:cNvSpPr>
            <a:spLocks noGrp="1"/>
          </p:cNvSpPr>
          <p:nvPr>
            <p:ph type="subTitle" idx="1"/>
          </p:nvPr>
        </p:nvSpPr>
        <p:spPr/>
        <p:txBody>
          <a:bodyPr/>
          <a:lstStyle/>
          <a:p>
            <a:endParaRPr lang="en-US" dirty="0"/>
          </a:p>
        </p:txBody>
      </p:sp>
      <p:pic>
        <p:nvPicPr>
          <p:cNvPr id="9" name="Picture 8">
            <a:extLst>
              <a:ext uri="{FF2B5EF4-FFF2-40B4-BE49-F238E27FC236}">
                <a16:creationId xmlns:a16="http://schemas.microsoft.com/office/drawing/2014/main" id="{96D0CA56-8C3A-625C-0A7C-F8B74E38D40C}"/>
              </a:ext>
            </a:extLst>
          </p:cNvPr>
          <p:cNvPicPr>
            <a:picLocks noChangeAspect="1"/>
          </p:cNvPicPr>
          <p:nvPr/>
        </p:nvPicPr>
        <p:blipFill>
          <a:blip r:embed="rId2">
            <a:extLst>
              <a:ext uri="{28A0092B-C50C-407E-A947-70E740481C1C}">
                <a14:useLocalDpi xmlns:a14="http://schemas.microsoft.com/office/drawing/2010/main" val="0"/>
              </a:ext>
            </a:extLst>
          </a:blip>
          <a:srcRect t="59457" b="17731"/>
          <a:stretch>
            <a:fillRect/>
          </a:stretch>
        </p:blipFill>
        <p:spPr>
          <a:xfrm>
            <a:off x="77630" y="1841751"/>
            <a:ext cx="11609647" cy="3736748"/>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0606201-9B1F-3AA7-8191-8DD5A3BE5E88}"/>
                  </a:ext>
                </a:extLst>
              </p14:cNvPr>
              <p14:cNvContentPartPr/>
              <p14:nvPr/>
            </p14:nvContentPartPr>
            <p14:xfrm>
              <a:off x="6283884" y="1322525"/>
              <a:ext cx="360" cy="360"/>
            </p14:xfrm>
          </p:contentPart>
        </mc:Choice>
        <mc:Fallback>
          <p:pic>
            <p:nvPicPr>
              <p:cNvPr id="4" name="Ink 3">
                <a:extLst>
                  <a:ext uri="{FF2B5EF4-FFF2-40B4-BE49-F238E27FC236}">
                    <a16:creationId xmlns:a16="http://schemas.microsoft.com/office/drawing/2014/main" id="{50606201-9B1F-3AA7-8191-8DD5A3BE5E88}"/>
                  </a:ext>
                </a:extLst>
              </p:cNvPr>
              <p:cNvPicPr/>
              <p:nvPr/>
            </p:nvPicPr>
            <p:blipFill>
              <a:blip r:embed="rId4"/>
              <a:stretch>
                <a:fillRect/>
              </a:stretch>
            </p:blipFill>
            <p:spPr>
              <a:xfrm>
                <a:off x="6277764" y="1316405"/>
                <a:ext cx="12600" cy="12600"/>
              </a:xfrm>
              <a:prstGeom prst="rect">
                <a:avLst/>
              </a:prstGeom>
            </p:spPr>
          </p:pic>
        </mc:Fallback>
      </mc:AlternateContent>
      <p:sp>
        <p:nvSpPr>
          <p:cNvPr id="5" name="TextBox 4">
            <a:extLst>
              <a:ext uri="{FF2B5EF4-FFF2-40B4-BE49-F238E27FC236}">
                <a16:creationId xmlns:a16="http://schemas.microsoft.com/office/drawing/2014/main" id="{796C817B-99E1-15AD-7C03-54F6328BA199}"/>
              </a:ext>
            </a:extLst>
          </p:cNvPr>
          <p:cNvSpPr txBox="1"/>
          <p:nvPr/>
        </p:nvSpPr>
        <p:spPr>
          <a:xfrm>
            <a:off x="2416682" y="2788607"/>
            <a:ext cx="5840638" cy="369332"/>
          </a:xfrm>
          <a:prstGeom prst="rect">
            <a:avLst/>
          </a:prstGeom>
          <a:noFill/>
        </p:spPr>
        <p:txBody>
          <a:bodyPr wrap="none" rtlCol="0">
            <a:spAutoFit/>
          </a:bodyPr>
          <a:lstStyle/>
          <a:p>
            <a:r>
              <a:rPr lang="en-US" dirty="0">
                <a:solidFill>
                  <a:srgbClr val="FF0000"/>
                </a:solidFill>
              </a:rPr>
              <a:t>Update according to the Our Offices Section in the last page </a:t>
            </a:r>
          </a:p>
        </p:txBody>
      </p:sp>
      <p:grpSp>
        <p:nvGrpSpPr>
          <p:cNvPr id="8" name="Group 7">
            <a:extLst>
              <a:ext uri="{FF2B5EF4-FFF2-40B4-BE49-F238E27FC236}">
                <a16:creationId xmlns:a16="http://schemas.microsoft.com/office/drawing/2014/main" id="{91CA6975-CDC7-6814-7BB2-60AF6B04D54F}"/>
              </a:ext>
            </a:extLst>
          </p:cNvPr>
          <p:cNvGrpSpPr/>
          <p:nvPr/>
        </p:nvGrpSpPr>
        <p:grpSpPr>
          <a:xfrm>
            <a:off x="1057044" y="2985725"/>
            <a:ext cx="9537120" cy="2294640"/>
            <a:chOff x="1057044" y="2985725"/>
            <a:chExt cx="9537120" cy="2294640"/>
          </a:xfrm>
        </p:grpSpPr>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74D35AF8-91C0-2705-3A51-FFEA295F76C7}"/>
                    </a:ext>
                  </a:extLst>
                </p14:cNvPr>
                <p14:cNvContentPartPr/>
                <p14:nvPr/>
              </p14:nvContentPartPr>
              <p14:xfrm>
                <a:off x="1057044" y="3218285"/>
                <a:ext cx="9537120" cy="2062080"/>
              </p14:xfrm>
            </p:contentPart>
          </mc:Choice>
          <mc:Fallback>
            <p:pic>
              <p:nvPicPr>
                <p:cNvPr id="6" name="Ink 5">
                  <a:extLst>
                    <a:ext uri="{FF2B5EF4-FFF2-40B4-BE49-F238E27FC236}">
                      <a16:creationId xmlns:a16="http://schemas.microsoft.com/office/drawing/2014/main" id="{74D35AF8-91C0-2705-3A51-FFEA295F76C7}"/>
                    </a:ext>
                  </a:extLst>
                </p:cNvPr>
                <p:cNvPicPr/>
                <p:nvPr/>
              </p:nvPicPr>
              <p:blipFill>
                <a:blip r:embed="rId6"/>
                <a:stretch>
                  <a:fillRect/>
                </a:stretch>
              </p:blipFill>
              <p:spPr>
                <a:xfrm>
                  <a:off x="1050924" y="3212165"/>
                  <a:ext cx="9549360" cy="2074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65C55881-0129-EC22-8C42-5733FA5CAB90}"/>
                    </a:ext>
                  </a:extLst>
                </p14:cNvPr>
                <p14:cNvContentPartPr/>
                <p14:nvPr/>
              </p14:nvContentPartPr>
              <p14:xfrm>
                <a:off x="2002404" y="2985725"/>
                <a:ext cx="490680" cy="419040"/>
              </p14:xfrm>
            </p:contentPart>
          </mc:Choice>
          <mc:Fallback>
            <p:pic>
              <p:nvPicPr>
                <p:cNvPr id="7" name="Ink 6">
                  <a:extLst>
                    <a:ext uri="{FF2B5EF4-FFF2-40B4-BE49-F238E27FC236}">
                      <a16:creationId xmlns:a16="http://schemas.microsoft.com/office/drawing/2014/main" id="{65C55881-0129-EC22-8C42-5733FA5CAB90}"/>
                    </a:ext>
                  </a:extLst>
                </p:cNvPr>
                <p:cNvPicPr/>
                <p:nvPr/>
              </p:nvPicPr>
              <p:blipFill>
                <a:blip r:embed="rId8"/>
                <a:stretch>
                  <a:fillRect/>
                </a:stretch>
              </p:blipFill>
              <p:spPr>
                <a:xfrm>
                  <a:off x="1996284" y="2979605"/>
                  <a:ext cx="502920" cy="431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B1BC6EC2-5102-5B4E-D8C1-2EFA05A489DA}"/>
                  </a:ext>
                </a:extLst>
              </p14:cNvPr>
              <p14:cNvContentPartPr/>
              <p14:nvPr/>
            </p14:nvContentPartPr>
            <p14:xfrm>
              <a:off x="6906324" y="2352485"/>
              <a:ext cx="272520" cy="279000"/>
            </p14:xfrm>
          </p:contentPart>
        </mc:Choice>
        <mc:Fallback>
          <p:pic>
            <p:nvPicPr>
              <p:cNvPr id="10" name="Ink 9">
                <a:extLst>
                  <a:ext uri="{FF2B5EF4-FFF2-40B4-BE49-F238E27FC236}">
                    <a16:creationId xmlns:a16="http://schemas.microsoft.com/office/drawing/2014/main" id="{B1BC6EC2-5102-5B4E-D8C1-2EFA05A489DA}"/>
                  </a:ext>
                </a:extLst>
              </p:cNvPr>
              <p:cNvPicPr/>
              <p:nvPr/>
            </p:nvPicPr>
            <p:blipFill>
              <a:blip r:embed="rId10"/>
              <a:stretch>
                <a:fillRect/>
              </a:stretch>
            </p:blipFill>
            <p:spPr>
              <a:xfrm>
                <a:off x="6900204" y="2346365"/>
                <a:ext cx="284760" cy="291240"/>
              </a:xfrm>
              <a:prstGeom prst="rect">
                <a:avLst/>
              </a:prstGeom>
            </p:spPr>
          </p:pic>
        </mc:Fallback>
      </mc:AlternateContent>
    </p:spTree>
    <p:extLst>
      <p:ext uri="{BB962C8B-B14F-4D97-AF65-F5344CB8AC3E}">
        <p14:creationId xmlns:p14="http://schemas.microsoft.com/office/powerpoint/2010/main" val="1116390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F4B2D-4B68-A0C0-663C-5F97F4367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13729-68AB-9D10-5BD9-05FCD830D8D0}"/>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BBA81689-69B9-FDAF-BA3D-A4C6DE3DF558}"/>
              </a:ext>
            </a:extLst>
          </p:cNvPr>
          <p:cNvSpPr>
            <a:spLocks noGrp="1"/>
          </p:cNvSpPr>
          <p:nvPr>
            <p:ph type="subTitle" idx="1"/>
          </p:nvPr>
        </p:nvSpPr>
        <p:spPr/>
        <p:txBody>
          <a:bodyPr/>
          <a:lstStyle/>
          <a:p>
            <a:endParaRPr lang="en-US" dirty="0"/>
          </a:p>
        </p:txBody>
      </p:sp>
      <p:pic>
        <p:nvPicPr>
          <p:cNvPr id="7" name="Picture 6">
            <a:extLst>
              <a:ext uri="{FF2B5EF4-FFF2-40B4-BE49-F238E27FC236}">
                <a16:creationId xmlns:a16="http://schemas.microsoft.com/office/drawing/2014/main" id="{E55808FA-3BDD-A046-CA7C-98CB4CF9D34A}"/>
              </a:ext>
            </a:extLst>
          </p:cNvPr>
          <p:cNvPicPr>
            <a:picLocks noChangeAspect="1"/>
          </p:cNvPicPr>
          <p:nvPr/>
        </p:nvPicPr>
        <p:blipFill>
          <a:blip r:embed="rId2">
            <a:extLst>
              <a:ext uri="{28A0092B-C50C-407E-A947-70E740481C1C}">
                <a14:useLocalDpi xmlns:a14="http://schemas.microsoft.com/office/drawing/2010/main" val="0"/>
              </a:ext>
            </a:extLst>
          </a:blip>
          <a:srcRect l="12613" t="5886" r="5221" b="80044"/>
          <a:stretch>
            <a:fillRect/>
          </a:stretch>
        </p:blipFill>
        <p:spPr>
          <a:xfrm>
            <a:off x="573931" y="1530081"/>
            <a:ext cx="11377667" cy="244681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2215F1E-60A6-711A-057D-82A750AD39EB}"/>
                  </a:ext>
                </a:extLst>
              </p14:cNvPr>
              <p14:cNvContentPartPr/>
              <p14:nvPr/>
            </p14:nvContentPartPr>
            <p14:xfrm>
              <a:off x="2965044" y="2071325"/>
              <a:ext cx="5693760" cy="740880"/>
            </p14:xfrm>
          </p:contentPart>
        </mc:Choice>
        <mc:Fallback>
          <p:pic>
            <p:nvPicPr>
              <p:cNvPr id="4" name="Ink 3">
                <a:extLst>
                  <a:ext uri="{FF2B5EF4-FFF2-40B4-BE49-F238E27FC236}">
                    <a16:creationId xmlns:a16="http://schemas.microsoft.com/office/drawing/2014/main" id="{82215F1E-60A6-711A-057D-82A750AD39EB}"/>
                  </a:ext>
                </a:extLst>
              </p:cNvPr>
              <p:cNvPicPr/>
              <p:nvPr/>
            </p:nvPicPr>
            <p:blipFill>
              <a:blip r:embed="rId4"/>
              <a:stretch>
                <a:fillRect/>
              </a:stretch>
            </p:blipFill>
            <p:spPr>
              <a:xfrm>
                <a:off x="2958924" y="2065205"/>
                <a:ext cx="5706000" cy="753120"/>
              </a:xfrm>
              <a:prstGeom prst="rect">
                <a:avLst/>
              </a:prstGeom>
            </p:spPr>
          </p:pic>
        </mc:Fallback>
      </mc:AlternateContent>
      <p:sp>
        <p:nvSpPr>
          <p:cNvPr id="6" name="TextBox 5">
            <a:extLst>
              <a:ext uri="{FF2B5EF4-FFF2-40B4-BE49-F238E27FC236}">
                <a16:creationId xmlns:a16="http://schemas.microsoft.com/office/drawing/2014/main" id="{74B9B9E3-4CE7-F9AF-C1DD-92A092B9D680}"/>
              </a:ext>
            </a:extLst>
          </p:cNvPr>
          <p:cNvSpPr txBox="1"/>
          <p:nvPr/>
        </p:nvSpPr>
        <p:spPr>
          <a:xfrm>
            <a:off x="2042808" y="3155364"/>
            <a:ext cx="9461770" cy="923330"/>
          </a:xfrm>
          <a:prstGeom prst="rect">
            <a:avLst/>
          </a:prstGeom>
          <a:noFill/>
        </p:spPr>
        <p:txBody>
          <a:bodyPr wrap="square" rtlCol="0">
            <a:spAutoFit/>
          </a:bodyPr>
          <a:lstStyle/>
          <a:p>
            <a:pPr algn="ctr"/>
            <a:r>
              <a:rPr lang="en-US" dirty="0">
                <a:solidFill>
                  <a:srgbClr val="FF0000"/>
                </a:solidFill>
              </a:rPr>
              <a:t>Delivering trusted consultancy solutions for the built environment. </a:t>
            </a:r>
          </a:p>
          <a:p>
            <a:pPr algn="ctr"/>
            <a:r>
              <a:rPr lang="en-US" dirty="0">
                <a:solidFill>
                  <a:srgbClr val="FF0000"/>
                </a:solidFill>
              </a:rPr>
              <a:t>We provide strategic commercial expertise and informed guidance to support successful project outcomes throughout the project lifecycle.</a:t>
            </a:r>
            <a:endParaRPr lang="en-US" b="1" dirty="0">
              <a:solidFill>
                <a:srgbClr val="FF0000"/>
              </a:solidFill>
            </a:endParaRPr>
          </a:p>
        </p:txBody>
      </p:sp>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7FCD7467-DE59-21CE-5BC2-1CBBF150FA1B}"/>
                  </a:ext>
                </a:extLst>
              </p14:cNvPr>
              <p14:cNvContentPartPr/>
              <p14:nvPr/>
            </p14:nvContentPartPr>
            <p14:xfrm>
              <a:off x="2156844" y="2394965"/>
              <a:ext cx="819720" cy="757800"/>
            </p14:xfrm>
          </p:contentPart>
        </mc:Choice>
        <mc:Fallback>
          <p:pic>
            <p:nvPicPr>
              <p:cNvPr id="8" name="Ink 7">
                <a:extLst>
                  <a:ext uri="{FF2B5EF4-FFF2-40B4-BE49-F238E27FC236}">
                    <a16:creationId xmlns:a16="http://schemas.microsoft.com/office/drawing/2014/main" id="{7FCD7467-DE59-21CE-5BC2-1CBBF150FA1B}"/>
                  </a:ext>
                </a:extLst>
              </p:cNvPr>
              <p:cNvPicPr/>
              <p:nvPr/>
            </p:nvPicPr>
            <p:blipFill>
              <a:blip r:embed="rId6"/>
              <a:stretch>
                <a:fillRect/>
              </a:stretch>
            </p:blipFill>
            <p:spPr>
              <a:xfrm>
                <a:off x="2150724" y="2388845"/>
                <a:ext cx="831960" cy="770040"/>
              </a:xfrm>
              <a:prstGeom prst="rect">
                <a:avLst/>
              </a:prstGeom>
            </p:spPr>
          </p:pic>
        </mc:Fallback>
      </mc:AlternateContent>
    </p:spTree>
    <p:extLst>
      <p:ext uri="{BB962C8B-B14F-4D97-AF65-F5344CB8AC3E}">
        <p14:creationId xmlns:p14="http://schemas.microsoft.com/office/powerpoint/2010/main" val="78506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0A86D-A7E9-197F-1771-EED05826106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F274264-0CD1-5D82-95C9-AB3304FAD058}"/>
              </a:ext>
            </a:extLst>
          </p:cNvPr>
          <p:cNvPicPr>
            <a:picLocks noChangeAspect="1"/>
          </p:cNvPicPr>
          <p:nvPr/>
        </p:nvPicPr>
        <p:blipFill>
          <a:blip r:embed="rId2">
            <a:extLst>
              <a:ext uri="{28A0092B-C50C-407E-A947-70E740481C1C}">
                <a14:useLocalDpi xmlns:a14="http://schemas.microsoft.com/office/drawing/2010/main" val="0"/>
              </a:ext>
            </a:extLst>
          </a:blip>
          <a:srcRect l="11368" t="18845" r="63452" b="58805"/>
          <a:stretch>
            <a:fillRect/>
          </a:stretch>
        </p:blipFill>
        <p:spPr>
          <a:xfrm>
            <a:off x="194553" y="0"/>
            <a:ext cx="3813243" cy="4250986"/>
          </a:xfrm>
          <a:prstGeom prst="rect">
            <a:avLst/>
          </a:prstGeom>
        </p:spPr>
      </p:pic>
      <p:sp>
        <p:nvSpPr>
          <p:cNvPr id="4" name="TextBox 3">
            <a:extLst>
              <a:ext uri="{FF2B5EF4-FFF2-40B4-BE49-F238E27FC236}">
                <a16:creationId xmlns:a16="http://schemas.microsoft.com/office/drawing/2014/main" id="{1EAB508D-DA29-6EDA-20EB-DA335DA0ABB8}"/>
              </a:ext>
            </a:extLst>
          </p:cNvPr>
          <p:cNvSpPr txBox="1"/>
          <p:nvPr/>
        </p:nvSpPr>
        <p:spPr>
          <a:xfrm>
            <a:off x="4235116" y="368968"/>
            <a:ext cx="7186863" cy="3693319"/>
          </a:xfrm>
          <a:prstGeom prst="rect">
            <a:avLst/>
          </a:prstGeom>
          <a:noFill/>
        </p:spPr>
        <p:txBody>
          <a:bodyPr wrap="square" rtlCol="0">
            <a:spAutoFit/>
          </a:bodyPr>
          <a:lstStyle/>
          <a:p>
            <a:r>
              <a:rPr lang="en-US" b="1" dirty="0"/>
              <a:t>Cost Planning &amp; Estimating</a:t>
            </a:r>
          </a:p>
          <a:p>
            <a:r>
              <a:rPr lang="en-US" dirty="0"/>
              <a:t>Rigorous financial modelling and cost forecasting from project inception through completion. We help clients establish realistic budgets, </a:t>
            </a:r>
            <a:r>
              <a:rPr lang="en-US" dirty="0" err="1"/>
              <a:t>optimise</a:t>
            </a:r>
            <a:r>
              <a:rPr lang="en-US" dirty="0"/>
              <a:t> project costs, and maintain financial control throughout the project lifecycle.</a:t>
            </a:r>
          </a:p>
          <a:p>
            <a:r>
              <a:rPr lang="en-US" b="1" dirty="0"/>
              <a:t>Key Deliverables</a:t>
            </a:r>
            <a:endParaRPr lang="en-US" dirty="0"/>
          </a:p>
          <a:p>
            <a:pPr marL="285750" lvl="0" indent="-285750">
              <a:buFont typeface="Arial" panose="020B0604020202020204" pitchFamily="34" charset="0"/>
              <a:buChar char="•"/>
            </a:pPr>
            <a:r>
              <a:rPr lang="en-US" dirty="0"/>
              <a:t>Feasibility Cost Estimates </a:t>
            </a:r>
          </a:p>
          <a:p>
            <a:pPr marL="285750" lvl="0" indent="-285750">
              <a:buFont typeface="Arial" panose="020B0604020202020204" pitchFamily="34" charset="0"/>
              <a:buChar char="•"/>
            </a:pPr>
            <a:r>
              <a:rPr lang="en-US" dirty="0"/>
              <a:t>Cost Planning &amp; Budget Development </a:t>
            </a:r>
          </a:p>
          <a:p>
            <a:pPr marL="285750" lvl="0" indent="-285750">
              <a:buFont typeface="Arial" panose="020B0604020202020204" pitchFamily="34" charset="0"/>
              <a:buChar char="•"/>
            </a:pPr>
            <a:r>
              <a:rPr lang="en-US" dirty="0"/>
              <a:t>Bills of Quantities</a:t>
            </a:r>
          </a:p>
          <a:p>
            <a:pPr marL="285750" lvl="0" indent="-285750">
              <a:buFont typeface="Arial" panose="020B0604020202020204" pitchFamily="34" charset="0"/>
              <a:buChar char="•"/>
            </a:pPr>
            <a:r>
              <a:rPr lang="en-US" dirty="0"/>
              <a:t>Value Engineering </a:t>
            </a:r>
          </a:p>
          <a:p>
            <a:pPr marL="285750" lvl="0" indent="-285750">
              <a:buFont typeface="Arial" panose="020B0604020202020204" pitchFamily="34" charset="0"/>
              <a:buChar char="•"/>
            </a:pPr>
            <a:r>
              <a:rPr lang="en-US" dirty="0"/>
              <a:t>Cash Flow Forecasting </a:t>
            </a:r>
          </a:p>
          <a:p>
            <a:pPr marL="285750" lvl="0" indent="-285750">
              <a:buFont typeface="Arial" panose="020B0604020202020204" pitchFamily="34" charset="0"/>
              <a:buChar char="•"/>
            </a:pPr>
            <a:r>
              <a:rPr lang="en-US" dirty="0"/>
              <a:t>Life Cycle Costing</a:t>
            </a:r>
          </a:p>
          <a:p>
            <a:endParaRPr lang="en-US" dirty="0"/>
          </a:p>
        </p:txBody>
      </p:sp>
    </p:spTree>
    <p:extLst>
      <p:ext uri="{BB962C8B-B14F-4D97-AF65-F5344CB8AC3E}">
        <p14:creationId xmlns:p14="http://schemas.microsoft.com/office/powerpoint/2010/main" val="2621622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D1860-A402-8CA2-0CA6-676FF769B2B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C68957C-5B3E-B1E3-DBB7-547D8460AB16}"/>
              </a:ext>
            </a:extLst>
          </p:cNvPr>
          <p:cNvPicPr>
            <a:picLocks noChangeAspect="1"/>
          </p:cNvPicPr>
          <p:nvPr/>
        </p:nvPicPr>
        <p:blipFill>
          <a:blip r:embed="rId2">
            <a:extLst>
              <a:ext uri="{28A0092B-C50C-407E-A947-70E740481C1C}">
                <a14:useLocalDpi xmlns:a14="http://schemas.microsoft.com/office/drawing/2010/main" val="0"/>
              </a:ext>
            </a:extLst>
          </a:blip>
          <a:srcRect l="37768" t="19200" r="37566" b="59112"/>
          <a:stretch>
            <a:fillRect/>
          </a:stretch>
        </p:blipFill>
        <p:spPr>
          <a:xfrm>
            <a:off x="136187" y="106505"/>
            <a:ext cx="3735422" cy="4125028"/>
          </a:xfrm>
          <a:prstGeom prst="rect">
            <a:avLst/>
          </a:prstGeom>
        </p:spPr>
      </p:pic>
      <p:sp>
        <p:nvSpPr>
          <p:cNvPr id="4" name="TextBox 3">
            <a:extLst>
              <a:ext uri="{FF2B5EF4-FFF2-40B4-BE49-F238E27FC236}">
                <a16:creationId xmlns:a16="http://schemas.microsoft.com/office/drawing/2014/main" id="{EA51D30F-C668-A557-028F-4AAD76AC1999}"/>
              </a:ext>
            </a:extLst>
          </p:cNvPr>
          <p:cNvSpPr txBox="1"/>
          <p:nvPr/>
        </p:nvSpPr>
        <p:spPr>
          <a:xfrm>
            <a:off x="4074695" y="433137"/>
            <a:ext cx="7459579" cy="3139321"/>
          </a:xfrm>
          <a:prstGeom prst="rect">
            <a:avLst/>
          </a:prstGeom>
          <a:noFill/>
        </p:spPr>
        <p:txBody>
          <a:bodyPr wrap="square" rtlCol="0">
            <a:spAutoFit/>
          </a:bodyPr>
          <a:lstStyle/>
          <a:p>
            <a:r>
              <a:rPr lang="en-US" b="1" dirty="0"/>
              <a:t>Procurement &amp; Tendering</a:t>
            </a:r>
          </a:p>
          <a:p>
            <a:r>
              <a:rPr lang="en-US" dirty="0"/>
              <a:t>Strategic procurement advice and tender management to secure the right contractors, achieve commercial certainty, and </a:t>
            </a:r>
            <a:r>
              <a:rPr lang="en-US" dirty="0" err="1"/>
              <a:t>maximise</a:t>
            </a:r>
            <a:r>
              <a:rPr lang="en-US" dirty="0"/>
              <a:t> value throughout the procurement process.</a:t>
            </a:r>
          </a:p>
          <a:p>
            <a:r>
              <a:rPr lang="en-US" b="1" dirty="0"/>
              <a:t>Key Deliverables</a:t>
            </a:r>
            <a:endParaRPr lang="en-US" dirty="0"/>
          </a:p>
          <a:p>
            <a:pPr marL="285750" lvl="0" indent="-285750">
              <a:buFont typeface="Arial" panose="020B0604020202020204" pitchFamily="34" charset="0"/>
              <a:buChar char="•"/>
            </a:pPr>
            <a:r>
              <a:rPr lang="en-US" dirty="0"/>
              <a:t>Procurement Strategy Development </a:t>
            </a:r>
          </a:p>
          <a:p>
            <a:pPr marL="285750" lvl="0" indent="-285750">
              <a:buFont typeface="Arial" panose="020B0604020202020204" pitchFamily="34" charset="0"/>
              <a:buChar char="•"/>
            </a:pPr>
            <a:r>
              <a:rPr lang="en-US" dirty="0"/>
              <a:t>Preparation of Tender Documentation </a:t>
            </a:r>
          </a:p>
          <a:p>
            <a:pPr marL="285750" lvl="0" indent="-285750">
              <a:buFont typeface="Arial" panose="020B0604020202020204" pitchFamily="34" charset="0"/>
              <a:buChar char="•"/>
            </a:pPr>
            <a:r>
              <a:rPr lang="en-US" dirty="0"/>
              <a:t>Tender Evaluation &amp; Analysis </a:t>
            </a:r>
          </a:p>
          <a:p>
            <a:pPr marL="285750" lvl="0" indent="-285750">
              <a:buFont typeface="Arial" panose="020B0604020202020204" pitchFamily="34" charset="0"/>
              <a:buChar char="•"/>
            </a:pPr>
            <a:r>
              <a:rPr lang="en-US" dirty="0"/>
              <a:t>Tender Clarifications &amp; Negotiations </a:t>
            </a:r>
          </a:p>
          <a:p>
            <a:pPr marL="285750" lvl="0" indent="-285750">
              <a:buFont typeface="Arial" panose="020B0604020202020204" pitchFamily="34" charset="0"/>
              <a:buChar char="•"/>
            </a:pPr>
            <a:r>
              <a:rPr lang="en-US" dirty="0"/>
              <a:t>Contract Award Recommendations</a:t>
            </a:r>
          </a:p>
          <a:p>
            <a:endParaRPr lang="en-US" dirty="0"/>
          </a:p>
        </p:txBody>
      </p:sp>
    </p:spTree>
    <p:extLst>
      <p:ext uri="{BB962C8B-B14F-4D97-AF65-F5344CB8AC3E}">
        <p14:creationId xmlns:p14="http://schemas.microsoft.com/office/powerpoint/2010/main" val="3337587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97CF-E17A-1844-42AE-450BE8CFA2D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11D50A6-9D6C-B4B0-D694-15736EAB065C}"/>
              </a:ext>
            </a:extLst>
          </p:cNvPr>
          <p:cNvPicPr>
            <a:picLocks noChangeAspect="1"/>
          </p:cNvPicPr>
          <p:nvPr/>
        </p:nvPicPr>
        <p:blipFill>
          <a:blip r:embed="rId2">
            <a:extLst>
              <a:ext uri="{28A0092B-C50C-407E-A947-70E740481C1C}">
                <a14:useLocalDpi xmlns:a14="http://schemas.microsoft.com/office/drawing/2010/main" val="0"/>
              </a:ext>
            </a:extLst>
          </a:blip>
          <a:srcRect l="63012" t="19509" r="11808" b="59112"/>
          <a:stretch>
            <a:fillRect/>
          </a:stretch>
        </p:blipFill>
        <p:spPr>
          <a:xfrm>
            <a:off x="126459" y="165371"/>
            <a:ext cx="3813243" cy="4066162"/>
          </a:xfrm>
          <a:prstGeom prst="rect">
            <a:avLst/>
          </a:prstGeom>
        </p:spPr>
      </p:pic>
      <p:sp>
        <p:nvSpPr>
          <p:cNvPr id="4" name="TextBox 3">
            <a:extLst>
              <a:ext uri="{FF2B5EF4-FFF2-40B4-BE49-F238E27FC236}">
                <a16:creationId xmlns:a16="http://schemas.microsoft.com/office/drawing/2014/main" id="{47003B67-4D86-62D7-4700-8D9694BE785F}"/>
              </a:ext>
            </a:extLst>
          </p:cNvPr>
          <p:cNvSpPr txBox="1"/>
          <p:nvPr/>
        </p:nvSpPr>
        <p:spPr>
          <a:xfrm>
            <a:off x="4507832" y="529389"/>
            <a:ext cx="6866021" cy="3693319"/>
          </a:xfrm>
          <a:prstGeom prst="rect">
            <a:avLst/>
          </a:prstGeom>
          <a:noFill/>
        </p:spPr>
        <p:txBody>
          <a:bodyPr wrap="square" rtlCol="0">
            <a:spAutoFit/>
          </a:bodyPr>
          <a:lstStyle/>
          <a:p>
            <a:r>
              <a:rPr lang="en-US" b="1" dirty="0"/>
              <a:t>Commercial &amp; Contract Management</a:t>
            </a:r>
          </a:p>
          <a:p>
            <a:r>
              <a:rPr lang="en-US" dirty="0"/>
              <a:t>Proactive contract and commercial management services that protect client interests, promote contractual compliance, manage commercial risk, and provide effective financial control throughout the project lifecycle.</a:t>
            </a:r>
          </a:p>
          <a:p>
            <a:r>
              <a:rPr lang="en-US" b="1" dirty="0"/>
              <a:t>Key Deliverables</a:t>
            </a:r>
            <a:endParaRPr lang="en-US" dirty="0"/>
          </a:p>
          <a:p>
            <a:pPr marL="285750" lvl="0" indent="-285750">
              <a:buFont typeface="Arial" panose="020B0604020202020204" pitchFamily="34" charset="0"/>
              <a:buChar char="•"/>
            </a:pPr>
            <a:r>
              <a:rPr lang="en-US" dirty="0"/>
              <a:t>Contract Administration </a:t>
            </a:r>
          </a:p>
          <a:p>
            <a:pPr marL="285750" lvl="0" indent="-285750">
              <a:buFont typeface="Arial" panose="020B0604020202020204" pitchFamily="34" charset="0"/>
              <a:buChar char="•"/>
            </a:pPr>
            <a:r>
              <a:rPr lang="en-US" dirty="0"/>
              <a:t>Interim Valuations &amp; Payment Certification </a:t>
            </a:r>
          </a:p>
          <a:p>
            <a:pPr marL="285750" lvl="0" indent="-285750">
              <a:buFont typeface="Arial" panose="020B0604020202020204" pitchFamily="34" charset="0"/>
              <a:buChar char="•"/>
            </a:pPr>
            <a:r>
              <a:rPr lang="en-US" dirty="0"/>
              <a:t>Variation Assessment &amp; Change Management </a:t>
            </a:r>
          </a:p>
          <a:p>
            <a:pPr marL="285750" lvl="0" indent="-285750">
              <a:buFont typeface="Arial" panose="020B0604020202020204" pitchFamily="34" charset="0"/>
              <a:buChar char="•"/>
            </a:pPr>
            <a:r>
              <a:rPr lang="en-US" dirty="0"/>
              <a:t>Cost Reporting &amp; Commercial Performance Monitoring </a:t>
            </a:r>
          </a:p>
          <a:p>
            <a:pPr marL="285750" lvl="0" indent="-285750">
              <a:buFont typeface="Arial" panose="020B0604020202020204" pitchFamily="34" charset="0"/>
              <a:buChar char="•"/>
            </a:pPr>
            <a:r>
              <a:rPr lang="en-US" dirty="0"/>
              <a:t>Risk Identification &amp; Commercial Advisory </a:t>
            </a:r>
          </a:p>
          <a:p>
            <a:pPr marL="285750" lvl="0" indent="-285750">
              <a:buFont typeface="Arial" panose="020B0604020202020204" pitchFamily="34" charset="0"/>
              <a:buChar char="•"/>
            </a:pPr>
            <a:r>
              <a:rPr lang="en-US" dirty="0"/>
              <a:t>Final Account Preparation &amp; Agreement</a:t>
            </a:r>
          </a:p>
          <a:p>
            <a:endParaRPr lang="en-US" dirty="0"/>
          </a:p>
        </p:txBody>
      </p:sp>
    </p:spTree>
    <p:extLst>
      <p:ext uri="{BB962C8B-B14F-4D97-AF65-F5344CB8AC3E}">
        <p14:creationId xmlns:p14="http://schemas.microsoft.com/office/powerpoint/2010/main" val="66485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F9E4F-777A-DC53-48DD-C03F8DF0511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DAD4D05-C23F-18B7-F447-CD6490772E5A}"/>
              </a:ext>
            </a:extLst>
          </p:cNvPr>
          <p:cNvPicPr>
            <a:picLocks noChangeAspect="1"/>
          </p:cNvPicPr>
          <p:nvPr/>
        </p:nvPicPr>
        <p:blipFill>
          <a:blip r:embed="rId2">
            <a:extLst>
              <a:ext uri="{28A0092B-C50C-407E-A947-70E740481C1C}">
                <a14:useLocalDpi xmlns:a14="http://schemas.microsoft.com/office/drawing/2010/main" val="0"/>
              </a:ext>
            </a:extLst>
          </a:blip>
          <a:srcRect l="10727" t="41553" r="63515" b="37076"/>
          <a:stretch>
            <a:fillRect/>
          </a:stretch>
        </p:blipFill>
        <p:spPr>
          <a:xfrm>
            <a:off x="243192" y="68094"/>
            <a:ext cx="3900792" cy="4064601"/>
          </a:xfrm>
          <a:prstGeom prst="rect">
            <a:avLst/>
          </a:prstGeom>
        </p:spPr>
      </p:pic>
      <p:sp>
        <p:nvSpPr>
          <p:cNvPr id="4" name="TextBox 3">
            <a:extLst>
              <a:ext uri="{FF2B5EF4-FFF2-40B4-BE49-F238E27FC236}">
                <a16:creationId xmlns:a16="http://schemas.microsoft.com/office/drawing/2014/main" id="{41D17D87-FE30-8DA9-59B6-A44093378BE7}"/>
              </a:ext>
            </a:extLst>
          </p:cNvPr>
          <p:cNvSpPr txBox="1"/>
          <p:nvPr/>
        </p:nvSpPr>
        <p:spPr>
          <a:xfrm>
            <a:off x="4267200" y="272716"/>
            <a:ext cx="7347284" cy="3139321"/>
          </a:xfrm>
          <a:prstGeom prst="rect">
            <a:avLst/>
          </a:prstGeom>
          <a:noFill/>
        </p:spPr>
        <p:txBody>
          <a:bodyPr wrap="square" rtlCol="0">
            <a:spAutoFit/>
          </a:bodyPr>
          <a:lstStyle/>
          <a:p>
            <a:r>
              <a:rPr lang="en-US" b="1" dirty="0"/>
              <a:t>Claims &amp; Dispute Management</a:t>
            </a:r>
          </a:p>
          <a:p>
            <a:r>
              <a:rPr lang="en-US" dirty="0"/>
              <a:t>Professional claims consultancy and commercial advice to support the preparation, evaluation, and resolution of contractual claims while </a:t>
            </a:r>
            <a:r>
              <a:rPr lang="en-US" dirty="0" err="1"/>
              <a:t>minimising</a:t>
            </a:r>
            <a:r>
              <a:rPr lang="en-US" dirty="0"/>
              <a:t> the impact of disputes.</a:t>
            </a:r>
          </a:p>
          <a:p>
            <a:r>
              <a:rPr lang="en-US" b="1" dirty="0"/>
              <a:t>Key Deliverables</a:t>
            </a:r>
            <a:endParaRPr lang="en-US" dirty="0"/>
          </a:p>
          <a:p>
            <a:pPr marL="285750" lvl="0" indent="-285750">
              <a:buFont typeface="Arial" panose="020B0604020202020204" pitchFamily="34" charset="0"/>
              <a:buChar char="•"/>
            </a:pPr>
            <a:r>
              <a:rPr lang="en-US" dirty="0"/>
              <a:t>Delay &amp; Disruption Analysis </a:t>
            </a:r>
          </a:p>
          <a:p>
            <a:pPr marL="285750" lvl="0" indent="-285750">
              <a:buFont typeface="Arial" panose="020B0604020202020204" pitchFamily="34" charset="0"/>
              <a:buChar char="•"/>
            </a:pPr>
            <a:r>
              <a:rPr lang="en-US" dirty="0"/>
              <a:t>Extension of Time (EOT) Assessments </a:t>
            </a:r>
          </a:p>
          <a:p>
            <a:pPr marL="285750" lvl="0" indent="-285750">
              <a:buFont typeface="Arial" panose="020B0604020202020204" pitchFamily="34" charset="0"/>
              <a:buChar char="•"/>
            </a:pPr>
            <a:r>
              <a:rPr lang="en-US" dirty="0"/>
              <a:t>Loss &amp; Expense Claims </a:t>
            </a:r>
          </a:p>
          <a:p>
            <a:pPr marL="285750" lvl="0" indent="-285750">
              <a:buFont typeface="Arial" panose="020B0604020202020204" pitchFamily="34" charset="0"/>
              <a:buChar char="•"/>
            </a:pPr>
            <a:r>
              <a:rPr lang="en-US" dirty="0"/>
              <a:t>Claims Preparation &amp; Evaluation </a:t>
            </a:r>
          </a:p>
          <a:p>
            <a:pPr marL="285750" lvl="0" indent="-285750">
              <a:buFont typeface="Arial" panose="020B0604020202020204" pitchFamily="34" charset="0"/>
              <a:buChar char="•"/>
            </a:pPr>
            <a:r>
              <a:rPr lang="en-US" dirty="0"/>
              <a:t>Alternative Dispute Resolution Support</a:t>
            </a:r>
          </a:p>
          <a:p>
            <a:endParaRPr lang="en-US" dirty="0"/>
          </a:p>
        </p:txBody>
      </p:sp>
    </p:spTree>
    <p:extLst>
      <p:ext uri="{BB962C8B-B14F-4D97-AF65-F5344CB8AC3E}">
        <p14:creationId xmlns:p14="http://schemas.microsoft.com/office/powerpoint/2010/main" val="977268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1DD2B-87E2-3583-F643-E62B62C3D7D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6AAB559-D9E6-1B54-1935-11B155A999A6}"/>
              </a:ext>
            </a:extLst>
          </p:cNvPr>
          <p:cNvPicPr>
            <a:picLocks noChangeAspect="1"/>
          </p:cNvPicPr>
          <p:nvPr/>
        </p:nvPicPr>
        <p:blipFill>
          <a:blip r:embed="rId2">
            <a:extLst>
              <a:ext uri="{28A0092B-C50C-407E-A947-70E740481C1C}">
                <a14:useLocalDpi xmlns:a14="http://schemas.microsoft.com/office/drawing/2010/main" val="0"/>
              </a:ext>
            </a:extLst>
          </a:blip>
          <a:srcRect l="37321" t="41553" r="36343" b="37076"/>
          <a:stretch>
            <a:fillRect/>
          </a:stretch>
        </p:blipFill>
        <p:spPr>
          <a:xfrm>
            <a:off x="194552" y="126459"/>
            <a:ext cx="3988341" cy="4064601"/>
          </a:xfrm>
          <a:prstGeom prst="rect">
            <a:avLst/>
          </a:prstGeom>
        </p:spPr>
      </p:pic>
      <p:sp>
        <p:nvSpPr>
          <p:cNvPr id="4" name="TextBox 3">
            <a:extLst>
              <a:ext uri="{FF2B5EF4-FFF2-40B4-BE49-F238E27FC236}">
                <a16:creationId xmlns:a16="http://schemas.microsoft.com/office/drawing/2014/main" id="{9A1A4C88-9ABC-23D0-DA82-D5E4D46B1FF9}"/>
              </a:ext>
            </a:extLst>
          </p:cNvPr>
          <p:cNvSpPr txBox="1"/>
          <p:nvPr/>
        </p:nvSpPr>
        <p:spPr>
          <a:xfrm>
            <a:off x="4523874" y="481263"/>
            <a:ext cx="6529137" cy="3139321"/>
          </a:xfrm>
          <a:prstGeom prst="rect">
            <a:avLst/>
          </a:prstGeom>
          <a:noFill/>
        </p:spPr>
        <p:txBody>
          <a:bodyPr wrap="square" rtlCol="0">
            <a:spAutoFit/>
          </a:bodyPr>
          <a:lstStyle/>
          <a:p>
            <a:r>
              <a:rPr lang="en-US" b="1" dirty="0"/>
              <a:t>Contractor Advisory Services</a:t>
            </a:r>
          </a:p>
          <a:p>
            <a:r>
              <a:rPr lang="en-US" dirty="0" err="1"/>
              <a:t>Specialised</a:t>
            </a:r>
            <a:r>
              <a:rPr lang="en-US" dirty="0"/>
              <a:t> commercial advisory support for contractors, subcontractors, developers, and project stakeholders to strengthen commercial performance and manage contractual risk.</a:t>
            </a:r>
          </a:p>
          <a:p>
            <a:r>
              <a:rPr lang="en-US" b="1" dirty="0"/>
              <a:t>Key Deliverables</a:t>
            </a:r>
            <a:endParaRPr lang="en-US" dirty="0"/>
          </a:p>
          <a:p>
            <a:pPr marL="285750" lvl="0" indent="-285750">
              <a:buFont typeface="Arial" panose="020B0604020202020204" pitchFamily="34" charset="0"/>
              <a:buChar char="•"/>
            </a:pPr>
            <a:r>
              <a:rPr lang="en-US" dirty="0"/>
              <a:t>Tender Pricing </a:t>
            </a:r>
          </a:p>
          <a:p>
            <a:pPr marL="285750" lvl="0" indent="-285750">
              <a:buFont typeface="Arial" panose="020B0604020202020204" pitchFamily="34" charset="0"/>
              <a:buChar char="•"/>
            </a:pPr>
            <a:r>
              <a:rPr lang="en-US" dirty="0"/>
              <a:t>Project Cost Control </a:t>
            </a:r>
          </a:p>
          <a:p>
            <a:pPr marL="285750" lvl="0" indent="-285750">
              <a:buFont typeface="Arial" panose="020B0604020202020204" pitchFamily="34" charset="0"/>
              <a:buChar char="•"/>
            </a:pPr>
            <a:r>
              <a:rPr lang="en-US" dirty="0"/>
              <a:t>Subcontract Administration  </a:t>
            </a:r>
          </a:p>
          <a:p>
            <a:pPr marL="285750" lvl="0" indent="-285750">
              <a:buFont typeface="Arial" panose="020B0604020202020204" pitchFamily="34" charset="0"/>
              <a:buChar char="•"/>
            </a:pPr>
            <a:r>
              <a:rPr lang="en-US" dirty="0"/>
              <a:t>Claims Preparation &amp; Negotiation </a:t>
            </a:r>
          </a:p>
          <a:p>
            <a:pPr marL="285750" lvl="0" indent="-285750">
              <a:buFont typeface="Arial" panose="020B0604020202020204" pitchFamily="34" charset="0"/>
              <a:buChar char="•"/>
            </a:pPr>
            <a:r>
              <a:rPr lang="en-US" dirty="0"/>
              <a:t>Commercial Risk Management</a:t>
            </a:r>
          </a:p>
          <a:p>
            <a:endParaRPr lang="en-US" dirty="0"/>
          </a:p>
        </p:txBody>
      </p:sp>
    </p:spTree>
    <p:extLst>
      <p:ext uri="{BB962C8B-B14F-4D97-AF65-F5344CB8AC3E}">
        <p14:creationId xmlns:p14="http://schemas.microsoft.com/office/powerpoint/2010/main" val="2329402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8F188-F03C-FC91-1159-BA6EFA76862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5EA0479-F22C-5B63-43BE-2EAC57980B44}"/>
              </a:ext>
            </a:extLst>
          </p:cNvPr>
          <p:cNvPicPr>
            <a:picLocks noChangeAspect="1"/>
          </p:cNvPicPr>
          <p:nvPr/>
        </p:nvPicPr>
        <p:blipFill>
          <a:blip r:embed="rId2">
            <a:extLst>
              <a:ext uri="{28A0092B-C50C-407E-A947-70E740481C1C}">
                <a14:useLocalDpi xmlns:a14="http://schemas.microsoft.com/office/drawing/2010/main" val="0"/>
              </a:ext>
            </a:extLst>
          </a:blip>
          <a:srcRect l="64105" t="41553" r="10137" b="37076"/>
          <a:stretch>
            <a:fillRect/>
          </a:stretch>
        </p:blipFill>
        <p:spPr>
          <a:xfrm>
            <a:off x="175098" y="77822"/>
            <a:ext cx="3900791" cy="4064601"/>
          </a:xfrm>
          <a:prstGeom prst="rect">
            <a:avLst/>
          </a:prstGeom>
        </p:spPr>
      </p:pic>
      <p:sp>
        <p:nvSpPr>
          <p:cNvPr id="4" name="TextBox 3">
            <a:extLst>
              <a:ext uri="{FF2B5EF4-FFF2-40B4-BE49-F238E27FC236}">
                <a16:creationId xmlns:a16="http://schemas.microsoft.com/office/drawing/2014/main" id="{491EA7F8-5ACD-C1AA-4243-91226D4D3607}"/>
              </a:ext>
            </a:extLst>
          </p:cNvPr>
          <p:cNvSpPr txBox="1"/>
          <p:nvPr/>
        </p:nvSpPr>
        <p:spPr>
          <a:xfrm>
            <a:off x="4475747" y="368968"/>
            <a:ext cx="6833937" cy="3139321"/>
          </a:xfrm>
          <a:prstGeom prst="rect">
            <a:avLst/>
          </a:prstGeom>
          <a:noFill/>
        </p:spPr>
        <p:txBody>
          <a:bodyPr wrap="square" rtlCol="0">
            <a:spAutoFit/>
          </a:bodyPr>
          <a:lstStyle/>
          <a:p>
            <a:r>
              <a:rPr lang="en-US" b="1" dirty="0"/>
              <a:t>Academic Services &amp; Research </a:t>
            </a:r>
          </a:p>
          <a:p>
            <a:r>
              <a:rPr lang="en-US" dirty="0"/>
              <a:t>Supporting industry development through professional training, technical research and knowledge-sharing initiatives tailored to </a:t>
            </a:r>
            <a:r>
              <a:rPr lang="en-US" dirty="0" err="1"/>
              <a:t>organisations</a:t>
            </a:r>
            <a:r>
              <a:rPr lang="en-US" dirty="0"/>
              <a:t> and construction professionals.</a:t>
            </a:r>
          </a:p>
          <a:p>
            <a:r>
              <a:rPr lang="en-US" b="1" dirty="0"/>
              <a:t>Key Deliverables</a:t>
            </a:r>
            <a:endParaRPr lang="en-US" dirty="0"/>
          </a:p>
          <a:p>
            <a:pPr marL="285750" lvl="0" indent="-285750">
              <a:buFont typeface="Arial" panose="020B0604020202020204" pitchFamily="34" charset="0"/>
              <a:buChar char="•"/>
            </a:pPr>
            <a:r>
              <a:rPr lang="en-US" dirty="0"/>
              <a:t>Professional Training </a:t>
            </a:r>
            <a:r>
              <a:rPr lang="en-US" dirty="0" err="1"/>
              <a:t>Programmes</a:t>
            </a:r>
            <a:r>
              <a:rPr lang="en-US" dirty="0"/>
              <a:t> </a:t>
            </a:r>
          </a:p>
          <a:p>
            <a:pPr marL="285750" lvl="0" indent="-285750">
              <a:buFont typeface="Arial" panose="020B0604020202020204" pitchFamily="34" charset="0"/>
              <a:buChar char="•"/>
            </a:pPr>
            <a:r>
              <a:rPr lang="en-US" dirty="0"/>
              <a:t>Corporate Learning Solutions </a:t>
            </a:r>
          </a:p>
          <a:p>
            <a:pPr marL="285750" lvl="0" indent="-285750">
              <a:buFont typeface="Arial" panose="020B0604020202020204" pitchFamily="34" charset="0"/>
              <a:buChar char="•"/>
            </a:pPr>
            <a:r>
              <a:rPr lang="en-US" dirty="0"/>
              <a:t>Industry Research </a:t>
            </a:r>
          </a:p>
          <a:p>
            <a:pPr marL="285750" lvl="0" indent="-285750">
              <a:buFont typeface="Arial" panose="020B0604020202020204" pitchFamily="34" charset="0"/>
              <a:buChar char="•"/>
            </a:pPr>
            <a:r>
              <a:rPr lang="en-US" dirty="0"/>
              <a:t>Technical Publications </a:t>
            </a:r>
          </a:p>
          <a:p>
            <a:pPr marL="285750" lvl="0" indent="-285750">
              <a:buFont typeface="Arial" panose="020B0604020202020204" pitchFamily="34" charset="0"/>
              <a:buChar char="•"/>
            </a:pPr>
            <a:r>
              <a:rPr lang="en-US" dirty="0"/>
              <a:t>Best Practice Workshops </a:t>
            </a:r>
          </a:p>
          <a:p>
            <a:endParaRPr lang="en-US" dirty="0"/>
          </a:p>
        </p:txBody>
      </p:sp>
    </p:spTree>
    <p:extLst>
      <p:ext uri="{BB962C8B-B14F-4D97-AF65-F5344CB8AC3E}">
        <p14:creationId xmlns:p14="http://schemas.microsoft.com/office/powerpoint/2010/main" val="1261740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33AFE-66B3-DBBA-B8FC-15E516D5335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AC799E7-DBA5-3426-567E-02373A239B3E}"/>
              </a:ext>
            </a:extLst>
          </p:cNvPr>
          <p:cNvPicPr>
            <a:picLocks noChangeAspect="1"/>
          </p:cNvPicPr>
          <p:nvPr/>
        </p:nvPicPr>
        <p:blipFill>
          <a:blip r:embed="rId2">
            <a:extLst>
              <a:ext uri="{28A0092B-C50C-407E-A947-70E740481C1C}">
                <a14:useLocalDpi xmlns:a14="http://schemas.microsoft.com/office/drawing/2010/main" val="0"/>
              </a:ext>
            </a:extLst>
          </a:blip>
          <a:srcRect t="66315" b="19291"/>
          <a:stretch>
            <a:fillRect/>
          </a:stretch>
        </p:blipFill>
        <p:spPr>
          <a:xfrm>
            <a:off x="122208" y="498800"/>
            <a:ext cx="12146073" cy="2195762"/>
          </a:xfrm>
          <a:prstGeom prst="rect">
            <a:avLst/>
          </a:prstGeom>
        </p:spPr>
      </p:pic>
      <p:sp>
        <p:nvSpPr>
          <p:cNvPr id="4" name="TextBox 3">
            <a:extLst>
              <a:ext uri="{FF2B5EF4-FFF2-40B4-BE49-F238E27FC236}">
                <a16:creationId xmlns:a16="http://schemas.microsoft.com/office/drawing/2014/main" id="{5350DCC6-0B9A-E7E9-37C7-57BDDC3C7A8A}"/>
              </a:ext>
            </a:extLst>
          </p:cNvPr>
          <p:cNvSpPr txBox="1"/>
          <p:nvPr/>
        </p:nvSpPr>
        <p:spPr>
          <a:xfrm>
            <a:off x="5656703" y="2279427"/>
            <a:ext cx="6060332" cy="646331"/>
          </a:xfrm>
          <a:prstGeom prst="rect">
            <a:avLst/>
          </a:prstGeom>
          <a:noFill/>
        </p:spPr>
        <p:txBody>
          <a:bodyPr wrap="square" rtlCol="0">
            <a:spAutoFit/>
          </a:bodyPr>
          <a:lstStyle/>
          <a:p>
            <a:r>
              <a:rPr lang="en-US" b="1" dirty="0">
                <a:solidFill>
                  <a:srgbClr val="FF0000"/>
                </a:solidFill>
              </a:rPr>
              <a:t>CONSULT KENDRA</a:t>
            </a:r>
            <a:endParaRPr lang="en-US" dirty="0">
              <a:solidFill>
                <a:srgbClr val="FF0000"/>
              </a:solidFill>
            </a:endParaRPr>
          </a:p>
          <a:p>
            <a:endParaRPr lang="en-US" dirty="0">
              <a:solidFill>
                <a:srgbClr val="FF0000"/>
              </a:solidFill>
            </a:endParaRPr>
          </a:p>
        </p:txBody>
      </p:sp>
      <p:sp>
        <p:nvSpPr>
          <p:cNvPr id="6" name="TextBox 5">
            <a:extLst>
              <a:ext uri="{FF2B5EF4-FFF2-40B4-BE49-F238E27FC236}">
                <a16:creationId xmlns:a16="http://schemas.microsoft.com/office/drawing/2014/main" id="{F08D65B3-C438-3195-DA8B-D9E94492B3F7}"/>
              </a:ext>
            </a:extLst>
          </p:cNvPr>
          <p:cNvSpPr txBox="1"/>
          <p:nvPr/>
        </p:nvSpPr>
        <p:spPr>
          <a:xfrm>
            <a:off x="833336" y="1251522"/>
            <a:ext cx="2960428" cy="2585323"/>
          </a:xfrm>
          <a:prstGeom prst="rect">
            <a:avLst/>
          </a:prstGeom>
          <a:noFill/>
        </p:spPr>
        <p:txBody>
          <a:bodyPr wrap="square" rtlCol="0">
            <a:spAutoFit/>
          </a:bodyPr>
          <a:lstStyle/>
          <a:p>
            <a:r>
              <a:rPr lang="en-US" b="1" dirty="0">
                <a:solidFill>
                  <a:srgbClr val="FF0000"/>
                </a:solidFill>
              </a:rPr>
              <a:t>Every project presents unique challenges and opportunities. Connect with our team to discuss how Kendra Consultants can provide tailored solutions and strategic support aligned with your project objectives.</a:t>
            </a:r>
            <a:endParaRPr lang="en-US" dirty="0">
              <a:solidFill>
                <a:srgbClr val="FF0000"/>
              </a:solidFill>
            </a:endParaRPr>
          </a:p>
          <a:p>
            <a:endParaRPr lang="en-US" dirty="0">
              <a:solidFill>
                <a:srgbClr val="FF0000"/>
              </a:solidFill>
            </a:endParaRPr>
          </a:p>
        </p:txBody>
      </p:sp>
      <p:sp>
        <p:nvSpPr>
          <p:cNvPr id="9" name="TextBox 8">
            <a:extLst>
              <a:ext uri="{FF2B5EF4-FFF2-40B4-BE49-F238E27FC236}">
                <a16:creationId xmlns:a16="http://schemas.microsoft.com/office/drawing/2014/main" id="{40137AE3-F36B-329E-40D4-507E34D398D2}"/>
              </a:ext>
            </a:extLst>
          </p:cNvPr>
          <p:cNvSpPr txBox="1"/>
          <p:nvPr/>
        </p:nvSpPr>
        <p:spPr>
          <a:xfrm>
            <a:off x="4336915" y="498800"/>
            <a:ext cx="6060332" cy="646331"/>
          </a:xfrm>
          <a:prstGeom prst="rect">
            <a:avLst/>
          </a:prstGeom>
          <a:noFill/>
        </p:spPr>
        <p:txBody>
          <a:bodyPr wrap="square" rtlCol="0">
            <a:spAutoFit/>
          </a:bodyPr>
          <a:lstStyle/>
          <a:p>
            <a:r>
              <a:rPr lang="en-US" b="1" dirty="0">
                <a:solidFill>
                  <a:srgbClr val="FF0000"/>
                </a:solidFill>
              </a:rPr>
              <a:t>Need expert guidance for your project?</a:t>
            </a:r>
          </a:p>
          <a:p>
            <a:endParaRPr lang="en-US" dirty="0">
              <a:solidFill>
                <a:srgbClr val="FF0000"/>
              </a:solidFill>
            </a:endParaRPr>
          </a:p>
        </p:txBody>
      </p:sp>
      <p:grpSp>
        <p:nvGrpSpPr>
          <p:cNvPr id="15" name="Group 14">
            <a:extLst>
              <a:ext uri="{FF2B5EF4-FFF2-40B4-BE49-F238E27FC236}">
                <a16:creationId xmlns:a16="http://schemas.microsoft.com/office/drawing/2014/main" id="{E303D381-1583-001B-C339-09965CD582BB}"/>
              </a:ext>
            </a:extLst>
          </p:cNvPr>
          <p:cNvGrpSpPr/>
          <p:nvPr/>
        </p:nvGrpSpPr>
        <p:grpSpPr>
          <a:xfrm>
            <a:off x="2479044" y="528365"/>
            <a:ext cx="5835960" cy="1203840"/>
            <a:chOff x="2479044" y="528365"/>
            <a:chExt cx="5835960" cy="1203840"/>
          </a:xfrm>
        </p:grpSpPr>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B0AFA38F-00C9-1DFE-CF17-EB398FFBF102}"/>
                    </a:ext>
                  </a:extLst>
                </p14:cNvPr>
                <p14:cNvContentPartPr/>
                <p14:nvPr/>
              </p14:nvContentPartPr>
              <p14:xfrm>
                <a:off x="4235844" y="971165"/>
                <a:ext cx="3556080" cy="294840"/>
              </p14:xfrm>
            </p:contentPart>
          </mc:Choice>
          <mc:Fallback>
            <p:pic>
              <p:nvPicPr>
                <p:cNvPr id="10" name="Ink 9">
                  <a:extLst>
                    <a:ext uri="{FF2B5EF4-FFF2-40B4-BE49-F238E27FC236}">
                      <a16:creationId xmlns:a16="http://schemas.microsoft.com/office/drawing/2014/main" id="{B0AFA38F-00C9-1DFE-CF17-EB398FFBF102}"/>
                    </a:ext>
                  </a:extLst>
                </p:cNvPr>
                <p:cNvPicPr/>
                <p:nvPr/>
              </p:nvPicPr>
              <p:blipFill>
                <a:blip r:embed="rId4"/>
                <a:stretch>
                  <a:fillRect/>
                </a:stretch>
              </p:blipFill>
              <p:spPr>
                <a:xfrm>
                  <a:off x="4229724" y="965045"/>
                  <a:ext cx="356832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07F3ABFD-9B65-50D4-D617-23A2289C8E77}"/>
                    </a:ext>
                  </a:extLst>
                </p14:cNvPr>
                <p14:cNvContentPartPr/>
                <p14:nvPr/>
              </p14:nvContentPartPr>
              <p14:xfrm>
                <a:off x="3713484" y="528365"/>
                <a:ext cx="683280" cy="444960"/>
              </p14:xfrm>
            </p:contentPart>
          </mc:Choice>
          <mc:Fallback>
            <p:pic>
              <p:nvPicPr>
                <p:cNvPr id="11" name="Ink 10">
                  <a:extLst>
                    <a:ext uri="{FF2B5EF4-FFF2-40B4-BE49-F238E27FC236}">
                      <a16:creationId xmlns:a16="http://schemas.microsoft.com/office/drawing/2014/main" id="{07F3ABFD-9B65-50D4-D617-23A2289C8E77}"/>
                    </a:ext>
                  </a:extLst>
                </p:cNvPr>
                <p:cNvPicPr/>
                <p:nvPr/>
              </p:nvPicPr>
              <p:blipFill>
                <a:blip r:embed="rId6"/>
                <a:stretch>
                  <a:fillRect/>
                </a:stretch>
              </p:blipFill>
              <p:spPr>
                <a:xfrm>
                  <a:off x="3707364" y="522245"/>
                  <a:ext cx="695520" cy="4572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3" name="Ink 12">
                  <a:extLst>
                    <a:ext uri="{FF2B5EF4-FFF2-40B4-BE49-F238E27FC236}">
                      <a16:creationId xmlns:a16="http://schemas.microsoft.com/office/drawing/2014/main" id="{4B8AE968-AAC4-A5E6-3CA8-C2E1C6DF99B4}"/>
                    </a:ext>
                  </a:extLst>
                </p14:cNvPr>
                <p14:cNvContentPartPr/>
                <p14:nvPr/>
              </p14:nvContentPartPr>
              <p14:xfrm>
                <a:off x="3992484" y="1321445"/>
                <a:ext cx="4322520" cy="410760"/>
              </p14:xfrm>
            </p:contentPart>
          </mc:Choice>
          <mc:Fallback>
            <p:pic>
              <p:nvPicPr>
                <p:cNvPr id="13" name="Ink 12">
                  <a:extLst>
                    <a:ext uri="{FF2B5EF4-FFF2-40B4-BE49-F238E27FC236}">
                      <a16:creationId xmlns:a16="http://schemas.microsoft.com/office/drawing/2014/main" id="{4B8AE968-AAC4-A5E6-3CA8-C2E1C6DF99B4}"/>
                    </a:ext>
                  </a:extLst>
                </p:cNvPr>
                <p:cNvPicPr/>
                <p:nvPr/>
              </p:nvPicPr>
              <p:blipFill>
                <a:blip r:embed="rId8"/>
                <a:stretch>
                  <a:fillRect/>
                </a:stretch>
              </p:blipFill>
              <p:spPr>
                <a:xfrm>
                  <a:off x="3986364" y="1315325"/>
                  <a:ext cx="4334760" cy="423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4" name="Ink 13">
                  <a:extLst>
                    <a:ext uri="{FF2B5EF4-FFF2-40B4-BE49-F238E27FC236}">
                      <a16:creationId xmlns:a16="http://schemas.microsoft.com/office/drawing/2014/main" id="{C19DF464-5B34-9603-7067-4BB453057A97}"/>
                    </a:ext>
                  </a:extLst>
                </p14:cNvPr>
                <p14:cNvContentPartPr/>
                <p14:nvPr/>
              </p14:nvContentPartPr>
              <p14:xfrm>
                <a:off x="2479044" y="1087085"/>
                <a:ext cx="1558080" cy="353160"/>
              </p14:xfrm>
            </p:contentPart>
          </mc:Choice>
          <mc:Fallback>
            <p:pic>
              <p:nvPicPr>
                <p:cNvPr id="14" name="Ink 13">
                  <a:extLst>
                    <a:ext uri="{FF2B5EF4-FFF2-40B4-BE49-F238E27FC236}">
                      <a16:creationId xmlns:a16="http://schemas.microsoft.com/office/drawing/2014/main" id="{C19DF464-5B34-9603-7067-4BB453057A97}"/>
                    </a:ext>
                  </a:extLst>
                </p:cNvPr>
                <p:cNvPicPr/>
                <p:nvPr/>
              </p:nvPicPr>
              <p:blipFill>
                <a:blip r:embed="rId10"/>
                <a:stretch>
                  <a:fillRect/>
                </a:stretch>
              </p:blipFill>
              <p:spPr>
                <a:xfrm>
                  <a:off x="2472924" y="1080965"/>
                  <a:ext cx="1570320" cy="365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16" name="Ink 15">
                <a:extLst>
                  <a:ext uri="{FF2B5EF4-FFF2-40B4-BE49-F238E27FC236}">
                    <a16:creationId xmlns:a16="http://schemas.microsoft.com/office/drawing/2014/main" id="{57D7F1B6-2653-D046-EAA0-84AA2B8929AA}"/>
                  </a:ext>
                </a:extLst>
              </p14:cNvPr>
              <p14:cNvContentPartPr/>
              <p14:nvPr/>
            </p14:nvContentPartPr>
            <p14:xfrm>
              <a:off x="3053964" y="3803285"/>
              <a:ext cx="360" cy="360"/>
            </p14:xfrm>
          </p:contentPart>
        </mc:Choice>
        <mc:Fallback>
          <p:pic>
            <p:nvPicPr>
              <p:cNvPr id="16" name="Ink 15">
                <a:extLst>
                  <a:ext uri="{FF2B5EF4-FFF2-40B4-BE49-F238E27FC236}">
                    <a16:creationId xmlns:a16="http://schemas.microsoft.com/office/drawing/2014/main" id="{57D7F1B6-2653-D046-EAA0-84AA2B8929AA}"/>
                  </a:ext>
                </a:extLst>
              </p:cNvPr>
              <p:cNvPicPr/>
              <p:nvPr/>
            </p:nvPicPr>
            <p:blipFill>
              <a:blip r:embed="rId12"/>
              <a:stretch>
                <a:fillRect/>
              </a:stretch>
            </p:blipFill>
            <p:spPr>
              <a:xfrm>
                <a:off x="3047844" y="3796805"/>
                <a:ext cx="12600" cy="12600"/>
              </a:xfrm>
              <a:prstGeom prst="rect">
                <a:avLst/>
              </a:prstGeom>
            </p:spPr>
          </p:pic>
        </mc:Fallback>
      </mc:AlternateContent>
      <p:grpSp>
        <p:nvGrpSpPr>
          <p:cNvPr id="19" name="Group 18">
            <a:extLst>
              <a:ext uri="{FF2B5EF4-FFF2-40B4-BE49-F238E27FC236}">
                <a16:creationId xmlns:a16="http://schemas.microsoft.com/office/drawing/2014/main" id="{D7445C7E-0175-954A-2D14-F43A0C932458}"/>
              </a:ext>
            </a:extLst>
          </p:cNvPr>
          <p:cNvGrpSpPr/>
          <p:nvPr/>
        </p:nvGrpSpPr>
        <p:grpSpPr>
          <a:xfrm>
            <a:off x="5548404" y="1758485"/>
            <a:ext cx="2180520" cy="744840"/>
            <a:chOff x="5548404" y="1758485"/>
            <a:chExt cx="2180520" cy="744840"/>
          </a:xfrm>
        </p:grpSpPr>
        <mc:AlternateContent xmlns:mc="http://schemas.openxmlformats.org/markup-compatibility/2006">
          <mc:Choice xmlns:p14="http://schemas.microsoft.com/office/powerpoint/2010/main" Requires="p14">
            <p:contentPart p14:bwMode="auto" r:id="rId13">
              <p14:nvContentPartPr>
                <p14:cNvPr id="17" name="Ink 16">
                  <a:extLst>
                    <a:ext uri="{FF2B5EF4-FFF2-40B4-BE49-F238E27FC236}">
                      <a16:creationId xmlns:a16="http://schemas.microsoft.com/office/drawing/2014/main" id="{2CD0132F-4BD5-729E-ECDC-0D712C1080A4}"/>
                    </a:ext>
                  </a:extLst>
                </p14:cNvPr>
                <p14:cNvContentPartPr/>
                <p14:nvPr/>
              </p14:nvContentPartPr>
              <p14:xfrm>
                <a:off x="5548404" y="1758485"/>
                <a:ext cx="1661400" cy="402120"/>
              </p14:xfrm>
            </p:contentPart>
          </mc:Choice>
          <mc:Fallback>
            <p:pic>
              <p:nvPicPr>
                <p:cNvPr id="17" name="Ink 16">
                  <a:extLst>
                    <a:ext uri="{FF2B5EF4-FFF2-40B4-BE49-F238E27FC236}">
                      <a16:creationId xmlns:a16="http://schemas.microsoft.com/office/drawing/2014/main" id="{2CD0132F-4BD5-729E-ECDC-0D712C1080A4}"/>
                    </a:ext>
                  </a:extLst>
                </p:cNvPr>
                <p:cNvPicPr/>
                <p:nvPr/>
              </p:nvPicPr>
              <p:blipFill>
                <a:blip r:embed="rId14"/>
                <a:stretch>
                  <a:fillRect/>
                </a:stretch>
              </p:blipFill>
              <p:spPr>
                <a:xfrm>
                  <a:off x="5542284" y="1752365"/>
                  <a:ext cx="167364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8" name="Ink 17">
                  <a:extLst>
                    <a:ext uri="{FF2B5EF4-FFF2-40B4-BE49-F238E27FC236}">
                      <a16:creationId xmlns:a16="http://schemas.microsoft.com/office/drawing/2014/main" id="{EBD418C9-82E6-1B45-F02B-2D3B1E189441}"/>
                    </a:ext>
                  </a:extLst>
                </p14:cNvPr>
                <p14:cNvContentPartPr/>
                <p14:nvPr/>
              </p14:nvContentPartPr>
              <p14:xfrm>
                <a:off x="7169124" y="2005805"/>
                <a:ext cx="559800" cy="497520"/>
              </p14:xfrm>
            </p:contentPart>
          </mc:Choice>
          <mc:Fallback>
            <p:pic>
              <p:nvPicPr>
                <p:cNvPr id="18" name="Ink 17">
                  <a:extLst>
                    <a:ext uri="{FF2B5EF4-FFF2-40B4-BE49-F238E27FC236}">
                      <a16:creationId xmlns:a16="http://schemas.microsoft.com/office/drawing/2014/main" id="{EBD418C9-82E6-1B45-F02B-2D3B1E189441}"/>
                    </a:ext>
                  </a:extLst>
                </p:cNvPr>
                <p:cNvPicPr/>
                <p:nvPr/>
              </p:nvPicPr>
              <p:blipFill>
                <a:blip r:embed="rId16"/>
                <a:stretch>
                  <a:fillRect/>
                </a:stretch>
              </p:blipFill>
              <p:spPr>
                <a:xfrm>
                  <a:off x="7163004" y="1999685"/>
                  <a:ext cx="572040" cy="509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20" name="Ink 19">
                <a:extLst>
                  <a:ext uri="{FF2B5EF4-FFF2-40B4-BE49-F238E27FC236}">
                    <a16:creationId xmlns:a16="http://schemas.microsoft.com/office/drawing/2014/main" id="{DB530D50-859C-F246-4729-EE83DEC19756}"/>
                  </a:ext>
                </a:extLst>
              </p14:cNvPr>
              <p14:cNvContentPartPr/>
              <p14:nvPr/>
            </p14:nvContentPartPr>
            <p14:xfrm>
              <a:off x="6254364" y="4066085"/>
              <a:ext cx="360" cy="360"/>
            </p14:xfrm>
          </p:contentPart>
        </mc:Choice>
        <mc:Fallback>
          <p:pic>
            <p:nvPicPr>
              <p:cNvPr id="20" name="Ink 19">
                <a:extLst>
                  <a:ext uri="{FF2B5EF4-FFF2-40B4-BE49-F238E27FC236}">
                    <a16:creationId xmlns:a16="http://schemas.microsoft.com/office/drawing/2014/main" id="{DB530D50-859C-F246-4729-EE83DEC19756}"/>
                  </a:ext>
                </a:extLst>
              </p:cNvPr>
              <p:cNvPicPr/>
              <p:nvPr/>
            </p:nvPicPr>
            <p:blipFill>
              <a:blip r:embed="rId12"/>
              <a:stretch>
                <a:fillRect/>
              </a:stretch>
            </p:blipFill>
            <p:spPr>
              <a:xfrm>
                <a:off x="6248244" y="4059965"/>
                <a:ext cx="12600" cy="12600"/>
              </a:xfrm>
              <a:prstGeom prst="rect">
                <a:avLst/>
              </a:prstGeom>
            </p:spPr>
          </p:pic>
        </mc:Fallback>
      </mc:AlternateContent>
    </p:spTree>
    <p:extLst>
      <p:ext uri="{BB962C8B-B14F-4D97-AF65-F5344CB8AC3E}">
        <p14:creationId xmlns:p14="http://schemas.microsoft.com/office/powerpoint/2010/main" val="2940129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D2AC-4158-CBC7-7C80-C2C576924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2F72A-EC28-A477-F5E7-A077C46A7455}"/>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1EF87FD3-7377-C1CD-A570-088B86590313}"/>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790D161E-FF1A-3B02-E15C-1A7F896EF053}"/>
              </a:ext>
            </a:extLst>
          </p:cNvPr>
          <p:cNvPicPr>
            <a:picLocks noChangeAspect="1"/>
          </p:cNvPicPr>
          <p:nvPr/>
        </p:nvPicPr>
        <p:blipFill>
          <a:blip r:embed="rId2">
            <a:extLst>
              <a:ext uri="{28A0092B-C50C-407E-A947-70E740481C1C}">
                <a14:useLocalDpi xmlns:a14="http://schemas.microsoft.com/office/drawing/2010/main" val="0"/>
              </a:ext>
            </a:extLst>
          </a:blip>
          <a:srcRect t="5532" b="23333"/>
          <a:stretch>
            <a:fillRect/>
          </a:stretch>
        </p:blipFill>
        <p:spPr>
          <a:xfrm>
            <a:off x="1156887" y="-11684"/>
            <a:ext cx="9144000" cy="6788844"/>
          </a:xfrm>
          <a:prstGeom prst="rect">
            <a:avLst/>
          </a:prstGeom>
        </p:spPr>
      </p:pic>
      <p:grpSp>
        <p:nvGrpSpPr>
          <p:cNvPr id="8" name="Group 7">
            <a:extLst>
              <a:ext uri="{FF2B5EF4-FFF2-40B4-BE49-F238E27FC236}">
                <a16:creationId xmlns:a16="http://schemas.microsoft.com/office/drawing/2014/main" id="{2E77D7A8-D2BC-4756-C83C-23CAA73AAB68}"/>
              </a:ext>
            </a:extLst>
          </p:cNvPr>
          <p:cNvGrpSpPr/>
          <p:nvPr/>
        </p:nvGrpSpPr>
        <p:grpSpPr>
          <a:xfrm>
            <a:off x="3861084" y="222365"/>
            <a:ext cx="3864960" cy="837000"/>
            <a:chOff x="3861084" y="222365"/>
            <a:chExt cx="3864960" cy="837000"/>
          </a:xfrm>
        </p:grpSpPr>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8866041-1562-7FED-2C6A-88A76B6C5D10}"/>
                    </a:ext>
                  </a:extLst>
                </p14:cNvPr>
                <p14:cNvContentPartPr/>
                <p14:nvPr/>
              </p14:nvContentPartPr>
              <p14:xfrm>
                <a:off x="3861084" y="573005"/>
                <a:ext cx="3864960" cy="486360"/>
              </p14:xfrm>
            </p:contentPart>
          </mc:Choice>
          <mc:Fallback>
            <p:pic>
              <p:nvPicPr>
                <p:cNvPr id="4" name="Ink 3">
                  <a:extLst>
                    <a:ext uri="{FF2B5EF4-FFF2-40B4-BE49-F238E27FC236}">
                      <a16:creationId xmlns:a16="http://schemas.microsoft.com/office/drawing/2014/main" id="{38866041-1562-7FED-2C6A-88A76B6C5D10}"/>
                    </a:ext>
                  </a:extLst>
                </p:cNvPr>
                <p:cNvPicPr/>
                <p:nvPr/>
              </p:nvPicPr>
              <p:blipFill>
                <a:blip r:embed="rId4"/>
                <a:stretch>
                  <a:fillRect/>
                </a:stretch>
              </p:blipFill>
              <p:spPr>
                <a:xfrm>
                  <a:off x="3854964" y="566885"/>
                  <a:ext cx="3877200" cy="498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8AA4C250-7658-D6AE-413B-FA0848F1A67A}"/>
                    </a:ext>
                  </a:extLst>
                </p14:cNvPr>
                <p14:cNvContentPartPr/>
                <p14:nvPr/>
              </p14:nvContentPartPr>
              <p14:xfrm>
                <a:off x="6400524" y="308405"/>
                <a:ext cx="736560" cy="372600"/>
              </p14:xfrm>
            </p:contentPart>
          </mc:Choice>
          <mc:Fallback>
            <p:pic>
              <p:nvPicPr>
                <p:cNvPr id="6" name="Ink 5">
                  <a:extLst>
                    <a:ext uri="{FF2B5EF4-FFF2-40B4-BE49-F238E27FC236}">
                      <a16:creationId xmlns:a16="http://schemas.microsoft.com/office/drawing/2014/main" id="{8AA4C250-7658-D6AE-413B-FA0848F1A67A}"/>
                    </a:ext>
                  </a:extLst>
                </p:cNvPr>
                <p:cNvPicPr/>
                <p:nvPr/>
              </p:nvPicPr>
              <p:blipFill>
                <a:blip r:embed="rId6"/>
                <a:stretch>
                  <a:fillRect/>
                </a:stretch>
              </p:blipFill>
              <p:spPr>
                <a:xfrm>
                  <a:off x="6394404" y="302285"/>
                  <a:ext cx="74880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A6D5FF95-87D2-4FF4-44D3-AC17BF192F2C}"/>
                    </a:ext>
                  </a:extLst>
                </p14:cNvPr>
                <p14:cNvContentPartPr/>
                <p14:nvPr/>
              </p14:nvContentPartPr>
              <p14:xfrm>
                <a:off x="7071564" y="222365"/>
                <a:ext cx="119160" cy="173880"/>
              </p14:xfrm>
            </p:contentPart>
          </mc:Choice>
          <mc:Fallback>
            <p:pic>
              <p:nvPicPr>
                <p:cNvPr id="7" name="Ink 6">
                  <a:extLst>
                    <a:ext uri="{FF2B5EF4-FFF2-40B4-BE49-F238E27FC236}">
                      <a16:creationId xmlns:a16="http://schemas.microsoft.com/office/drawing/2014/main" id="{A6D5FF95-87D2-4FF4-44D3-AC17BF192F2C}"/>
                    </a:ext>
                  </a:extLst>
                </p:cNvPr>
                <p:cNvPicPr/>
                <p:nvPr/>
              </p:nvPicPr>
              <p:blipFill>
                <a:blip r:embed="rId8"/>
                <a:stretch>
                  <a:fillRect/>
                </a:stretch>
              </p:blipFill>
              <p:spPr>
                <a:xfrm>
                  <a:off x="7065444" y="216245"/>
                  <a:ext cx="131400" cy="186120"/>
                </a:xfrm>
                <a:prstGeom prst="rect">
                  <a:avLst/>
                </a:prstGeom>
              </p:spPr>
            </p:pic>
          </mc:Fallback>
        </mc:AlternateContent>
      </p:grpSp>
      <p:sp>
        <p:nvSpPr>
          <p:cNvPr id="9" name="TextBox 8">
            <a:extLst>
              <a:ext uri="{FF2B5EF4-FFF2-40B4-BE49-F238E27FC236}">
                <a16:creationId xmlns:a16="http://schemas.microsoft.com/office/drawing/2014/main" id="{1091B015-E278-F0F3-0EAB-870298F156E9}"/>
              </a:ext>
            </a:extLst>
          </p:cNvPr>
          <p:cNvSpPr txBox="1"/>
          <p:nvPr/>
        </p:nvSpPr>
        <p:spPr>
          <a:xfrm>
            <a:off x="7808124" y="80840"/>
            <a:ext cx="3713684" cy="1200329"/>
          </a:xfrm>
          <a:prstGeom prst="rect">
            <a:avLst/>
          </a:prstGeom>
          <a:noFill/>
        </p:spPr>
        <p:txBody>
          <a:bodyPr wrap="square" rtlCol="0">
            <a:spAutoFit/>
          </a:bodyPr>
          <a:lstStyle/>
          <a:p>
            <a:r>
              <a:rPr lang="en-US" dirty="0">
                <a:solidFill>
                  <a:srgbClr val="FF0000"/>
                </a:solidFill>
              </a:rPr>
              <a:t>Reach out to our experts. We operate globally and are ready to discuss your project needs and provide tailored solutions to support your objectives.</a:t>
            </a:r>
          </a:p>
        </p:txBody>
      </p:sp>
      <p:grpSp>
        <p:nvGrpSpPr>
          <p:cNvPr id="30" name="Group 29">
            <a:extLst>
              <a:ext uri="{FF2B5EF4-FFF2-40B4-BE49-F238E27FC236}">
                <a16:creationId xmlns:a16="http://schemas.microsoft.com/office/drawing/2014/main" id="{5FE9FDD9-329D-2BD1-EFAD-4ABB963FEF9E}"/>
              </a:ext>
            </a:extLst>
          </p:cNvPr>
          <p:cNvGrpSpPr/>
          <p:nvPr/>
        </p:nvGrpSpPr>
        <p:grpSpPr>
          <a:xfrm>
            <a:off x="2332164" y="1283645"/>
            <a:ext cx="3830760" cy="710640"/>
            <a:chOff x="2332164" y="1283645"/>
            <a:chExt cx="3830760" cy="710640"/>
          </a:xfrm>
        </p:grpSpPr>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730CB501-A011-96DE-457E-B8C39A3EC4DF}"/>
                    </a:ext>
                  </a:extLst>
                </p14:cNvPr>
                <p14:cNvContentPartPr/>
                <p14:nvPr/>
              </p14:nvContentPartPr>
              <p14:xfrm>
                <a:off x="2332164" y="1669925"/>
                <a:ext cx="1122480" cy="324360"/>
              </p14:xfrm>
            </p:contentPart>
          </mc:Choice>
          <mc:Fallback>
            <p:pic>
              <p:nvPicPr>
                <p:cNvPr id="10" name="Ink 9">
                  <a:extLst>
                    <a:ext uri="{FF2B5EF4-FFF2-40B4-BE49-F238E27FC236}">
                      <a16:creationId xmlns:a16="http://schemas.microsoft.com/office/drawing/2014/main" id="{730CB501-A011-96DE-457E-B8C39A3EC4DF}"/>
                    </a:ext>
                  </a:extLst>
                </p:cNvPr>
                <p:cNvPicPr/>
                <p:nvPr/>
              </p:nvPicPr>
              <p:blipFill>
                <a:blip r:embed="rId10"/>
                <a:stretch>
                  <a:fillRect/>
                </a:stretch>
              </p:blipFill>
              <p:spPr>
                <a:xfrm>
                  <a:off x="2326044" y="1663805"/>
                  <a:ext cx="113472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2EAE8B8C-A1B5-F624-784C-23DE21CD0101}"/>
                    </a:ext>
                  </a:extLst>
                </p14:cNvPr>
                <p14:cNvContentPartPr/>
                <p14:nvPr/>
              </p14:nvContentPartPr>
              <p14:xfrm>
                <a:off x="3161244" y="1463285"/>
                <a:ext cx="524520" cy="258120"/>
              </p14:xfrm>
            </p:contentPart>
          </mc:Choice>
          <mc:Fallback>
            <p:pic>
              <p:nvPicPr>
                <p:cNvPr id="11" name="Ink 10">
                  <a:extLst>
                    <a:ext uri="{FF2B5EF4-FFF2-40B4-BE49-F238E27FC236}">
                      <a16:creationId xmlns:a16="http://schemas.microsoft.com/office/drawing/2014/main" id="{2EAE8B8C-A1B5-F624-784C-23DE21CD0101}"/>
                    </a:ext>
                  </a:extLst>
                </p:cNvPr>
                <p:cNvPicPr/>
                <p:nvPr/>
              </p:nvPicPr>
              <p:blipFill>
                <a:blip r:embed="rId12"/>
                <a:stretch>
                  <a:fillRect/>
                </a:stretch>
              </p:blipFill>
              <p:spPr>
                <a:xfrm>
                  <a:off x="3155124" y="1457165"/>
                  <a:ext cx="53676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969EC4F4-D1F3-97FB-DFED-8757E6965C51}"/>
                    </a:ext>
                  </a:extLst>
                </p14:cNvPr>
                <p14:cNvContentPartPr/>
                <p14:nvPr/>
              </p14:nvContentPartPr>
              <p14:xfrm>
                <a:off x="3823284" y="1353845"/>
                <a:ext cx="194760" cy="232920"/>
              </p14:xfrm>
            </p:contentPart>
          </mc:Choice>
          <mc:Fallback>
            <p:pic>
              <p:nvPicPr>
                <p:cNvPr id="12" name="Ink 11">
                  <a:extLst>
                    <a:ext uri="{FF2B5EF4-FFF2-40B4-BE49-F238E27FC236}">
                      <a16:creationId xmlns:a16="http://schemas.microsoft.com/office/drawing/2014/main" id="{969EC4F4-D1F3-97FB-DFED-8757E6965C51}"/>
                    </a:ext>
                  </a:extLst>
                </p:cNvPr>
                <p:cNvPicPr/>
                <p:nvPr/>
              </p:nvPicPr>
              <p:blipFill>
                <a:blip r:embed="rId14"/>
                <a:stretch>
                  <a:fillRect/>
                </a:stretch>
              </p:blipFill>
              <p:spPr>
                <a:xfrm>
                  <a:off x="3817164" y="1347725"/>
                  <a:ext cx="20700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4B7C33CE-A89F-7C7B-AF6F-06C8659E8363}"/>
                    </a:ext>
                  </a:extLst>
                </p14:cNvPr>
                <p14:cNvContentPartPr/>
                <p14:nvPr/>
              </p14:nvContentPartPr>
              <p14:xfrm>
                <a:off x="4063044" y="1406045"/>
                <a:ext cx="101880" cy="153720"/>
              </p14:xfrm>
            </p:contentPart>
          </mc:Choice>
          <mc:Fallback>
            <p:pic>
              <p:nvPicPr>
                <p:cNvPr id="13" name="Ink 12">
                  <a:extLst>
                    <a:ext uri="{FF2B5EF4-FFF2-40B4-BE49-F238E27FC236}">
                      <a16:creationId xmlns:a16="http://schemas.microsoft.com/office/drawing/2014/main" id="{4B7C33CE-A89F-7C7B-AF6F-06C8659E8363}"/>
                    </a:ext>
                  </a:extLst>
                </p:cNvPr>
                <p:cNvPicPr/>
                <p:nvPr/>
              </p:nvPicPr>
              <p:blipFill>
                <a:blip r:embed="rId16"/>
                <a:stretch>
                  <a:fillRect/>
                </a:stretch>
              </p:blipFill>
              <p:spPr>
                <a:xfrm>
                  <a:off x="4056924" y="1399925"/>
                  <a:ext cx="1141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1E7AB10C-769C-9C68-499A-49E5B085622A}"/>
                    </a:ext>
                  </a:extLst>
                </p14:cNvPr>
                <p14:cNvContentPartPr/>
                <p14:nvPr/>
              </p14:nvContentPartPr>
              <p14:xfrm>
                <a:off x="4221444" y="1392365"/>
                <a:ext cx="131040" cy="150840"/>
              </p14:xfrm>
            </p:contentPart>
          </mc:Choice>
          <mc:Fallback>
            <p:pic>
              <p:nvPicPr>
                <p:cNvPr id="14" name="Ink 13">
                  <a:extLst>
                    <a:ext uri="{FF2B5EF4-FFF2-40B4-BE49-F238E27FC236}">
                      <a16:creationId xmlns:a16="http://schemas.microsoft.com/office/drawing/2014/main" id="{1E7AB10C-769C-9C68-499A-49E5B085622A}"/>
                    </a:ext>
                  </a:extLst>
                </p:cNvPr>
                <p:cNvPicPr/>
                <p:nvPr/>
              </p:nvPicPr>
              <p:blipFill>
                <a:blip r:embed="rId18"/>
                <a:stretch>
                  <a:fillRect/>
                </a:stretch>
              </p:blipFill>
              <p:spPr>
                <a:xfrm>
                  <a:off x="4215324" y="1386245"/>
                  <a:ext cx="14328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9D758B2E-4B5A-5E34-AA32-7DE53CAECDED}"/>
                    </a:ext>
                  </a:extLst>
                </p14:cNvPr>
                <p14:cNvContentPartPr/>
                <p14:nvPr/>
              </p14:nvContentPartPr>
              <p14:xfrm>
                <a:off x="4408284" y="1392005"/>
                <a:ext cx="76320" cy="185760"/>
              </p14:xfrm>
            </p:contentPart>
          </mc:Choice>
          <mc:Fallback>
            <p:pic>
              <p:nvPicPr>
                <p:cNvPr id="15" name="Ink 14">
                  <a:extLst>
                    <a:ext uri="{FF2B5EF4-FFF2-40B4-BE49-F238E27FC236}">
                      <a16:creationId xmlns:a16="http://schemas.microsoft.com/office/drawing/2014/main" id="{9D758B2E-4B5A-5E34-AA32-7DE53CAECDED}"/>
                    </a:ext>
                  </a:extLst>
                </p:cNvPr>
                <p:cNvPicPr/>
                <p:nvPr/>
              </p:nvPicPr>
              <p:blipFill>
                <a:blip r:embed="rId20"/>
                <a:stretch>
                  <a:fillRect/>
                </a:stretch>
              </p:blipFill>
              <p:spPr>
                <a:xfrm>
                  <a:off x="4402164" y="1385885"/>
                  <a:ext cx="8856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1818AD99-8B04-C941-4DAB-0D1465F2A377}"/>
                    </a:ext>
                  </a:extLst>
                </p14:cNvPr>
                <p14:cNvContentPartPr/>
                <p14:nvPr/>
              </p14:nvContentPartPr>
              <p14:xfrm>
                <a:off x="4531404" y="1438805"/>
                <a:ext cx="95040" cy="115560"/>
              </p14:xfrm>
            </p:contentPart>
          </mc:Choice>
          <mc:Fallback>
            <p:pic>
              <p:nvPicPr>
                <p:cNvPr id="16" name="Ink 15">
                  <a:extLst>
                    <a:ext uri="{FF2B5EF4-FFF2-40B4-BE49-F238E27FC236}">
                      <a16:creationId xmlns:a16="http://schemas.microsoft.com/office/drawing/2014/main" id="{1818AD99-8B04-C941-4DAB-0D1465F2A377}"/>
                    </a:ext>
                  </a:extLst>
                </p:cNvPr>
                <p:cNvPicPr/>
                <p:nvPr/>
              </p:nvPicPr>
              <p:blipFill>
                <a:blip r:embed="rId22"/>
                <a:stretch>
                  <a:fillRect/>
                </a:stretch>
              </p:blipFill>
              <p:spPr>
                <a:xfrm>
                  <a:off x="4525284" y="1432685"/>
                  <a:ext cx="10728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F1C96A32-F96F-8CBA-88A6-E6824050F6A5}"/>
                    </a:ext>
                  </a:extLst>
                </p14:cNvPr>
                <p14:cNvContentPartPr/>
                <p14:nvPr/>
              </p14:nvContentPartPr>
              <p14:xfrm>
                <a:off x="4697724" y="1341965"/>
                <a:ext cx="27720" cy="208440"/>
              </p14:xfrm>
            </p:contentPart>
          </mc:Choice>
          <mc:Fallback>
            <p:pic>
              <p:nvPicPr>
                <p:cNvPr id="17" name="Ink 16">
                  <a:extLst>
                    <a:ext uri="{FF2B5EF4-FFF2-40B4-BE49-F238E27FC236}">
                      <a16:creationId xmlns:a16="http://schemas.microsoft.com/office/drawing/2014/main" id="{F1C96A32-F96F-8CBA-88A6-E6824050F6A5}"/>
                    </a:ext>
                  </a:extLst>
                </p:cNvPr>
                <p:cNvPicPr/>
                <p:nvPr/>
              </p:nvPicPr>
              <p:blipFill>
                <a:blip r:embed="rId24"/>
                <a:stretch>
                  <a:fillRect/>
                </a:stretch>
              </p:blipFill>
              <p:spPr>
                <a:xfrm>
                  <a:off x="4691604" y="1335845"/>
                  <a:ext cx="3996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F0306154-1B4E-2D4E-A1F3-96AE917810CD}"/>
                    </a:ext>
                  </a:extLst>
                </p14:cNvPr>
                <p14:cNvContentPartPr/>
                <p14:nvPr/>
              </p14:nvContentPartPr>
              <p14:xfrm>
                <a:off x="4824084" y="1293365"/>
                <a:ext cx="222480" cy="226440"/>
              </p14:xfrm>
            </p:contentPart>
          </mc:Choice>
          <mc:Fallback>
            <p:pic>
              <p:nvPicPr>
                <p:cNvPr id="18" name="Ink 17">
                  <a:extLst>
                    <a:ext uri="{FF2B5EF4-FFF2-40B4-BE49-F238E27FC236}">
                      <a16:creationId xmlns:a16="http://schemas.microsoft.com/office/drawing/2014/main" id="{F0306154-1B4E-2D4E-A1F3-96AE917810CD}"/>
                    </a:ext>
                  </a:extLst>
                </p:cNvPr>
                <p:cNvPicPr/>
                <p:nvPr/>
              </p:nvPicPr>
              <p:blipFill>
                <a:blip r:embed="rId26"/>
                <a:stretch>
                  <a:fillRect/>
                </a:stretch>
              </p:blipFill>
              <p:spPr>
                <a:xfrm>
                  <a:off x="4817964" y="1287245"/>
                  <a:ext cx="23472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75613D1E-8B36-D6EC-E80C-2A7EBB9AF077}"/>
                    </a:ext>
                  </a:extLst>
                </p14:cNvPr>
                <p14:cNvContentPartPr/>
                <p14:nvPr/>
              </p14:nvContentPartPr>
              <p14:xfrm>
                <a:off x="4795284" y="1366085"/>
                <a:ext cx="34560" cy="15480"/>
              </p14:xfrm>
            </p:contentPart>
          </mc:Choice>
          <mc:Fallback>
            <p:pic>
              <p:nvPicPr>
                <p:cNvPr id="19" name="Ink 18">
                  <a:extLst>
                    <a:ext uri="{FF2B5EF4-FFF2-40B4-BE49-F238E27FC236}">
                      <a16:creationId xmlns:a16="http://schemas.microsoft.com/office/drawing/2014/main" id="{75613D1E-8B36-D6EC-E80C-2A7EBB9AF077}"/>
                    </a:ext>
                  </a:extLst>
                </p:cNvPr>
                <p:cNvPicPr/>
                <p:nvPr/>
              </p:nvPicPr>
              <p:blipFill>
                <a:blip r:embed="rId28"/>
                <a:stretch>
                  <a:fillRect/>
                </a:stretch>
              </p:blipFill>
              <p:spPr>
                <a:xfrm>
                  <a:off x="4789164" y="1359965"/>
                  <a:ext cx="4680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D65973C3-7753-2D1F-2DCD-B0C87B8B33A7}"/>
                    </a:ext>
                  </a:extLst>
                </p14:cNvPr>
                <p14:cNvContentPartPr/>
                <p14:nvPr/>
              </p14:nvContentPartPr>
              <p14:xfrm>
                <a:off x="4785564" y="1330805"/>
                <a:ext cx="116280" cy="50760"/>
              </p14:xfrm>
            </p:contentPart>
          </mc:Choice>
          <mc:Fallback>
            <p:pic>
              <p:nvPicPr>
                <p:cNvPr id="21" name="Ink 20">
                  <a:extLst>
                    <a:ext uri="{FF2B5EF4-FFF2-40B4-BE49-F238E27FC236}">
                      <a16:creationId xmlns:a16="http://schemas.microsoft.com/office/drawing/2014/main" id="{D65973C3-7753-2D1F-2DCD-B0C87B8B33A7}"/>
                    </a:ext>
                  </a:extLst>
                </p:cNvPr>
                <p:cNvPicPr/>
                <p:nvPr/>
              </p:nvPicPr>
              <p:blipFill>
                <a:blip r:embed="rId30"/>
                <a:stretch>
                  <a:fillRect/>
                </a:stretch>
              </p:blipFill>
              <p:spPr>
                <a:xfrm>
                  <a:off x="4779444" y="1324685"/>
                  <a:ext cx="12852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3" name="Ink 22">
                  <a:extLst>
                    <a:ext uri="{FF2B5EF4-FFF2-40B4-BE49-F238E27FC236}">
                      <a16:creationId xmlns:a16="http://schemas.microsoft.com/office/drawing/2014/main" id="{132A9D35-0CFD-A7C0-8191-C6A645AB76B1}"/>
                    </a:ext>
                  </a:extLst>
                </p14:cNvPr>
                <p14:cNvContentPartPr/>
                <p14:nvPr/>
              </p14:nvContentPartPr>
              <p14:xfrm>
                <a:off x="5261844" y="1283645"/>
                <a:ext cx="10440" cy="245160"/>
              </p14:xfrm>
            </p:contentPart>
          </mc:Choice>
          <mc:Fallback>
            <p:pic>
              <p:nvPicPr>
                <p:cNvPr id="23" name="Ink 22">
                  <a:extLst>
                    <a:ext uri="{FF2B5EF4-FFF2-40B4-BE49-F238E27FC236}">
                      <a16:creationId xmlns:a16="http://schemas.microsoft.com/office/drawing/2014/main" id="{132A9D35-0CFD-A7C0-8191-C6A645AB76B1}"/>
                    </a:ext>
                  </a:extLst>
                </p:cNvPr>
                <p:cNvPicPr/>
                <p:nvPr/>
              </p:nvPicPr>
              <p:blipFill>
                <a:blip r:embed="rId32"/>
                <a:stretch>
                  <a:fillRect/>
                </a:stretch>
              </p:blipFill>
              <p:spPr>
                <a:xfrm>
                  <a:off x="5255724" y="1277525"/>
                  <a:ext cx="2268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4" name="Ink 23">
                  <a:extLst>
                    <a:ext uri="{FF2B5EF4-FFF2-40B4-BE49-F238E27FC236}">
                      <a16:creationId xmlns:a16="http://schemas.microsoft.com/office/drawing/2014/main" id="{E54694D3-C545-193D-086A-26C26331203B}"/>
                    </a:ext>
                  </a:extLst>
                </p14:cNvPr>
                <p14:cNvContentPartPr/>
                <p14:nvPr/>
              </p14:nvContentPartPr>
              <p14:xfrm>
                <a:off x="5282364" y="1293365"/>
                <a:ext cx="153000" cy="236880"/>
              </p14:xfrm>
            </p:contentPart>
          </mc:Choice>
          <mc:Fallback>
            <p:pic>
              <p:nvPicPr>
                <p:cNvPr id="24" name="Ink 23">
                  <a:extLst>
                    <a:ext uri="{FF2B5EF4-FFF2-40B4-BE49-F238E27FC236}">
                      <a16:creationId xmlns:a16="http://schemas.microsoft.com/office/drawing/2014/main" id="{E54694D3-C545-193D-086A-26C26331203B}"/>
                    </a:ext>
                  </a:extLst>
                </p:cNvPr>
                <p:cNvPicPr/>
                <p:nvPr/>
              </p:nvPicPr>
              <p:blipFill>
                <a:blip r:embed="rId34"/>
                <a:stretch>
                  <a:fillRect/>
                </a:stretch>
              </p:blipFill>
              <p:spPr>
                <a:xfrm>
                  <a:off x="5276244" y="1287245"/>
                  <a:ext cx="16524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5" name="Ink 24">
                  <a:extLst>
                    <a:ext uri="{FF2B5EF4-FFF2-40B4-BE49-F238E27FC236}">
                      <a16:creationId xmlns:a16="http://schemas.microsoft.com/office/drawing/2014/main" id="{31752113-5010-AB30-6896-701CD715A765}"/>
                    </a:ext>
                  </a:extLst>
                </p14:cNvPr>
                <p14:cNvContentPartPr/>
                <p14:nvPr/>
              </p14:nvContentPartPr>
              <p14:xfrm>
                <a:off x="5494764" y="1372925"/>
                <a:ext cx="67320" cy="145440"/>
              </p14:xfrm>
            </p:contentPart>
          </mc:Choice>
          <mc:Fallback>
            <p:pic>
              <p:nvPicPr>
                <p:cNvPr id="25" name="Ink 24">
                  <a:extLst>
                    <a:ext uri="{FF2B5EF4-FFF2-40B4-BE49-F238E27FC236}">
                      <a16:creationId xmlns:a16="http://schemas.microsoft.com/office/drawing/2014/main" id="{31752113-5010-AB30-6896-701CD715A765}"/>
                    </a:ext>
                  </a:extLst>
                </p:cNvPr>
                <p:cNvPicPr/>
                <p:nvPr/>
              </p:nvPicPr>
              <p:blipFill>
                <a:blip r:embed="rId36"/>
                <a:stretch>
                  <a:fillRect/>
                </a:stretch>
              </p:blipFill>
              <p:spPr>
                <a:xfrm>
                  <a:off x="5488644" y="1366805"/>
                  <a:ext cx="7956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6" name="Ink 25">
                  <a:extLst>
                    <a:ext uri="{FF2B5EF4-FFF2-40B4-BE49-F238E27FC236}">
                      <a16:creationId xmlns:a16="http://schemas.microsoft.com/office/drawing/2014/main" id="{648DD15A-ABE1-FA5E-6858-544508BBE08B}"/>
                    </a:ext>
                  </a:extLst>
                </p14:cNvPr>
                <p14:cNvContentPartPr/>
                <p14:nvPr/>
              </p14:nvContentPartPr>
              <p14:xfrm>
                <a:off x="5642004" y="1392365"/>
                <a:ext cx="99000" cy="95040"/>
              </p14:xfrm>
            </p:contentPart>
          </mc:Choice>
          <mc:Fallback>
            <p:pic>
              <p:nvPicPr>
                <p:cNvPr id="26" name="Ink 25">
                  <a:extLst>
                    <a:ext uri="{FF2B5EF4-FFF2-40B4-BE49-F238E27FC236}">
                      <a16:creationId xmlns:a16="http://schemas.microsoft.com/office/drawing/2014/main" id="{648DD15A-ABE1-FA5E-6858-544508BBE08B}"/>
                    </a:ext>
                  </a:extLst>
                </p:cNvPr>
                <p:cNvPicPr/>
                <p:nvPr/>
              </p:nvPicPr>
              <p:blipFill>
                <a:blip r:embed="rId38"/>
                <a:stretch>
                  <a:fillRect/>
                </a:stretch>
              </p:blipFill>
              <p:spPr>
                <a:xfrm>
                  <a:off x="5635884" y="1386245"/>
                  <a:ext cx="11124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7" name="Ink 26">
                  <a:extLst>
                    <a:ext uri="{FF2B5EF4-FFF2-40B4-BE49-F238E27FC236}">
                      <a16:creationId xmlns:a16="http://schemas.microsoft.com/office/drawing/2014/main" id="{56E2D716-9219-455F-C7DD-94B775AF37CA}"/>
                    </a:ext>
                  </a:extLst>
                </p14:cNvPr>
                <p14:cNvContentPartPr/>
                <p14:nvPr/>
              </p14:nvContentPartPr>
              <p14:xfrm>
                <a:off x="5796444" y="1352765"/>
                <a:ext cx="78120" cy="182520"/>
              </p14:xfrm>
            </p:contentPart>
          </mc:Choice>
          <mc:Fallback>
            <p:pic>
              <p:nvPicPr>
                <p:cNvPr id="27" name="Ink 26">
                  <a:extLst>
                    <a:ext uri="{FF2B5EF4-FFF2-40B4-BE49-F238E27FC236}">
                      <a16:creationId xmlns:a16="http://schemas.microsoft.com/office/drawing/2014/main" id="{56E2D716-9219-455F-C7DD-94B775AF37CA}"/>
                    </a:ext>
                  </a:extLst>
                </p:cNvPr>
                <p:cNvPicPr/>
                <p:nvPr/>
              </p:nvPicPr>
              <p:blipFill>
                <a:blip r:embed="rId40"/>
                <a:stretch>
                  <a:fillRect/>
                </a:stretch>
              </p:blipFill>
              <p:spPr>
                <a:xfrm>
                  <a:off x="5790324" y="1346645"/>
                  <a:ext cx="9036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8" name="Ink 27">
                  <a:extLst>
                    <a:ext uri="{FF2B5EF4-FFF2-40B4-BE49-F238E27FC236}">
                      <a16:creationId xmlns:a16="http://schemas.microsoft.com/office/drawing/2014/main" id="{028AABD6-3534-488C-1911-2F497A4162A7}"/>
                    </a:ext>
                  </a:extLst>
                </p14:cNvPr>
                <p14:cNvContentPartPr/>
                <p14:nvPr/>
              </p14:nvContentPartPr>
              <p14:xfrm>
                <a:off x="5923524" y="1386965"/>
                <a:ext cx="75240" cy="119880"/>
              </p14:xfrm>
            </p:contentPart>
          </mc:Choice>
          <mc:Fallback>
            <p:pic>
              <p:nvPicPr>
                <p:cNvPr id="28" name="Ink 27">
                  <a:extLst>
                    <a:ext uri="{FF2B5EF4-FFF2-40B4-BE49-F238E27FC236}">
                      <a16:creationId xmlns:a16="http://schemas.microsoft.com/office/drawing/2014/main" id="{028AABD6-3534-488C-1911-2F497A4162A7}"/>
                    </a:ext>
                  </a:extLst>
                </p:cNvPr>
                <p:cNvPicPr/>
                <p:nvPr/>
              </p:nvPicPr>
              <p:blipFill>
                <a:blip r:embed="rId42"/>
                <a:stretch>
                  <a:fillRect/>
                </a:stretch>
              </p:blipFill>
              <p:spPr>
                <a:xfrm>
                  <a:off x="5917404" y="1380845"/>
                  <a:ext cx="8748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9" name="Ink 28">
                  <a:extLst>
                    <a:ext uri="{FF2B5EF4-FFF2-40B4-BE49-F238E27FC236}">
                      <a16:creationId xmlns:a16="http://schemas.microsoft.com/office/drawing/2014/main" id="{033E4F10-7675-7924-A647-54B5D0FCD59F}"/>
                    </a:ext>
                  </a:extLst>
                </p14:cNvPr>
                <p14:cNvContentPartPr/>
                <p14:nvPr/>
              </p14:nvContentPartPr>
              <p14:xfrm>
                <a:off x="6039444" y="1400285"/>
                <a:ext cx="123480" cy="100800"/>
              </p14:xfrm>
            </p:contentPart>
          </mc:Choice>
          <mc:Fallback>
            <p:pic>
              <p:nvPicPr>
                <p:cNvPr id="29" name="Ink 28">
                  <a:extLst>
                    <a:ext uri="{FF2B5EF4-FFF2-40B4-BE49-F238E27FC236}">
                      <a16:creationId xmlns:a16="http://schemas.microsoft.com/office/drawing/2014/main" id="{033E4F10-7675-7924-A647-54B5D0FCD59F}"/>
                    </a:ext>
                  </a:extLst>
                </p:cNvPr>
                <p:cNvPicPr/>
                <p:nvPr/>
              </p:nvPicPr>
              <p:blipFill>
                <a:blip r:embed="rId44"/>
                <a:stretch>
                  <a:fillRect/>
                </a:stretch>
              </p:blipFill>
              <p:spPr>
                <a:xfrm>
                  <a:off x="6033324" y="1394165"/>
                  <a:ext cx="135720" cy="113040"/>
                </a:xfrm>
                <a:prstGeom prst="rect">
                  <a:avLst/>
                </a:prstGeom>
              </p:spPr>
            </p:pic>
          </mc:Fallback>
        </mc:AlternateContent>
      </p:grpSp>
      <p:grpSp>
        <p:nvGrpSpPr>
          <p:cNvPr id="44" name="Group 43">
            <a:extLst>
              <a:ext uri="{FF2B5EF4-FFF2-40B4-BE49-F238E27FC236}">
                <a16:creationId xmlns:a16="http://schemas.microsoft.com/office/drawing/2014/main" id="{AE3E4266-F5FC-935C-FBA2-00FFB86CC38C}"/>
              </a:ext>
            </a:extLst>
          </p:cNvPr>
          <p:cNvGrpSpPr/>
          <p:nvPr/>
        </p:nvGrpSpPr>
        <p:grpSpPr>
          <a:xfrm>
            <a:off x="1264404" y="2626085"/>
            <a:ext cx="1730520" cy="958320"/>
            <a:chOff x="1264404" y="2626085"/>
            <a:chExt cx="1730520" cy="958320"/>
          </a:xfrm>
        </p:grpSpPr>
        <mc:AlternateContent xmlns:mc="http://schemas.openxmlformats.org/markup-compatibility/2006">
          <mc:Choice xmlns:p14="http://schemas.microsoft.com/office/powerpoint/2010/main" Requires="p14">
            <p:contentPart p14:bwMode="auto" r:id="rId45">
              <p14:nvContentPartPr>
                <p14:cNvPr id="31" name="Ink 30">
                  <a:extLst>
                    <a:ext uri="{FF2B5EF4-FFF2-40B4-BE49-F238E27FC236}">
                      <a16:creationId xmlns:a16="http://schemas.microsoft.com/office/drawing/2014/main" id="{C81AE6D9-17F9-3283-AD03-129AA6105687}"/>
                    </a:ext>
                  </a:extLst>
                </p14:cNvPr>
                <p14:cNvContentPartPr/>
                <p14:nvPr/>
              </p14:nvContentPartPr>
              <p14:xfrm>
                <a:off x="2567604" y="2674685"/>
                <a:ext cx="427320" cy="360"/>
              </p14:xfrm>
            </p:contentPart>
          </mc:Choice>
          <mc:Fallback>
            <p:pic>
              <p:nvPicPr>
                <p:cNvPr id="31" name="Ink 30">
                  <a:extLst>
                    <a:ext uri="{FF2B5EF4-FFF2-40B4-BE49-F238E27FC236}">
                      <a16:creationId xmlns:a16="http://schemas.microsoft.com/office/drawing/2014/main" id="{C81AE6D9-17F9-3283-AD03-129AA6105687}"/>
                    </a:ext>
                  </a:extLst>
                </p:cNvPr>
                <p:cNvPicPr/>
                <p:nvPr/>
              </p:nvPicPr>
              <p:blipFill>
                <a:blip r:embed="rId46"/>
                <a:stretch>
                  <a:fillRect/>
                </a:stretch>
              </p:blipFill>
              <p:spPr>
                <a:xfrm>
                  <a:off x="2561484" y="2668565"/>
                  <a:ext cx="4395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2" name="Ink 31">
                  <a:extLst>
                    <a:ext uri="{FF2B5EF4-FFF2-40B4-BE49-F238E27FC236}">
                      <a16:creationId xmlns:a16="http://schemas.microsoft.com/office/drawing/2014/main" id="{38F2CFF4-AAB9-3EA1-1132-219464BF78C3}"/>
                    </a:ext>
                  </a:extLst>
                </p14:cNvPr>
                <p14:cNvContentPartPr/>
                <p14:nvPr/>
              </p14:nvContentPartPr>
              <p14:xfrm>
                <a:off x="2046684" y="2626085"/>
                <a:ext cx="482400" cy="88560"/>
              </p14:xfrm>
            </p:contentPart>
          </mc:Choice>
          <mc:Fallback>
            <p:pic>
              <p:nvPicPr>
                <p:cNvPr id="32" name="Ink 31">
                  <a:extLst>
                    <a:ext uri="{FF2B5EF4-FFF2-40B4-BE49-F238E27FC236}">
                      <a16:creationId xmlns:a16="http://schemas.microsoft.com/office/drawing/2014/main" id="{38F2CFF4-AAB9-3EA1-1132-219464BF78C3}"/>
                    </a:ext>
                  </a:extLst>
                </p:cNvPr>
                <p:cNvPicPr/>
                <p:nvPr/>
              </p:nvPicPr>
              <p:blipFill>
                <a:blip r:embed="rId48"/>
                <a:stretch>
                  <a:fillRect/>
                </a:stretch>
              </p:blipFill>
              <p:spPr>
                <a:xfrm>
                  <a:off x="2040564" y="2619965"/>
                  <a:ext cx="49464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3" name="Ink 32">
                  <a:extLst>
                    <a:ext uri="{FF2B5EF4-FFF2-40B4-BE49-F238E27FC236}">
                      <a16:creationId xmlns:a16="http://schemas.microsoft.com/office/drawing/2014/main" id="{CF4A8C26-3012-4F37-3BC4-5FB2A74467CC}"/>
                    </a:ext>
                  </a:extLst>
                </p14:cNvPr>
                <p14:cNvContentPartPr/>
                <p14:nvPr/>
              </p14:nvContentPartPr>
              <p14:xfrm>
                <a:off x="1332444" y="2760725"/>
                <a:ext cx="155520" cy="253440"/>
              </p14:xfrm>
            </p:contentPart>
          </mc:Choice>
          <mc:Fallback>
            <p:pic>
              <p:nvPicPr>
                <p:cNvPr id="33" name="Ink 32">
                  <a:extLst>
                    <a:ext uri="{FF2B5EF4-FFF2-40B4-BE49-F238E27FC236}">
                      <a16:creationId xmlns:a16="http://schemas.microsoft.com/office/drawing/2014/main" id="{CF4A8C26-3012-4F37-3BC4-5FB2A74467CC}"/>
                    </a:ext>
                  </a:extLst>
                </p:cNvPr>
                <p:cNvPicPr/>
                <p:nvPr/>
              </p:nvPicPr>
              <p:blipFill>
                <a:blip r:embed="rId50"/>
                <a:stretch>
                  <a:fillRect/>
                </a:stretch>
              </p:blipFill>
              <p:spPr>
                <a:xfrm>
                  <a:off x="1326324" y="2754605"/>
                  <a:ext cx="16776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4" name="Ink 33">
                  <a:extLst>
                    <a:ext uri="{FF2B5EF4-FFF2-40B4-BE49-F238E27FC236}">
                      <a16:creationId xmlns:a16="http://schemas.microsoft.com/office/drawing/2014/main" id="{086CF0CA-73B2-ED4B-AC72-91BDFF1693F9}"/>
                    </a:ext>
                  </a:extLst>
                </p14:cNvPr>
                <p14:cNvContentPartPr/>
                <p14:nvPr/>
              </p14:nvContentPartPr>
              <p14:xfrm>
                <a:off x="1585164" y="2649485"/>
                <a:ext cx="226800" cy="307440"/>
              </p14:xfrm>
            </p:contentPart>
          </mc:Choice>
          <mc:Fallback>
            <p:pic>
              <p:nvPicPr>
                <p:cNvPr id="34" name="Ink 33">
                  <a:extLst>
                    <a:ext uri="{FF2B5EF4-FFF2-40B4-BE49-F238E27FC236}">
                      <a16:creationId xmlns:a16="http://schemas.microsoft.com/office/drawing/2014/main" id="{086CF0CA-73B2-ED4B-AC72-91BDFF1693F9}"/>
                    </a:ext>
                  </a:extLst>
                </p:cNvPr>
                <p:cNvPicPr/>
                <p:nvPr/>
              </p:nvPicPr>
              <p:blipFill>
                <a:blip r:embed="rId52"/>
                <a:stretch>
                  <a:fillRect/>
                </a:stretch>
              </p:blipFill>
              <p:spPr>
                <a:xfrm>
                  <a:off x="1579044" y="2643365"/>
                  <a:ext cx="23904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5" name="Ink 34">
                  <a:extLst>
                    <a:ext uri="{FF2B5EF4-FFF2-40B4-BE49-F238E27FC236}">
                      <a16:creationId xmlns:a16="http://schemas.microsoft.com/office/drawing/2014/main" id="{56E0BEC6-050F-FB3C-526A-79D3C425B741}"/>
                    </a:ext>
                  </a:extLst>
                </p14:cNvPr>
                <p14:cNvContentPartPr/>
                <p14:nvPr/>
              </p14:nvContentPartPr>
              <p14:xfrm>
                <a:off x="1302924" y="3268325"/>
                <a:ext cx="106200" cy="156960"/>
              </p14:xfrm>
            </p:contentPart>
          </mc:Choice>
          <mc:Fallback>
            <p:pic>
              <p:nvPicPr>
                <p:cNvPr id="35" name="Ink 34">
                  <a:extLst>
                    <a:ext uri="{FF2B5EF4-FFF2-40B4-BE49-F238E27FC236}">
                      <a16:creationId xmlns:a16="http://schemas.microsoft.com/office/drawing/2014/main" id="{56E0BEC6-050F-FB3C-526A-79D3C425B741}"/>
                    </a:ext>
                  </a:extLst>
                </p:cNvPr>
                <p:cNvPicPr/>
                <p:nvPr/>
              </p:nvPicPr>
              <p:blipFill>
                <a:blip r:embed="rId54"/>
                <a:stretch>
                  <a:fillRect/>
                </a:stretch>
              </p:blipFill>
              <p:spPr>
                <a:xfrm>
                  <a:off x="1296804" y="3262205"/>
                  <a:ext cx="11844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6" name="Ink 35">
                  <a:extLst>
                    <a:ext uri="{FF2B5EF4-FFF2-40B4-BE49-F238E27FC236}">
                      <a16:creationId xmlns:a16="http://schemas.microsoft.com/office/drawing/2014/main" id="{E204601C-1E7A-01B6-043A-252DB18581DD}"/>
                    </a:ext>
                  </a:extLst>
                </p14:cNvPr>
                <p14:cNvContentPartPr/>
                <p14:nvPr/>
              </p14:nvContentPartPr>
              <p14:xfrm>
                <a:off x="1264404" y="3138005"/>
                <a:ext cx="483120" cy="194760"/>
              </p14:xfrm>
            </p:contentPart>
          </mc:Choice>
          <mc:Fallback>
            <p:pic>
              <p:nvPicPr>
                <p:cNvPr id="36" name="Ink 35">
                  <a:extLst>
                    <a:ext uri="{FF2B5EF4-FFF2-40B4-BE49-F238E27FC236}">
                      <a16:creationId xmlns:a16="http://schemas.microsoft.com/office/drawing/2014/main" id="{E204601C-1E7A-01B6-043A-252DB18581DD}"/>
                    </a:ext>
                  </a:extLst>
                </p:cNvPr>
                <p:cNvPicPr/>
                <p:nvPr/>
              </p:nvPicPr>
              <p:blipFill>
                <a:blip r:embed="rId56"/>
                <a:stretch>
                  <a:fillRect/>
                </a:stretch>
              </p:blipFill>
              <p:spPr>
                <a:xfrm>
                  <a:off x="1258284" y="3131885"/>
                  <a:ext cx="4953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7" name="Ink 36">
                  <a:extLst>
                    <a:ext uri="{FF2B5EF4-FFF2-40B4-BE49-F238E27FC236}">
                      <a16:creationId xmlns:a16="http://schemas.microsoft.com/office/drawing/2014/main" id="{4DAC7658-14CC-8A24-110E-6169A4E65B95}"/>
                    </a:ext>
                  </a:extLst>
                </p14:cNvPr>
                <p14:cNvContentPartPr/>
                <p14:nvPr/>
              </p14:nvContentPartPr>
              <p14:xfrm>
                <a:off x="1808724" y="2986085"/>
                <a:ext cx="117720" cy="166680"/>
              </p14:xfrm>
            </p:contentPart>
          </mc:Choice>
          <mc:Fallback>
            <p:pic>
              <p:nvPicPr>
                <p:cNvPr id="37" name="Ink 36">
                  <a:extLst>
                    <a:ext uri="{FF2B5EF4-FFF2-40B4-BE49-F238E27FC236}">
                      <a16:creationId xmlns:a16="http://schemas.microsoft.com/office/drawing/2014/main" id="{4DAC7658-14CC-8A24-110E-6169A4E65B95}"/>
                    </a:ext>
                  </a:extLst>
                </p:cNvPr>
                <p:cNvPicPr/>
                <p:nvPr/>
              </p:nvPicPr>
              <p:blipFill>
                <a:blip r:embed="rId58"/>
                <a:stretch>
                  <a:fillRect/>
                </a:stretch>
              </p:blipFill>
              <p:spPr>
                <a:xfrm>
                  <a:off x="1802604" y="2979965"/>
                  <a:ext cx="12996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8" name="Ink 37">
                  <a:extLst>
                    <a:ext uri="{FF2B5EF4-FFF2-40B4-BE49-F238E27FC236}">
                      <a16:creationId xmlns:a16="http://schemas.microsoft.com/office/drawing/2014/main" id="{0DD9599D-DF94-12DD-EA04-B25882964178}"/>
                    </a:ext>
                  </a:extLst>
                </p14:cNvPr>
                <p14:cNvContentPartPr/>
                <p14:nvPr/>
              </p14:nvContentPartPr>
              <p14:xfrm>
                <a:off x="1980804" y="2784845"/>
                <a:ext cx="207360" cy="204480"/>
              </p14:xfrm>
            </p:contentPart>
          </mc:Choice>
          <mc:Fallback>
            <p:pic>
              <p:nvPicPr>
                <p:cNvPr id="38" name="Ink 37">
                  <a:extLst>
                    <a:ext uri="{FF2B5EF4-FFF2-40B4-BE49-F238E27FC236}">
                      <a16:creationId xmlns:a16="http://schemas.microsoft.com/office/drawing/2014/main" id="{0DD9599D-DF94-12DD-EA04-B25882964178}"/>
                    </a:ext>
                  </a:extLst>
                </p:cNvPr>
                <p:cNvPicPr/>
                <p:nvPr/>
              </p:nvPicPr>
              <p:blipFill>
                <a:blip r:embed="rId60"/>
                <a:stretch>
                  <a:fillRect/>
                </a:stretch>
              </p:blipFill>
              <p:spPr>
                <a:xfrm>
                  <a:off x="1974684" y="2778725"/>
                  <a:ext cx="21960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9" name="Ink 38">
                  <a:extLst>
                    <a:ext uri="{FF2B5EF4-FFF2-40B4-BE49-F238E27FC236}">
                      <a16:creationId xmlns:a16="http://schemas.microsoft.com/office/drawing/2014/main" id="{D244A7D3-5E6E-13AA-9414-2DF3EA7E3C70}"/>
                    </a:ext>
                  </a:extLst>
                </p14:cNvPr>
                <p14:cNvContentPartPr/>
                <p14:nvPr/>
              </p14:nvContentPartPr>
              <p14:xfrm>
                <a:off x="1633764" y="3501605"/>
                <a:ext cx="29160" cy="82800"/>
              </p14:xfrm>
            </p:contentPart>
          </mc:Choice>
          <mc:Fallback>
            <p:pic>
              <p:nvPicPr>
                <p:cNvPr id="39" name="Ink 38">
                  <a:extLst>
                    <a:ext uri="{FF2B5EF4-FFF2-40B4-BE49-F238E27FC236}">
                      <a16:creationId xmlns:a16="http://schemas.microsoft.com/office/drawing/2014/main" id="{D244A7D3-5E6E-13AA-9414-2DF3EA7E3C70}"/>
                    </a:ext>
                  </a:extLst>
                </p:cNvPr>
                <p:cNvPicPr/>
                <p:nvPr/>
              </p:nvPicPr>
              <p:blipFill>
                <a:blip r:embed="rId62"/>
                <a:stretch>
                  <a:fillRect/>
                </a:stretch>
              </p:blipFill>
              <p:spPr>
                <a:xfrm>
                  <a:off x="1627644" y="3495485"/>
                  <a:ext cx="4140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0" name="Ink 39">
                  <a:extLst>
                    <a:ext uri="{FF2B5EF4-FFF2-40B4-BE49-F238E27FC236}">
                      <a16:creationId xmlns:a16="http://schemas.microsoft.com/office/drawing/2014/main" id="{46C043EB-188A-6FCA-7FCC-3801AB583768}"/>
                    </a:ext>
                  </a:extLst>
                </p14:cNvPr>
                <p14:cNvContentPartPr/>
                <p14:nvPr/>
              </p14:nvContentPartPr>
              <p14:xfrm>
                <a:off x="1526844" y="3384965"/>
                <a:ext cx="10080" cy="360"/>
              </p14:xfrm>
            </p:contentPart>
          </mc:Choice>
          <mc:Fallback>
            <p:pic>
              <p:nvPicPr>
                <p:cNvPr id="40" name="Ink 39">
                  <a:extLst>
                    <a:ext uri="{FF2B5EF4-FFF2-40B4-BE49-F238E27FC236}">
                      <a16:creationId xmlns:a16="http://schemas.microsoft.com/office/drawing/2014/main" id="{46C043EB-188A-6FCA-7FCC-3801AB583768}"/>
                    </a:ext>
                  </a:extLst>
                </p:cNvPr>
                <p:cNvPicPr/>
                <p:nvPr/>
              </p:nvPicPr>
              <p:blipFill>
                <a:blip r:embed="rId64"/>
                <a:stretch>
                  <a:fillRect/>
                </a:stretch>
              </p:blipFill>
              <p:spPr>
                <a:xfrm>
                  <a:off x="1520724" y="3378845"/>
                  <a:ext cx="2232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1" name="Ink 40">
                  <a:extLst>
                    <a:ext uri="{FF2B5EF4-FFF2-40B4-BE49-F238E27FC236}">
                      <a16:creationId xmlns:a16="http://schemas.microsoft.com/office/drawing/2014/main" id="{54C565C6-7B4B-6C99-51D5-E29D199BE8B7}"/>
                    </a:ext>
                  </a:extLst>
                </p14:cNvPr>
                <p14:cNvContentPartPr/>
                <p14:nvPr/>
              </p14:nvContentPartPr>
              <p14:xfrm>
                <a:off x="1673004" y="3443645"/>
                <a:ext cx="125280" cy="71640"/>
              </p14:xfrm>
            </p:contentPart>
          </mc:Choice>
          <mc:Fallback>
            <p:pic>
              <p:nvPicPr>
                <p:cNvPr id="41" name="Ink 40">
                  <a:extLst>
                    <a:ext uri="{FF2B5EF4-FFF2-40B4-BE49-F238E27FC236}">
                      <a16:creationId xmlns:a16="http://schemas.microsoft.com/office/drawing/2014/main" id="{54C565C6-7B4B-6C99-51D5-E29D199BE8B7}"/>
                    </a:ext>
                  </a:extLst>
                </p:cNvPr>
                <p:cNvPicPr/>
                <p:nvPr/>
              </p:nvPicPr>
              <p:blipFill>
                <a:blip r:embed="rId66"/>
                <a:stretch>
                  <a:fillRect/>
                </a:stretch>
              </p:blipFill>
              <p:spPr>
                <a:xfrm>
                  <a:off x="1666884" y="3437525"/>
                  <a:ext cx="13752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4F85E4B6-299B-6151-85F3-5D138D9E6D0B}"/>
                    </a:ext>
                  </a:extLst>
                </p14:cNvPr>
                <p14:cNvContentPartPr/>
                <p14:nvPr/>
              </p14:nvContentPartPr>
              <p14:xfrm>
                <a:off x="1903044" y="3224405"/>
                <a:ext cx="83520" cy="201600"/>
              </p14:xfrm>
            </p:contentPart>
          </mc:Choice>
          <mc:Fallback>
            <p:pic>
              <p:nvPicPr>
                <p:cNvPr id="42" name="Ink 41">
                  <a:extLst>
                    <a:ext uri="{FF2B5EF4-FFF2-40B4-BE49-F238E27FC236}">
                      <a16:creationId xmlns:a16="http://schemas.microsoft.com/office/drawing/2014/main" id="{4F85E4B6-299B-6151-85F3-5D138D9E6D0B}"/>
                    </a:ext>
                  </a:extLst>
                </p:cNvPr>
                <p:cNvPicPr/>
                <p:nvPr/>
              </p:nvPicPr>
              <p:blipFill>
                <a:blip r:embed="rId68"/>
                <a:stretch>
                  <a:fillRect/>
                </a:stretch>
              </p:blipFill>
              <p:spPr>
                <a:xfrm>
                  <a:off x="1896924" y="3218285"/>
                  <a:ext cx="9576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3" name="Ink 42">
                  <a:extLst>
                    <a:ext uri="{FF2B5EF4-FFF2-40B4-BE49-F238E27FC236}">
                      <a16:creationId xmlns:a16="http://schemas.microsoft.com/office/drawing/2014/main" id="{E5C5CC55-DF08-6643-B1A0-1BB988F91631}"/>
                    </a:ext>
                  </a:extLst>
                </p14:cNvPr>
                <p14:cNvContentPartPr/>
                <p14:nvPr/>
              </p14:nvContentPartPr>
              <p14:xfrm>
                <a:off x="2013204" y="3170765"/>
                <a:ext cx="149400" cy="161280"/>
              </p14:xfrm>
            </p:contentPart>
          </mc:Choice>
          <mc:Fallback>
            <p:pic>
              <p:nvPicPr>
                <p:cNvPr id="43" name="Ink 42">
                  <a:extLst>
                    <a:ext uri="{FF2B5EF4-FFF2-40B4-BE49-F238E27FC236}">
                      <a16:creationId xmlns:a16="http://schemas.microsoft.com/office/drawing/2014/main" id="{E5C5CC55-DF08-6643-B1A0-1BB988F91631}"/>
                    </a:ext>
                  </a:extLst>
                </p:cNvPr>
                <p:cNvPicPr/>
                <p:nvPr/>
              </p:nvPicPr>
              <p:blipFill>
                <a:blip r:embed="rId70"/>
                <a:stretch>
                  <a:fillRect/>
                </a:stretch>
              </p:blipFill>
              <p:spPr>
                <a:xfrm>
                  <a:off x="2007084" y="3164645"/>
                  <a:ext cx="161640" cy="173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164E9D06-DCAB-790C-437F-777BB50E6415}"/>
                  </a:ext>
                </a:extLst>
              </p14:cNvPr>
              <p14:cNvContentPartPr/>
              <p14:nvPr/>
            </p14:nvContentPartPr>
            <p14:xfrm>
              <a:off x="2421444" y="2781605"/>
              <a:ext cx="671760" cy="380160"/>
            </p14:xfrm>
          </p:contentPart>
        </mc:Choice>
        <mc:Fallback>
          <p:pic>
            <p:nvPicPr>
              <p:cNvPr id="45" name="Ink 44">
                <a:extLst>
                  <a:ext uri="{FF2B5EF4-FFF2-40B4-BE49-F238E27FC236}">
                    <a16:creationId xmlns:a16="http://schemas.microsoft.com/office/drawing/2014/main" id="{164E9D06-DCAB-790C-437F-777BB50E6415}"/>
                  </a:ext>
                </a:extLst>
              </p:cNvPr>
              <p:cNvPicPr/>
              <p:nvPr/>
            </p:nvPicPr>
            <p:blipFill>
              <a:blip r:embed="rId72"/>
              <a:stretch>
                <a:fillRect/>
              </a:stretch>
            </p:blipFill>
            <p:spPr>
              <a:xfrm>
                <a:off x="2415324" y="2775485"/>
                <a:ext cx="684000" cy="392400"/>
              </a:xfrm>
              <a:prstGeom prst="rect">
                <a:avLst/>
              </a:prstGeom>
            </p:spPr>
          </p:pic>
        </mc:Fallback>
      </mc:AlternateContent>
      <p:sp>
        <p:nvSpPr>
          <p:cNvPr id="54" name="TextBox 53">
            <a:extLst>
              <a:ext uri="{FF2B5EF4-FFF2-40B4-BE49-F238E27FC236}">
                <a16:creationId xmlns:a16="http://schemas.microsoft.com/office/drawing/2014/main" id="{B0EADB46-76BA-FABD-A4A2-04C0D1B7A189}"/>
              </a:ext>
            </a:extLst>
          </p:cNvPr>
          <p:cNvSpPr txBox="1"/>
          <p:nvPr/>
        </p:nvSpPr>
        <p:spPr>
          <a:xfrm>
            <a:off x="3370821" y="2760725"/>
            <a:ext cx="2579760" cy="646331"/>
          </a:xfrm>
          <a:prstGeom prst="rect">
            <a:avLst/>
          </a:prstGeom>
          <a:noFill/>
        </p:spPr>
        <p:txBody>
          <a:bodyPr wrap="square" rtlCol="0">
            <a:spAutoFit/>
          </a:bodyPr>
          <a:lstStyle/>
          <a:p>
            <a:r>
              <a:rPr lang="en-US" dirty="0">
                <a:solidFill>
                  <a:srgbClr val="FF0000"/>
                </a:solidFill>
              </a:rPr>
              <a:t>Keep the key services in the banner as the options</a:t>
            </a:r>
          </a:p>
        </p:txBody>
      </p:sp>
      <mc:AlternateContent xmlns:mc="http://schemas.openxmlformats.org/markup-compatibility/2006">
        <mc:Choice xmlns:p14="http://schemas.microsoft.com/office/powerpoint/2010/main" Requires="p14">
          <p:contentPart p14:bwMode="auto" r:id="rId73">
            <p14:nvContentPartPr>
              <p14:cNvPr id="55" name="Ink 54">
                <a:extLst>
                  <a:ext uri="{FF2B5EF4-FFF2-40B4-BE49-F238E27FC236}">
                    <a16:creationId xmlns:a16="http://schemas.microsoft.com/office/drawing/2014/main" id="{5BF599E8-E16B-0999-FDF9-2F32994B689E}"/>
                  </a:ext>
                </a:extLst>
              </p14:cNvPr>
              <p14:cNvContentPartPr/>
              <p14:nvPr/>
            </p14:nvContentPartPr>
            <p14:xfrm>
              <a:off x="2917884" y="2810405"/>
              <a:ext cx="506160" cy="282240"/>
            </p14:xfrm>
          </p:contentPart>
        </mc:Choice>
        <mc:Fallback>
          <p:pic>
            <p:nvPicPr>
              <p:cNvPr id="55" name="Ink 54">
                <a:extLst>
                  <a:ext uri="{FF2B5EF4-FFF2-40B4-BE49-F238E27FC236}">
                    <a16:creationId xmlns:a16="http://schemas.microsoft.com/office/drawing/2014/main" id="{5BF599E8-E16B-0999-FDF9-2F32994B689E}"/>
                  </a:ext>
                </a:extLst>
              </p:cNvPr>
              <p:cNvPicPr/>
              <p:nvPr/>
            </p:nvPicPr>
            <p:blipFill>
              <a:blip r:embed="rId74"/>
              <a:stretch>
                <a:fillRect/>
              </a:stretch>
            </p:blipFill>
            <p:spPr>
              <a:xfrm>
                <a:off x="2911764" y="2804285"/>
                <a:ext cx="518400" cy="294480"/>
              </a:xfrm>
              <a:prstGeom prst="rect">
                <a:avLst/>
              </a:prstGeom>
            </p:spPr>
          </p:pic>
        </mc:Fallback>
      </mc:AlternateContent>
      <p:grpSp>
        <p:nvGrpSpPr>
          <p:cNvPr id="69" name="Group 68">
            <a:extLst>
              <a:ext uri="{FF2B5EF4-FFF2-40B4-BE49-F238E27FC236}">
                <a16:creationId xmlns:a16="http://schemas.microsoft.com/office/drawing/2014/main" id="{32D59B9C-BF17-6FA0-18E5-0487AE2ED42D}"/>
              </a:ext>
            </a:extLst>
          </p:cNvPr>
          <p:cNvGrpSpPr/>
          <p:nvPr/>
        </p:nvGrpSpPr>
        <p:grpSpPr>
          <a:xfrm>
            <a:off x="3627084" y="4238885"/>
            <a:ext cx="1504080" cy="1636200"/>
            <a:chOff x="3627084" y="4238885"/>
            <a:chExt cx="1504080" cy="1636200"/>
          </a:xfrm>
        </p:grpSpPr>
        <mc:AlternateContent xmlns:mc="http://schemas.openxmlformats.org/markup-compatibility/2006">
          <mc:Choice xmlns:p14="http://schemas.microsoft.com/office/powerpoint/2010/main" Requires="p14">
            <p:contentPart p14:bwMode="auto" r:id="rId75">
              <p14:nvContentPartPr>
                <p14:cNvPr id="56" name="Ink 55">
                  <a:extLst>
                    <a:ext uri="{FF2B5EF4-FFF2-40B4-BE49-F238E27FC236}">
                      <a16:creationId xmlns:a16="http://schemas.microsoft.com/office/drawing/2014/main" id="{8BA5F4BC-A904-F898-27A8-C7F0DD785A84}"/>
                    </a:ext>
                  </a:extLst>
                </p14:cNvPr>
                <p14:cNvContentPartPr/>
                <p14:nvPr/>
              </p14:nvContentPartPr>
              <p14:xfrm>
                <a:off x="3627084" y="4238885"/>
                <a:ext cx="1013400" cy="570240"/>
              </p14:xfrm>
            </p:contentPart>
          </mc:Choice>
          <mc:Fallback>
            <p:pic>
              <p:nvPicPr>
                <p:cNvPr id="56" name="Ink 55">
                  <a:extLst>
                    <a:ext uri="{FF2B5EF4-FFF2-40B4-BE49-F238E27FC236}">
                      <a16:creationId xmlns:a16="http://schemas.microsoft.com/office/drawing/2014/main" id="{8BA5F4BC-A904-F898-27A8-C7F0DD785A84}"/>
                    </a:ext>
                  </a:extLst>
                </p:cNvPr>
                <p:cNvPicPr/>
                <p:nvPr/>
              </p:nvPicPr>
              <p:blipFill>
                <a:blip r:embed="rId76"/>
                <a:stretch>
                  <a:fillRect/>
                </a:stretch>
              </p:blipFill>
              <p:spPr>
                <a:xfrm>
                  <a:off x="3620964" y="4232765"/>
                  <a:ext cx="1025640" cy="5824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7" name="Ink 56">
                  <a:extLst>
                    <a:ext uri="{FF2B5EF4-FFF2-40B4-BE49-F238E27FC236}">
                      <a16:creationId xmlns:a16="http://schemas.microsoft.com/office/drawing/2014/main" id="{11EC8546-6CE2-6F7F-C7BF-D695012F25EF}"/>
                    </a:ext>
                  </a:extLst>
                </p14:cNvPr>
                <p14:cNvContentPartPr/>
                <p14:nvPr/>
              </p14:nvContentPartPr>
              <p14:xfrm>
                <a:off x="4240884" y="4785725"/>
                <a:ext cx="10080" cy="379800"/>
              </p14:xfrm>
            </p:contentPart>
          </mc:Choice>
          <mc:Fallback>
            <p:pic>
              <p:nvPicPr>
                <p:cNvPr id="57" name="Ink 56">
                  <a:extLst>
                    <a:ext uri="{FF2B5EF4-FFF2-40B4-BE49-F238E27FC236}">
                      <a16:creationId xmlns:a16="http://schemas.microsoft.com/office/drawing/2014/main" id="{11EC8546-6CE2-6F7F-C7BF-D695012F25EF}"/>
                    </a:ext>
                  </a:extLst>
                </p:cNvPr>
                <p:cNvPicPr/>
                <p:nvPr/>
              </p:nvPicPr>
              <p:blipFill>
                <a:blip r:embed="rId78"/>
                <a:stretch>
                  <a:fillRect/>
                </a:stretch>
              </p:blipFill>
              <p:spPr>
                <a:xfrm>
                  <a:off x="4234764" y="4779605"/>
                  <a:ext cx="22320" cy="3920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8" name="Ink 57">
                  <a:extLst>
                    <a:ext uri="{FF2B5EF4-FFF2-40B4-BE49-F238E27FC236}">
                      <a16:creationId xmlns:a16="http://schemas.microsoft.com/office/drawing/2014/main" id="{E8C6341C-C2EA-AB45-DF55-5F681D8BE380}"/>
                    </a:ext>
                  </a:extLst>
                </p14:cNvPr>
                <p14:cNvContentPartPr/>
                <p14:nvPr/>
              </p14:nvContentPartPr>
              <p14:xfrm>
                <a:off x="3772884" y="5255165"/>
                <a:ext cx="635400" cy="259920"/>
              </p14:xfrm>
            </p:contentPart>
          </mc:Choice>
          <mc:Fallback>
            <p:pic>
              <p:nvPicPr>
                <p:cNvPr id="58" name="Ink 57">
                  <a:extLst>
                    <a:ext uri="{FF2B5EF4-FFF2-40B4-BE49-F238E27FC236}">
                      <a16:creationId xmlns:a16="http://schemas.microsoft.com/office/drawing/2014/main" id="{E8C6341C-C2EA-AB45-DF55-5F681D8BE380}"/>
                    </a:ext>
                  </a:extLst>
                </p:cNvPr>
                <p:cNvPicPr/>
                <p:nvPr/>
              </p:nvPicPr>
              <p:blipFill>
                <a:blip r:embed="rId80"/>
                <a:stretch>
                  <a:fillRect/>
                </a:stretch>
              </p:blipFill>
              <p:spPr>
                <a:xfrm>
                  <a:off x="3766764" y="5249045"/>
                  <a:ext cx="64764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9" name="Ink 58">
                  <a:extLst>
                    <a:ext uri="{FF2B5EF4-FFF2-40B4-BE49-F238E27FC236}">
                      <a16:creationId xmlns:a16="http://schemas.microsoft.com/office/drawing/2014/main" id="{CB40B657-7375-35E6-2889-F7AACF94ABD3}"/>
                    </a:ext>
                  </a:extLst>
                </p14:cNvPr>
                <p14:cNvContentPartPr/>
                <p14:nvPr/>
              </p14:nvContentPartPr>
              <p14:xfrm>
                <a:off x="4439244" y="5247245"/>
                <a:ext cx="74160" cy="152640"/>
              </p14:xfrm>
            </p:contentPart>
          </mc:Choice>
          <mc:Fallback>
            <p:pic>
              <p:nvPicPr>
                <p:cNvPr id="59" name="Ink 58">
                  <a:extLst>
                    <a:ext uri="{FF2B5EF4-FFF2-40B4-BE49-F238E27FC236}">
                      <a16:creationId xmlns:a16="http://schemas.microsoft.com/office/drawing/2014/main" id="{CB40B657-7375-35E6-2889-F7AACF94ABD3}"/>
                    </a:ext>
                  </a:extLst>
                </p:cNvPr>
                <p:cNvPicPr/>
                <p:nvPr/>
              </p:nvPicPr>
              <p:blipFill>
                <a:blip r:embed="rId82"/>
                <a:stretch>
                  <a:fillRect/>
                </a:stretch>
              </p:blipFill>
              <p:spPr>
                <a:xfrm>
                  <a:off x="4433124" y="5241125"/>
                  <a:ext cx="8640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60" name="Ink 59">
                  <a:extLst>
                    <a:ext uri="{FF2B5EF4-FFF2-40B4-BE49-F238E27FC236}">
                      <a16:creationId xmlns:a16="http://schemas.microsoft.com/office/drawing/2014/main" id="{52AA0719-7ACC-4B92-270A-93C97583DA82}"/>
                    </a:ext>
                  </a:extLst>
                </p14:cNvPr>
                <p14:cNvContentPartPr/>
                <p14:nvPr/>
              </p14:nvContentPartPr>
              <p14:xfrm>
                <a:off x="4571364" y="5065805"/>
                <a:ext cx="251640" cy="244440"/>
              </p14:xfrm>
            </p:contentPart>
          </mc:Choice>
          <mc:Fallback>
            <p:pic>
              <p:nvPicPr>
                <p:cNvPr id="60" name="Ink 59">
                  <a:extLst>
                    <a:ext uri="{FF2B5EF4-FFF2-40B4-BE49-F238E27FC236}">
                      <a16:creationId xmlns:a16="http://schemas.microsoft.com/office/drawing/2014/main" id="{52AA0719-7ACC-4B92-270A-93C97583DA82}"/>
                    </a:ext>
                  </a:extLst>
                </p:cNvPr>
                <p:cNvPicPr/>
                <p:nvPr/>
              </p:nvPicPr>
              <p:blipFill>
                <a:blip r:embed="rId84"/>
                <a:stretch>
                  <a:fillRect/>
                </a:stretch>
              </p:blipFill>
              <p:spPr>
                <a:xfrm>
                  <a:off x="4565244" y="5059685"/>
                  <a:ext cx="26388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61" name="Ink 60">
                  <a:extLst>
                    <a:ext uri="{FF2B5EF4-FFF2-40B4-BE49-F238E27FC236}">
                      <a16:creationId xmlns:a16="http://schemas.microsoft.com/office/drawing/2014/main" id="{374FF8F8-C3FF-0204-0B9B-ED8E197DA5BB}"/>
                    </a:ext>
                  </a:extLst>
                </p14:cNvPr>
                <p14:cNvContentPartPr/>
                <p14:nvPr/>
              </p14:nvContentPartPr>
              <p14:xfrm>
                <a:off x="4863324" y="5048165"/>
                <a:ext cx="153720" cy="211320"/>
              </p14:xfrm>
            </p:contentPart>
          </mc:Choice>
          <mc:Fallback>
            <p:pic>
              <p:nvPicPr>
                <p:cNvPr id="61" name="Ink 60">
                  <a:extLst>
                    <a:ext uri="{FF2B5EF4-FFF2-40B4-BE49-F238E27FC236}">
                      <a16:creationId xmlns:a16="http://schemas.microsoft.com/office/drawing/2014/main" id="{374FF8F8-C3FF-0204-0B9B-ED8E197DA5BB}"/>
                    </a:ext>
                  </a:extLst>
                </p:cNvPr>
                <p:cNvPicPr/>
                <p:nvPr/>
              </p:nvPicPr>
              <p:blipFill>
                <a:blip r:embed="rId86"/>
                <a:stretch>
                  <a:fillRect/>
                </a:stretch>
              </p:blipFill>
              <p:spPr>
                <a:xfrm>
                  <a:off x="4857204" y="5042045"/>
                  <a:ext cx="16596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62" name="Ink 61">
                  <a:extLst>
                    <a:ext uri="{FF2B5EF4-FFF2-40B4-BE49-F238E27FC236}">
                      <a16:creationId xmlns:a16="http://schemas.microsoft.com/office/drawing/2014/main" id="{5884AA80-19FF-B87E-630A-D8B5A973156C}"/>
                    </a:ext>
                  </a:extLst>
                </p14:cNvPr>
                <p14:cNvContentPartPr/>
                <p14:nvPr/>
              </p14:nvContentPartPr>
              <p14:xfrm>
                <a:off x="4802484" y="5048165"/>
                <a:ext cx="158400" cy="65520"/>
              </p14:xfrm>
            </p:contentPart>
          </mc:Choice>
          <mc:Fallback>
            <p:pic>
              <p:nvPicPr>
                <p:cNvPr id="62" name="Ink 61">
                  <a:extLst>
                    <a:ext uri="{FF2B5EF4-FFF2-40B4-BE49-F238E27FC236}">
                      <a16:creationId xmlns:a16="http://schemas.microsoft.com/office/drawing/2014/main" id="{5884AA80-19FF-B87E-630A-D8B5A973156C}"/>
                    </a:ext>
                  </a:extLst>
                </p:cNvPr>
                <p:cNvPicPr/>
                <p:nvPr/>
              </p:nvPicPr>
              <p:blipFill>
                <a:blip r:embed="rId88"/>
                <a:stretch>
                  <a:fillRect/>
                </a:stretch>
              </p:blipFill>
              <p:spPr>
                <a:xfrm>
                  <a:off x="4796364" y="5042045"/>
                  <a:ext cx="17064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63" name="Ink 62">
                  <a:extLst>
                    <a:ext uri="{FF2B5EF4-FFF2-40B4-BE49-F238E27FC236}">
                      <a16:creationId xmlns:a16="http://schemas.microsoft.com/office/drawing/2014/main" id="{F5B74CAD-9330-E406-892B-D2256E17D36F}"/>
                    </a:ext>
                  </a:extLst>
                </p14:cNvPr>
                <p14:cNvContentPartPr/>
                <p14:nvPr/>
              </p14:nvContentPartPr>
              <p14:xfrm>
                <a:off x="4065924" y="5612285"/>
                <a:ext cx="50040" cy="262800"/>
              </p14:xfrm>
            </p:contentPart>
          </mc:Choice>
          <mc:Fallback>
            <p:pic>
              <p:nvPicPr>
                <p:cNvPr id="63" name="Ink 62">
                  <a:extLst>
                    <a:ext uri="{FF2B5EF4-FFF2-40B4-BE49-F238E27FC236}">
                      <a16:creationId xmlns:a16="http://schemas.microsoft.com/office/drawing/2014/main" id="{F5B74CAD-9330-E406-892B-D2256E17D36F}"/>
                    </a:ext>
                  </a:extLst>
                </p:cNvPr>
                <p:cNvPicPr/>
                <p:nvPr/>
              </p:nvPicPr>
              <p:blipFill>
                <a:blip r:embed="rId90"/>
                <a:stretch>
                  <a:fillRect/>
                </a:stretch>
              </p:blipFill>
              <p:spPr>
                <a:xfrm>
                  <a:off x="4059804" y="5606165"/>
                  <a:ext cx="6228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4" name="Ink 63">
                  <a:extLst>
                    <a:ext uri="{FF2B5EF4-FFF2-40B4-BE49-F238E27FC236}">
                      <a16:creationId xmlns:a16="http://schemas.microsoft.com/office/drawing/2014/main" id="{828B2CBC-CA0B-4413-7E19-5FF4ACEF00D6}"/>
                    </a:ext>
                  </a:extLst>
                </p14:cNvPr>
                <p14:cNvContentPartPr/>
                <p14:nvPr/>
              </p14:nvContentPartPr>
              <p14:xfrm>
                <a:off x="4080324" y="5641805"/>
                <a:ext cx="588600" cy="148320"/>
              </p14:xfrm>
            </p:contentPart>
          </mc:Choice>
          <mc:Fallback>
            <p:pic>
              <p:nvPicPr>
                <p:cNvPr id="64" name="Ink 63">
                  <a:extLst>
                    <a:ext uri="{FF2B5EF4-FFF2-40B4-BE49-F238E27FC236}">
                      <a16:creationId xmlns:a16="http://schemas.microsoft.com/office/drawing/2014/main" id="{828B2CBC-CA0B-4413-7E19-5FF4ACEF00D6}"/>
                    </a:ext>
                  </a:extLst>
                </p:cNvPr>
                <p:cNvPicPr/>
                <p:nvPr/>
              </p:nvPicPr>
              <p:blipFill>
                <a:blip r:embed="rId92"/>
                <a:stretch>
                  <a:fillRect/>
                </a:stretch>
              </p:blipFill>
              <p:spPr>
                <a:xfrm>
                  <a:off x="4074204" y="5635685"/>
                  <a:ext cx="60084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6" name="Ink 65">
                  <a:extLst>
                    <a:ext uri="{FF2B5EF4-FFF2-40B4-BE49-F238E27FC236}">
                      <a16:creationId xmlns:a16="http://schemas.microsoft.com/office/drawing/2014/main" id="{ED30F250-1339-AB67-9C48-A4EC453D9D21}"/>
                    </a:ext>
                  </a:extLst>
                </p14:cNvPr>
                <p14:cNvContentPartPr/>
                <p14:nvPr/>
              </p14:nvContentPartPr>
              <p14:xfrm>
                <a:off x="4648764" y="5476565"/>
                <a:ext cx="108000" cy="216360"/>
              </p14:xfrm>
            </p:contentPart>
          </mc:Choice>
          <mc:Fallback>
            <p:pic>
              <p:nvPicPr>
                <p:cNvPr id="66" name="Ink 65">
                  <a:extLst>
                    <a:ext uri="{FF2B5EF4-FFF2-40B4-BE49-F238E27FC236}">
                      <a16:creationId xmlns:a16="http://schemas.microsoft.com/office/drawing/2014/main" id="{ED30F250-1339-AB67-9C48-A4EC453D9D21}"/>
                    </a:ext>
                  </a:extLst>
                </p:cNvPr>
                <p:cNvPicPr/>
                <p:nvPr/>
              </p:nvPicPr>
              <p:blipFill>
                <a:blip r:embed="rId94"/>
                <a:stretch>
                  <a:fillRect/>
                </a:stretch>
              </p:blipFill>
              <p:spPr>
                <a:xfrm>
                  <a:off x="4642644" y="5470445"/>
                  <a:ext cx="12024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7" name="Ink 66">
                  <a:extLst>
                    <a:ext uri="{FF2B5EF4-FFF2-40B4-BE49-F238E27FC236}">
                      <a16:creationId xmlns:a16="http://schemas.microsoft.com/office/drawing/2014/main" id="{7E3670F2-440F-7C3D-73A0-23A20A9C15EB}"/>
                    </a:ext>
                  </a:extLst>
                </p14:cNvPr>
                <p14:cNvContentPartPr/>
                <p14:nvPr/>
              </p14:nvContentPartPr>
              <p14:xfrm>
                <a:off x="4756404" y="5488445"/>
                <a:ext cx="149040" cy="138960"/>
              </p14:xfrm>
            </p:contentPart>
          </mc:Choice>
          <mc:Fallback>
            <p:pic>
              <p:nvPicPr>
                <p:cNvPr id="67" name="Ink 66">
                  <a:extLst>
                    <a:ext uri="{FF2B5EF4-FFF2-40B4-BE49-F238E27FC236}">
                      <a16:creationId xmlns:a16="http://schemas.microsoft.com/office/drawing/2014/main" id="{7E3670F2-440F-7C3D-73A0-23A20A9C15EB}"/>
                    </a:ext>
                  </a:extLst>
                </p:cNvPr>
                <p:cNvPicPr/>
                <p:nvPr/>
              </p:nvPicPr>
              <p:blipFill>
                <a:blip r:embed="rId96"/>
                <a:stretch>
                  <a:fillRect/>
                </a:stretch>
              </p:blipFill>
              <p:spPr>
                <a:xfrm>
                  <a:off x="4750284" y="5482325"/>
                  <a:ext cx="1612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8" name="Ink 67">
                  <a:extLst>
                    <a:ext uri="{FF2B5EF4-FFF2-40B4-BE49-F238E27FC236}">
                      <a16:creationId xmlns:a16="http://schemas.microsoft.com/office/drawing/2014/main" id="{3832043D-DE13-50F3-BC14-C7E51E726964}"/>
                    </a:ext>
                  </a:extLst>
                </p14:cNvPr>
                <p14:cNvContentPartPr/>
                <p14:nvPr/>
              </p14:nvContentPartPr>
              <p14:xfrm>
                <a:off x="4874484" y="5476565"/>
                <a:ext cx="256680" cy="148320"/>
              </p14:xfrm>
            </p:contentPart>
          </mc:Choice>
          <mc:Fallback>
            <p:pic>
              <p:nvPicPr>
                <p:cNvPr id="68" name="Ink 67">
                  <a:extLst>
                    <a:ext uri="{FF2B5EF4-FFF2-40B4-BE49-F238E27FC236}">
                      <a16:creationId xmlns:a16="http://schemas.microsoft.com/office/drawing/2014/main" id="{3832043D-DE13-50F3-BC14-C7E51E726964}"/>
                    </a:ext>
                  </a:extLst>
                </p:cNvPr>
                <p:cNvPicPr/>
                <p:nvPr/>
              </p:nvPicPr>
              <p:blipFill>
                <a:blip r:embed="rId98"/>
                <a:stretch>
                  <a:fillRect/>
                </a:stretch>
              </p:blipFill>
              <p:spPr>
                <a:xfrm>
                  <a:off x="4868364" y="5470445"/>
                  <a:ext cx="268920" cy="160560"/>
                </a:xfrm>
                <a:prstGeom prst="rect">
                  <a:avLst/>
                </a:prstGeom>
              </p:spPr>
            </p:pic>
          </mc:Fallback>
        </mc:AlternateContent>
      </p:grpSp>
      <p:grpSp>
        <p:nvGrpSpPr>
          <p:cNvPr id="119" name="Group 118">
            <a:extLst>
              <a:ext uri="{FF2B5EF4-FFF2-40B4-BE49-F238E27FC236}">
                <a16:creationId xmlns:a16="http://schemas.microsoft.com/office/drawing/2014/main" id="{15B7D448-8DEF-0C2D-715F-C8500452E096}"/>
              </a:ext>
            </a:extLst>
          </p:cNvPr>
          <p:cNvGrpSpPr/>
          <p:nvPr/>
        </p:nvGrpSpPr>
        <p:grpSpPr>
          <a:xfrm>
            <a:off x="6740724" y="3121085"/>
            <a:ext cx="2597760" cy="775440"/>
            <a:chOff x="6740724" y="3121085"/>
            <a:chExt cx="2597760" cy="775440"/>
          </a:xfrm>
        </p:grpSpPr>
        <mc:AlternateContent xmlns:mc="http://schemas.openxmlformats.org/markup-compatibility/2006">
          <mc:Choice xmlns:p14="http://schemas.microsoft.com/office/powerpoint/2010/main" Requires="p14">
            <p:contentPart p14:bwMode="auto" r:id="rId99">
              <p14:nvContentPartPr>
                <p14:cNvPr id="100" name="Ink 99">
                  <a:extLst>
                    <a:ext uri="{FF2B5EF4-FFF2-40B4-BE49-F238E27FC236}">
                      <a16:creationId xmlns:a16="http://schemas.microsoft.com/office/drawing/2014/main" id="{A9CC8263-41BC-9814-7443-897E49A0F093}"/>
                    </a:ext>
                  </a:extLst>
                </p14:cNvPr>
                <p14:cNvContentPartPr/>
                <p14:nvPr/>
              </p14:nvContentPartPr>
              <p14:xfrm>
                <a:off x="6760524" y="3783845"/>
                <a:ext cx="1149120" cy="360"/>
              </p14:xfrm>
            </p:contentPart>
          </mc:Choice>
          <mc:Fallback>
            <p:pic>
              <p:nvPicPr>
                <p:cNvPr id="100" name="Ink 99">
                  <a:extLst>
                    <a:ext uri="{FF2B5EF4-FFF2-40B4-BE49-F238E27FC236}">
                      <a16:creationId xmlns:a16="http://schemas.microsoft.com/office/drawing/2014/main" id="{A9CC8263-41BC-9814-7443-897E49A0F093}"/>
                    </a:ext>
                  </a:extLst>
                </p:cNvPr>
                <p:cNvPicPr/>
                <p:nvPr/>
              </p:nvPicPr>
              <p:blipFill>
                <a:blip r:embed="rId100"/>
                <a:stretch>
                  <a:fillRect/>
                </a:stretch>
              </p:blipFill>
              <p:spPr>
                <a:xfrm>
                  <a:off x="6754404" y="3777725"/>
                  <a:ext cx="11613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101" name="Ink 100">
                  <a:extLst>
                    <a:ext uri="{FF2B5EF4-FFF2-40B4-BE49-F238E27FC236}">
                      <a16:creationId xmlns:a16="http://schemas.microsoft.com/office/drawing/2014/main" id="{8F45A6D6-8A02-55E0-3667-9724D12C86EA}"/>
                    </a:ext>
                  </a:extLst>
                </p14:cNvPr>
                <p14:cNvContentPartPr/>
                <p14:nvPr/>
              </p14:nvContentPartPr>
              <p14:xfrm>
                <a:off x="6789324" y="3627965"/>
                <a:ext cx="583560" cy="360"/>
              </p14:xfrm>
            </p:contentPart>
          </mc:Choice>
          <mc:Fallback>
            <p:pic>
              <p:nvPicPr>
                <p:cNvPr id="101" name="Ink 100">
                  <a:extLst>
                    <a:ext uri="{FF2B5EF4-FFF2-40B4-BE49-F238E27FC236}">
                      <a16:creationId xmlns:a16="http://schemas.microsoft.com/office/drawing/2014/main" id="{8F45A6D6-8A02-55E0-3667-9724D12C86EA}"/>
                    </a:ext>
                  </a:extLst>
                </p:cNvPr>
                <p:cNvPicPr/>
                <p:nvPr/>
              </p:nvPicPr>
              <p:blipFill>
                <a:blip r:embed="rId102"/>
                <a:stretch>
                  <a:fillRect/>
                </a:stretch>
              </p:blipFill>
              <p:spPr>
                <a:xfrm>
                  <a:off x="6783204" y="3621845"/>
                  <a:ext cx="5958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87" name="Ink 86">
                  <a:extLst>
                    <a:ext uri="{FF2B5EF4-FFF2-40B4-BE49-F238E27FC236}">
                      <a16:creationId xmlns:a16="http://schemas.microsoft.com/office/drawing/2014/main" id="{2AA0C4E6-DE6F-6872-2120-B5285EBF6365}"/>
                    </a:ext>
                  </a:extLst>
                </p14:cNvPr>
                <p14:cNvContentPartPr/>
                <p14:nvPr/>
              </p14:nvContentPartPr>
              <p14:xfrm>
                <a:off x="6740724" y="3257885"/>
                <a:ext cx="298440" cy="20520"/>
              </p14:xfrm>
            </p:contentPart>
          </mc:Choice>
          <mc:Fallback>
            <p:pic>
              <p:nvPicPr>
                <p:cNvPr id="87" name="Ink 86">
                  <a:extLst>
                    <a:ext uri="{FF2B5EF4-FFF2-40B4-BE49-F238E27FC236}">
                      <a16:creationId xmlns:a16="http://schemas.microsoft.com/office/drawing/2014/main" id="{2AA0C4E6-DE6F-6872-2120-B5285EBF6365}"/>
                    </a:ext>
                  </a:extLst>
                </p:cNvPr>
                <p:cNvPicPr/>
                <p:nvPr/>
              </p:nvPicPr>
              <p:blipFill>
                <a:blip r:embed="rId104"/>
                <a:stretch>
                  <a:fillRect/>
                </a:stretch>
              </p:blipFill>
              <p:spPr>
                <a:xfrm>
                  <a:off x="6734604" y="3251765"/>
                  <a:ext cx="31068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88" name="Ink 87">
                  <a:extLst>
                    <a:ext uri="{FF2B5EF4-FFF2-40B4-BE49-F238E27FC236}">
                      <a16:creationId xmlns:a16="http://schemas.microsoft.com/office/drawing/2014/main" id="{AF180CF9-DF2E-11D9-4B1D-ECC52E7148AC}"/>
                    </a:ext>
                  </a:extLst>
                </p14:cNvPr>
                <p14:cNvContentPartPr/>
                <p14:nvPr/>
              </p14:nvContentPartPr>
              <p14:xfrm>
                <a:off x="7190004" y="3130085"/>
                <a:ext cx="266040" cy="232200"/>
              </p14:xfrm>
            </p:contentPart>
          </mc:Choice>
          <mc:Fallback>
            <p:pic>
              <p:nvPicPr>
                <p:cNvPr id="88" name="Ink 87">
                  <a:extLst>
                    <a:ext uri="{FF2B5EF4-FFF2-40B4-BE49-F238E27FC236}">
                      <a16:creationId xmlns:a16="http://schemas.microsoft.com/office/drawing/2014/main" id="{AF180CF9-DF2E-11D9-4B1D-ECC52E7148AC}"/>
                    </a:ext>
                  </a:extLst>
                </p:cNvPr>
                <p:cNvPicPr/>
                <p:nvPr/>
              </p:nvPicPr>
              <p:blipFill>
                <a:blip r:embed="rId106"/>
                <a:stretch>
                  <a:fillRect/>
                </a:stretch>
              </p:blipFill>
              <p:spPr>
                <a:xfrm>
                  <a:off x="7183884" y="3123965"/>
                  <a:ext cx="27828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89" name="Ink 88">
                  <a:extLst>
                    <a:ext uri="{FF2B5EF4-FFF2-40B4-BE49-F238E27FC236}">
                      <a16:creationId xmlns:a16="http://schemas.microsoft.com/office/drawing/2014/main" id="{FA2A6AA5-8202-3D07-EF02-4EAC587194E9}"/>
                    </a:ext>
                  </a:extLst>
                </p14:cNvPr>
                <p14:cNvContentPartPr/>
                <p14:nvPr/>
              </p14:nvContentPartPr>
              <p14:xfrm>
                <a:off x="7501044" y="3238085"/>
                <a:ext cx="27360" cy="57240"/>
              </p14:xfrm>
            </p:contentPart>
          </mc:Choice>
          <mc:Fallback>
            <p:pic>
              <p:nvPicPr>
                <p:cNvPr id="89" name="Ink 88">
                  <a:extLst>
                    <a:ext uri="{FF2B5EF4-FFF2-40B4-BE49-F238E27FC236}">
                      <a16:creationId xmlns:a16="http://schemas.microsoft.com/office/drawing/2014/main" id="{FA2A6AA5-8202-3D07-EF02-4EAC587194E9}"/>
                    </a:ext>
                  </a:extLst>
                </p:cNvPr>
                <p:cNvPicPr/>
                <p:nvPr/>
              </p:nvPicPr>
              <p:blipFill>
                <a:blip r:embed="rId108"/>
                <a:stretch>
                  <a:fillRect/>
                </a:stretch>
              </p:blipFill>
              <p:spPr>
                <a:xfrm>
                  <a:off x="7494924" y="3231965"/>
                  <a:ext cx="3960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90" name="Ink 89">
                  <a:extLst>
                    <a:ext uri="{FF2B5EF4-FFF2-40B4-BE49-F238E27FC236}">
                      <a16:creationId xmlns:a16="http://schemas.microsoft.com/office/drawing/2014/main" id="{1ADA09D7-7BC0-C1B9-562D-2339DABD92A4}"/>
                    </a:ext>
                  </a:extLst>
                </p14:cNvPr>
                <p14:cNvContentPartPr/>
                <p14:nvPr/>
              </p14:nvContentPartPr>
              <p14:xfrm>
                <a:off x="7440924" y="3151325"/>
                <a:ext cx="360" cy="10080"/>
              </p14:xfrm>
            </p:contentPart>
          </mc:Choice>
          <mc:Fallback>
            <p:pic>
              <p:nvPicPr>
                <p:cNvPr id="90" name="Ink 89">
                  <a:extLst>
                    <a:ext uri="{FF2B5EF4-FFF2-40B4-BE49-F238E27FC236}">
                      <a16:creationId xmlns:a16="http://schemas.microsoft.com/office/drawing/2014/main" id="{1ADA09D7-7BC0-C1B9-562D-2339DABD92A4}"/>
                    </a:ext>
                  </a:extLst>
                </p:cNvPr>
                <p:cNvPicPr/>
                <p:nvPr/>
              </p:nvPicPr>
              <p:blipFill>
                <a:blip r:embed="rId110"/>
                <a:stretch>
                  <a:fillRect/>
                </a:stretch>
              </p:blipFill>
              <p:spPr>
                <a:xfrm>
                  <a:off x="7434804" y="3145205"/>
                  <a:ext cx="126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91" name="Ink 90">
                  <a:extLst>
                    <a:ext uri="{FF2B5EF4-FFF2-40B4-BE49-F238E27FC236}">
                      <a16:creationId xmlns:a16="http://schemas.microsoft.com/office/drawing/2014/main" id="{0D4B0A08-DF0C-2817-6ADE-8F981B68AF97}"/>
                    </a:ext>
                  </a:extLst>
                </p14:cNvPr>
                <p14:cNvContentPartPr/>
                <p14:nvPr/>
              </p14:nvContentPartPr>
              <p14:xfrm>
                <a:off x="7557924" y="3141965"/>
                <a:ext cx="97920" cy="204480"/>
              </p14:xfrm>
            </p:contentPart>
          </mc:Choice>
          <mc:Fallback>
            <p:pic>
              <p:nvPicPr>
                <p:cNvPr id="91" name="Ink 90">
                  <a:extLst>
                    <a:ext uri="{FF2B5EF4-FFF2-40B4-BE49-F238E27FC236}">
                      <a16:creationId xmlns:a16="http://schemas.microsoft.com/office/drawing/2014/main" id="{0D4B0A08-DF0C-2817-6ADE-8F981B68AF97}"/>
                    </a:ext>
                  </a:extLst>
                </p:cNvPr>
                <p:cNvPicPr/>
                <p:nvPr/>
              </p:nvPicPr>
              <p:blipFill>
                <a:blip r:embed="rId112"/>
                <a:stretch>
                  <a:fillRect/>
                </a:stretch>
              </p:blipFill>
              <p:spPr>
                <a:xfrm>
                  <a:off x="7551804" y="3135845"/>
                  <a:ext cx="11016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92" name="Ink 91">
                  <a:extLst>
                    <a:ext uri="{FF2B5EF4-FFF2-40B4-BE49-F238E27FC236}">
                      <a16:creationId xmlns:a16="http://schemas.microsoft.com/office/drawing/2014/main" id="{B679078E-EB5D-C7CD-8BAD-333A274CC1FE}"/>
                    </a:ext>
                  </a:extLst>
                </p14:cNvPr>
                <p14:cNvContentPartPr/>
                <p14:nvPr/>
              </p14:nvContentPartPr>
              <p14:xfrm>
                <a:off x="7683924" y="3199925"/>
                <a:ext cx="99360" cy="160560"/>
              </p14:xfrm>
            </p:contentPart>
          </mc:Choice>
          <mc:Fallback>
            <p:pic>
              <p:nvPicPr>
                <p:cNvPr id="92" name="Ink 91">
                  <a:extLst>
                    <a:ext uri="{FF2B5EF4-FFF2-40B4-BE49-F238E27FC236}">
                      <a16:creationId xmlns:a16="http://schemas.microsoft.com/office/drawing/2014/main" id="{B679078E-EB5D-C7CD-8BAD-333A274CC1FE}"/>
                    </a:ext>
                  </a:extLst>
                </p:cNvPr>
                <p:cNvPicPr/>
                <p:nvPr/>
              </p:nvPicPr>
              <p:blipFill>
                <a:blip r:embed="rId114"/>
                <a:stretch>
                  <a:fillRect/>
                </a:stretch>
              </p:blipFill>
              <p:spPr>
                <a:xfrm>
                  <a:off x="7677804" y="3193805"/>
                  <a:ext cx="11160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93" name="Ink 92">
                  <a:extLst>
                    <a:ext uri="{FF2B5EF4-FFF2-40B4-BE49-F238E27FC236}">
                      <a16:creationId xmlns:a16="http://schemas.microsoft.com/office/drawing/2014/main" id="{6CC1B880-F81C-D06D-7833-117F0D6B250E}"/>
                    </a:ext>
                  </a:extLst>
                </p14:cNvPr>
                <p14:cNvContentPartPr/>
                <p14:nvPr/>
              </p14:nvContentPartPr>
              <p14:xfrm>
                <a:off x="7791204" y="3161045"/>
                <a:ext cx="194400" cy="196560"/>
              </p14:xfrm>
            </p:contentPart>
          </mc:Choice>
          <mc:Fallback>
            <p:pic>
              <p:nvPicPr>
                <p:cNvPr id="93" name="Ink 92">
                  <a:extLst>
                    <a:ext uri="{FF2B5EF4-FFF2-40B4-BE49-F238E27FC236}">
                      <a16:creationId xmlns:a16="http://schemas.microsoft.com/office/drawing/2014/main" id="{6CC1B880-F81C-D06D-7833-117F0D6B250E}"/>
                    </a:ext>
                  </a:extLst>
                </p:cNvPr>
                <p:cNvPicPr/>
                <p:nvPr/>
              </p:nvPicPr>
              <p:blipFill>
                <a:blip r:embed="rId116"/>
                <a:stretch>
                  <a:fillRect/>
                </a:stretch>
              </p:blipFill>
              <p:spPr>
                <a:xfrm>
                  <a:off x="7785084" y="3154925"/>
                  <a:ext cx="20664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94" name="Ink 93">
                  <a:extLst>
                    <a:ext uri="{FF2B5EF4-FFF2-40B4-BE49-F238E27FC236}">
                      <a16:creationId xmlns:a16="http://schemas.microsoft.com/office/drawing/2014/main" id="{C6A3E051-57B8-DAD9-2F25-FB5955AA1A59}"/>
                    </a:ext>
                  </a:extLst>
                </p14:cNvPr>
                <p14:cNvContentPartPr/>
                <p14:nvPr/>
              </p14:nvContentPartPr>
              <p14:xfrm>
                <a:off x="8073444" y="3121085"/>
                <a:ext cx="176760" cy="227880"/>
              </p14:xfrm>
            </p:contentPart>
          </mc:Choice>
          <mc:Fallback>
            <p:pic>
              <p:nvPicPr>
                <p:cNvPr id="94" name="Ink 93">
                  <a:extLst>
                    <a:ext uri="{FF2B5EF4-FFF2-40B4-BE49-F238E27FC236}">
                      <a16:creationId xmlns:a16="http://schemas.microsoft.com/office/drawing/2014/main" id="{C6A3E051-57B8-DAD9-2F25-FB5955AA1A59}"/>
                    </a:ext>
                  </a:extLst>
                </p:cNvPr>
                <p:cNvPicPr/>
                <p:nvPr/>
              </p:nvPicPr>
              <p:blipFill>
                <a:blip r:embed="rId118"/>
                <a:stretch>
                  <a:fillRect/>
                </a:stretch>
              </p:blipFill>
              <p:spPr>
                <a:xfrm>
                  <a:off x="8067324" y="3114965"/>
                  <a:ext cx="18900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95" name="Ink 94">
                  <a:extLst>
                    <a:ext uri="{FF2B5EF4-FFF2-40B4-BE49-F238E27FC236}">
                      <a16:creationId xmlns:a16="http://schemas.microsoft.com/office/drawing/2014/main" id="{1D904F2D-2937-880D-60AC-A6E6C156C3EA}"/>
                    </a:ext>
                  </a:extLst>
                </p14:cNvPr>
                <p14:cNvContentPartPr/>
                <p14:nvPr/>
              </p14:nvContentPartPr>
              <p14:xfrm>
                <a:off x="8256324" y="3221525"/>
                <a:ext cx="117000" cy="112680"/>
              </p14:xfrm>
            </p:contentPart>
          </mc:Choice>
          <mc:Fallback>
            <p:pic>
              <p:nvPicPr>
                <p:cNvPr id="95" name="Ink 94">
                  <a:extLst>
                    <a:ext uri="{FF2B5EF4-FFF2-40B4-BE49-F238E27FC236}">
                      <a16:creationId xmlns:a16="http://schemas.microsoft.com/office/drawing/2014/main" id="{1D904F2D-2937-880D-60AC-A6E6C156C3EA}"/>
                    </a:ext>
                  </a:extLst>
                </p:cNvPr>
                <p:cNvPicPr/>
                <p:nvPr/>
              </p:nvPicPr>
              <p:blipFill>
                <a:blip r:embed="rId120"/>
                <a:stretch>
                  <a:fillRect/>
                </a:stretch>
              </p:blipFill>
              <p:spPr>
                <a:xfrm>
                  <a:off x="8250204" y="3215405"/>
                  <a:ext cx="12924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96" name="Ink 95">
                  <a:extLst>
                    <a:ext uri="{FF2B5EF4-FFF2-40B4-BE49-F238E27FC236}">
                      <a16:creationId xmlns:a16="http://schemas.microsoft.com/office/drawing/2014/main" id="{160F9C8D-88C3-B41F-AF3A-00AABC55004B}"/>
                    </a:ext>
                  </a:extLst>
                </p14:cNvPr>
                <p14:cNvContentPartPr/>
                <p14:nvPr/>
              </p14:nvContentPartPr>
              <p14:xfrm>
                <a:off x="8373684" y="3222245"/>
                <a:ext cx="69120" cy="123840"/>
              </p14:xfrm>
            </p:contentPart>
          </mc:Choice>
          <mc:Fallback>
            <p:pic>
              <p:nvPicPr>
                <p:cNvPr id="96" name="Ink 95">
                  <a:extLst>
                    <a:ext uri="{FF2B5EF4-FFF2-40B4-BE49-F238E27FC236}">
                      <a16:creationId xmlns:a16="http://schemas.microsoft.com/office/drawing/2014/main" id="{160F9C8D-88C3-B41F-AF3A-00AABC55004B}"/>
                    </a:ext>
                  </a:extLst>
                </p:cNvPr>
                <p:cNvPicPr/>
                <p:nvPr/>
              </p:nvPicPr>
              <p:blipFill>
                <a:blip r:embed="rId122"/>
                <a:stretch>
                  <a:fillRect/>
                </a:stretch>
              </p:blipFill>
              <p:spPr>
                <a:xfrm>
                  <a:off x="8367564" y="3216125"/>
                  <a:ext cx="8136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97" name="Ink 96">
                  <a:extLst>
                    <a:ext uri="{FF2B5EF4-FFF2-40B4-BE49-F238E27FC236}">
                      <a16:creationId xmlns:a16="http://schemas.microsoft.com/office/drawing/2014/main" id="{FCDF92F4-1886-6DE6-D1A2-DBE7B4F9EEF1}"/>
                    </a:ext>
                  </a:extLst>
                </p14:cNvPr>
                <p14:cNvContentPartPr/>
                <p14:nvPr/>
              </p14:nvContentPartPr>
              <p14:xfrm>
                <a:off x="8511204" y="3161045"/>
                <a:ext cx="10440" cy="158040"/>
              </p14:xfrm>
            </p:contentPart>
          </mc:Choice>
          <mc:Fallback>
            <p:pic>
              <p:nvPicPr>
                <p:cNvPr id="97" name="Ink 96">
                  <a:extLst>
                    <a:ext uri="{FF2B5EF4-FFF2-40B4-BE49-F238E27FC236}">
                      <a16:creationId xmlns:a16="http://schemas.microsoft.com/office/drawing/2014/main" id="{FCDF92F4-1886-6DE6-D1A2-DBE7B4F9EEF1}"/>
                    </a:ext>
                  </a:extLst>
                </p:cNvPr>
                <p:cNvPicPr/>
                <p:nvPr/>
              </p:nvPicPr>
              <p:blipFill>
                <a:blip r:embed="rId124"/>
                <a:stretch>
                  <a:fillRect/>
                </a:stretch>
              </p:blipFill>
              <p:spPr>
                <a:xfrm>
                  <a:off x="8505084" y="3154925"/>
                  <a:ext cx="2268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98" name="Ink 97">
                  <a:extLst>
                    <a:ext uri="{FF2B5EF4-FFF2-40B4-BE49-F238E27FC236}">
                      <a16:creationId xmlns:a16="http://schemas.microsoft.com/office/drawing/2014/main" id="{3E74C83D-EC5B-A578-98E1-ABEED0AAAB98}"/>
                    </a:ext>
                  </a:extLst>
                </p14:cNvPr>
                <p14:cNvContentPartPr/>
                <p14:nvPr/>
              </p14:nvContentPartPr>
              <p14:xfrm>
                <a:off x="8472324" y="3228725"/>
                <a:ext cx="86040" cy="10440"/>
              </p14:xfrm>
            </p:contentPart>
          </mc:Choice>
          <mc:Fallback>
            <p:pic>
              <p:nvPicPr>
                <p:cNvPr id="98" name="Ink 97">
                  <a:extLst>
                    <a:ext uri="{FF2B5EF4-FFF2-40B4-BE49-F238E27FC236}">
                      <a16:creationId xmlns:a16="http://schemas.microsoft.com/office/drawing/2014/main" id="{3E74C83D-EC5B-A578-98E1-ABEED0AAAB98}"/>
                    </a:ext>
                  </a:extLst>
                </p:cNvPr>
                <p:cNvPicPr/>
                <p:nvPr/>
              </p:nvPicPr>
              <p:blipFill>
                <a:blip r:embed="rId126"/>
                <a:stretch>
                  <a:fillRect/>
                </a:stretch>
              </p:blipFill>
              <p:spPr>
                <a:xfrm>
                  <a:off x="8466204" y="3222605"/>
                  <a:ext cx="9828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102" name="Ink 101">
                  <a:extLst>
                    <a:ext uri="{FF2B5EF4-FFF2-40B4-BE49-F238E27FC236}">
                      <a16:creationId xmlns:a16="http://schemas.microsoft.com/office/drawing/2014/main" id="{144AF733-A0FB-236D-BECB-DB4154F9E958}"/>
                    </a:ext>
                  </a:extLst>
                </p14:cNvPr>
                <p14:cNvContentPartPr/>
                <p14:nvPr/>
              </p14:nvContentPartPr>
              <p14:xfrm>
                <a:off x="6886884" y="3433565"/>
                <a:ext cx="1764360" cy="29520"/>
              </p14:xfrm>
            </p:contentPart>
          </mc:Choice>
          <mc:Fallback>
            <p:pic>
              <p:nvPicPr>
                <p:cNvPr id="102" name="Ink 101">
                  <a:extLst>
                    <a:ext uri="{FF2B5EF4-FFF2-40B4-BE49-F238E27FC236}">
                      <a16:creationId xmlns:a16="http://schemas.microsoft.com/office/drawing/2014/main" id="{144AF733-A0FB-236D-BECB-DB4154F9E958}"/>
                    </a:ext>
                  </a:extLst>
                </p:cNvPr>
                <p:cNvPicPr/>
                <p:nvPr/>
              </p:nvPicPr>
              <p:blipFill>
                <a:blip r:embed="rId128"/>
                <a:stretch>
                  <a:fillRect/>
                </a:stretch>
              </p:blipFill>
              <p:spPr>
                <a:xfrm>
                  <a:off x="6880764" y="3427445"/>
                  <a:ext cx="17766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104" name="Ink 103">
                  <a:extLst>
                    <a:ext uri="{FF2B5EF4-FFF2-40B4-BE49-F238E27FC236}">
                      <a16:creationId xmlns:a16="http://schemas.microsoft.com/office/drawing/2014/main" id="{DC6E97F3-9F4F-9F25-368D-B01223158B13}"/>
                    </a:ext>
                  </a:extLst>
                </p14:cNvPr>
                <p14:cNvContentPartPr/>
                <p14:nvPr/>
              </p14:nvContentPartPr>
              <p14:xfrm>
                <a:off x="8478804" y="3462725"/>
                <a:ext cx="98640" cy="223200"/>
              </p14:xfrm>
            </p:contentPart>
          </mc:Choice>
          <mc:Fallback>
            <p:pic>
              <p:nvPicPr>
                <p:cNvPr id="104" name="Ink 103">
                  <a:extLst>
                    <a:ext uri="{FF2B5EF4-FFF2-40B4-BE49-F238E27FC236}">
                      <a16:creationId xmlns:a16="http://schemas.microsoft.com/office/drawing/2014/main" id="{DC6E97F3-9F4F-9F25-368D-B01223158B13}"/>
                    </a:ext>
                  </a:extLst>
                </p:cNvPr>
                <p:cNvPicPr/>
                <p:nvPr/>
              </p:nvPicPr>
              <p:blipFill>
                <a:blip r:embed="rId130"/>
                <a:stretch>
                  <a:fillRect/>
                </a:stretch>
              </p:blipFill>
              <p:spPr>
                <a:xfrm>
                  <a:off x="8472684" y="3456605"/>
                  <a:ext cx="11088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105" name="Ink 104">
                  <a:extLst>
                    <a:ext uri="{FF2B5EF4-FFF2-40B4-BE49-F238E27FC236}">
                      <a16:creationId xmlns:a16="http://schemas.microsoft.com/office/drawing/2014/main" id="{CB3A75C3-9C4B-EEA8-0540-F88BF836222F}"/>
                    </a:ext>
                  </a:extLst>
                </p14:cNvPr>
                <p14:cNvContentPartPr/>
                <p14:nvPr/>
              </p14:nvContentPartPr>
              <p14:xfrm>
                <a:off x="8180724" y="3733085"/>
                <a:ext cx="30600" cy="138240"/>
              </p14:xfrm>
            </p:contentPart>
          </mc:Choice>
          <mc:Fallback>
            <p:pic>
              <p:nvPicPr>
                <p:cNvPr id="105" name="Ink 104">
                  <a:extLst>
                    <a:ext uri="{FF2B5EF4-FFF2-40B4-BE49-F238E27FC236}">
                      <a16:creationId xmlns:a16="http://schemas.microsoft.com/office/drawing/2014/main" id="{CB3A75C3-9C4B-EEA8-0540-F88BF836222F}"/>
                    </a:ext>
                  </a:extLst>
                </p:cNvPr>
                <p:cNvPicPr/>
                <p:nvPr/>
              </p:nvPicPr>
              <p:blipFill>
                <a:blip r:embed="rId132"/>
                <a:stretch>
                  <a:fillRect/>
                </a:stretch>
              </p:blipFill>
              <p:spPr>
                <a:xfrm>
                  <a:off x="8174604" y="3726965"/>
                  <a:ext cx="4284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106" name="Ink 105">
                  <a:extLst>
                    <a:ext uri="{FF2B5EF4-FFF2-40B4-BE49-F238E27FC236}">
                      <a16:creationId xmlns:a16="http://schemas.microsoft.com/office/drawing/2014/main" id="{43918170-D66A-7CE9-E6C5-BF757FA8D719}"/>
                    </a:ext>
                  </a:extLst>
                </p14:cNvPr>
                <p14:cNvContentPartPr/>
                <p14:nvPr/>
              </p14:nvContentPartPr>
              <p14:xfrm>
                <a:off x="8161284" y="3705365"/>
                <a:ext cx="178200" cy="186840"/>
              </p14:xfrm>
            </p:contentPart>
          </mc:Choice>
          <mc:Fallback>
            <p:pic>
              <p:nvPicPr>
                <p:cNvPr id="106" name="Ink 105">
                  <a:extLst>
                    <a:ext uri="{FF2B5EF4-FFF2-40B4-BE49-F238E27FC236}">
                      <a16:creationId xmlns:a16="http://schemas.microsoft.com/office/drawing/2014/main" id="{43918170-D66A-7CE9-E6C5-BF757FA8D719}"/>
                    </a:ext>
                  </a:extLst>
                </p:cNvPr>
                <p:cNvPicPr/>
                <p:nvPr/>
              </p:nvPicPr>
              <p:blipFill>
                <a:blip r:embed="rId134"/>
                <a:stretch>
                  <a:fillRect/>
                </a:stretch>
              </p:blipFill>
              <p:spPr>
                <a:xfrm>
                  <a:off x="8155164" y="3699245"/>
                  <a:ext cx="19044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107" name="Ink 106">
                  <a:extLst>
                    <a:ext uri="{FF2B5EF4-FFF2-40B4-BE49-F238E27FC236}">
                      <a16:creationId xmlns:a16="http://schemas.microsoft.com/office/drawing/2014/main" id="{231A3FDF-45B5-128A-C38F-0C217F8D3DF0}"/>
                    </a:ext>
                  </a:extLst>
                </p14:cNvPr>
                <p14:cNvContentPartPr/>
                <p14:nvPr/>
              </p14:nvContentPartPr>
              <p14:xfrm>
                <a:off x="8394564" y="3783845"/>
                <a:ext cx="103320" cy="65520"/>
              </p14:xfrm>
            </p:contentPart>
          </mc:Choice>
          <mc:Fallback>
            <p:pic>
              <p:nvPicPr>
                <p:cNvPr id="107" name="Ink 106">
                  <a:extLst>
                    <a:ext uri="{FF2B5EF4-FFF2-40B4-BE49-F238E27FC236}">
                      <a16:creationId xmlns:a16="http://schemas.microsoft.com/office/drawing/2014/main" id="{231A3FDF-45B5-128A-C38F-0C217F8D3DF0}"/>
                    </a:ext>
                  </a:extLst>
                </p:cNvPr>
                <p:cNvPicPr/>
                <p:nvPr/>
              </p:nvPicPr>
              <p:blipFill>
                <a:blip r:embed="rId136"/>
                <a:stretch>
                  <a:fillRect/>
                </a:stretch>
              </p:blipFill>
              <p:spPr>
                <a:xfrm>
                  <a:off x="8388444" y="3777725"/>
                  <a:ext cx="11556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108" name="Ink 107">
                  <a:extLst>
                    <a:ext uri="{FF2B5EF4-FFF2-40B4-BE49-F238E27FC236}">
                      <a16:creationId xmlns:a16="http://schemas.microsoft.com/office/drawing/2014/main" id="{F7BB42EE-D114-53B3-049E-BDEF9B7BF813}"/>
                    </a:ext>
                  </a:extLst>
                </p14:cNvPr>
                <p14:cNvContentPartPr/>
                <p14:nvPr/>
              </p14:nvContentPartPr>
              <p14:xfrm>
                <a:off x="8501844" y="3715805"/>
                <a:ext cx="144000" cy="148680"/>
              </p14:xfrm>
            </p:contentPart>
          </mc:Choice>
          <mc:Fallback>
            <p:pic>
              <p:nvPicPr>
                <p:cNvPr id="108" name="Ink 107">
                  <a:extLst>
                    <a:ext uri="{FF2B5EF4-FFF2-40B4-BE49-F238E27FC236}">
                      <a16:creationId xmlns:a16="http://schemas.microsoft.com/office/drawing/2014/main" id="{F7BB42EE-D114-53B3-049E-BDEF9B7BF813}"/>
                    </a:ext>
                  </a:extLst>
                </p:cNvPr>
                <p:cNvPicPr/>
                <p:nvPr/>
              </p:nvPicPr>
              <p:blipFill>
                <a:blip r:embed="rId138"/>
                <a:stretch>
                  <a:fillRect/>
                </a:stretch>
              </p:blipFill>
              <p:spPr>
                <a:xfrm>
                  <a:off x="8495724" y="3709685"/>
                  <a:ext cx="15624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109" name="Ink 108">
                  <a:extLst>
                    <a:ext uri="{FF2B5EF4-FFF2-40B4-BE49-F238E27FC236}">
                      <a16:creationId xmlns:a16="http://schemas.microsoft.com/office/drawing/2014/main" id="{B96571A0-35BE-897D-E049-33AD6012657E}"/>
                    </a:ext>
                  </a:extLst>
                </p14:cNvPr>
                <p14:cNvContentPartPr/>
                <p14:nvPr/>
              </p14:nvContentPartPr>
              <p14:xfrm>
                <a:off x="8689764" y="3746045"/>
                <a:ext cx="65520" cy="74520"/>
              </p14:xfrm>
            </p:contentPart>
          </mc:Choice>
          <mc:Fallback>
            <p:pic>
              <p:nvPicPr>
                <p:cNvPr id="109" name="Ink 108">
                  <a:extLst>
                    <a:ext uri="{FF2B5EF4-FFF2-40B4-BE49-F238E27FC236}">
                      <a16:creationId xmlns:a16="http://schemas.microsoft.com/office/drawing/2014/main" id="{B96571A0-35BE-897D-E049-33AD6012657E}"/>
                    </a:ext>
                  </a:extLst>
                </p:cNvPr>
                <p:cNvPicPr/>
                <p:nvPr/>
              </p:nvPicPr>
              <p:blipFill>
                <a:blip r:embed="rId140"/>
                <a:stretch>
                  <a:fillRect/>
                </a:stretch>
              </p:blipFill>
              <p:spPr>
                <a:xfrm>
                  <a:off x="8683644" y="3739925"/>
                  <a:ext cx="7776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110" name="Ink 109">
                  <a:extLst>
                    <a:ext uri="{FF2B5EF4-FFF2-40B4-BE49-F238E27FC236}">
                      <a16:creationId xmlns:a16="http://schemas.microsoft.com/office/drawing/2014/main" id="{F6E48FAC-4D6F-1664-E7E9-AED07EDA7FC4}"/>
                    </a:ext>
                  </a:extLst>
                </p14:cNvPr>
                <p14:cNvContentPartPr/>
                <p14:nvPr/>
              </p14:nvContentPartPr>
              <p14:xfrm>
                <a:off x="8735124" y="3774125"/>
                <a:ext cx="49680" cy="26280"/>
              </p14:xfrm>
            </p:contentPart>
          </mc:Choice>
          <mc:Fallback>
            <p:pic>
              <p:nvPicPr>
                <p:cNvPr id="110" name="Ink 109">
                  <a:extLst>
                    <a:ext uri="{FF2B5EF4-FFF2-40B4-BE49-F238E27FC236}">
                      <a16:creationId xmlns:a16="http://schemas.microsoft.com/office/drawing/2014/main" id="{F6E48FAC-4D6F-1664-E7E9-AED07EDA7FC4}"/>
                    </a:ext>
                  </a:extLst>
                </p:cNvPr>
                <p:cNvPicPr/>
                <p:nvPr/>
              </p:nvPicPr>
              <p:blipFill>
                <a:blip r:embed="rId142"/>
                <a:stretch>
                  <a:fillRect/>
                </a:stretch>
              </p:blipFill>
              <p:spPr>
                <a:xfrm>
                  <a:off x="8729004" y="3768005"/>
                  <a:ext cx="6192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111" name="Ink 110">
                  <a:extLst>
                    <a:ext uri="{FF2B5EF4-FFF2-40B4-BE49-F238E27FC236}">
                      <a16:creationId xmlns:a16="http://schemas.microsoft.com/office/drawing/2014/main" id="{724606B4-FCE4-58CA-D688-1F6F7C421291}"/>
                    </a:ext>
                  </a:extLst>
                </p14:cNvPr>
                <p14:cNvContentPartPr/>
                <p14:nvPr/>
              </p14:nvContentPartPr>
              <p14:xfrm>
                <a:off x="8803164" y="3754325"/>
                <a:ext cx="30240" cy="56520"/>
              </p14:xfrm>
            </p:contentPart>
          </mc:Choice>
          <mc:Fallback>
            <p:pic>
              <p:nvPicPr>
                <p:cNvPr id="111" name="Ink 110">
                  <a:extLst>
                    <a:ext uri="{FF2B5EF4-FFF2-40B4-BE49-F238E27FC236}">
                      <a16:creationId xmlns:a16="http://schemas.microsoft.com/office/drawing/2014/main" id="{724606B4-FCE4-58CA-D688-1F6F7C421291}"/>
                    </a:ext>
                  </a:extLst>
                </p:cNvPr>
                <p:cNvPicPr/>
                <p:nvPr/>
              </p:nvPicPr>
              <p:blipFill>
                <a:blip r:embed="rId144"/>
                <a:stretch>
                  <a:fillRect/>
                </a:stretch>
              </p:blipFill>
              <p:spPr>
                <a:xfrm>
                  <a:off x="8797044" y="3748205"/>
                  <a:ext cx="4248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112" name="Ink 111">
                  <a:extLst>
                    <a:ext uri="{FF2B5EF4-FFF2-40B4-BE49-F238E27FC236}">
                      <a16:creationId xmlns:a16="http://schemas.microsoft.com/office/drawing/2014/main" id="{9DEDB228-17E3-DA0A-E00C-788B80F15EFB}"/>
                    </a:ext>
                  </a:extLst>
                </p14:cNvPr>
                <p14:cNvContentPartPr/>
                <p14:nvPr/>
              </p14:nvContentPartPr>
              <p14:xfrm>
                <a:off x="8803164" y="3665405"/>
                <a:ext cx="360" cy="2160"/>
              </p14:xfrm>
            </p:contentPart>
          </mc:Choice>
          <mc:Fallback>
            <p:pic>
              <p:nvPicPr>
                <p:cNvPr id="112" name="Ink 111">
                  <a:extLst>
                    <a:ext uri="{FF2B5EF4-FFF2-40B4-BE49-F238E27FC236}">
                      <a16:creationId xmlns:a16="http://schemas.microsoft.com/office/drawing/2014/main" id="{9DEDB228-17E3-DA0A-E00C-788B80F15EFB}"/>
                    </a:ext>
                  </a:extLst>
                </p:cNvPr>
                <p:cNvPicPr/>
                <p:nvPr/>
              </p:nvPicPr>
              <p:blipFill>
                <a:blip r:embed="rId146"/>
                <a:stretch>
                  <a:fillRect/>
                </a:stretch>
              </p:blipFill>
              <p:spPr>
                <a:xfrm>
                  <a:off x="8797044" y="3659285"/>
                  <a:ext cx="1260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13" name="Ink 112">
                  <a:extLst>
                    <a:ext uri="{FF2B5EF4-FFF2-40B4-BE49-F238E27FC236}">
                      <a16:creationId xmlns:a16="http://schemas.microsoft.com/office/drawing/2014/main" id="{072BD31B-EC76-564A-B0BF-30E272CCDC91}"/>
                    </a:ext>
                  </a:extLst>
                </p14:cNvPr>
                <p14:cNvContentPartPr/>
                <p14:nvPr/>
              </p14:nvContentPartPr>
              <p14:xfrm>
                <a:off x="8913324" y="3822365"/>
                <a:ext cx="25560" cy="74160"/>
              </p14:xfrm>
            </p:contentPart>
          </mc:Choice>
          <mc:Fallback>
            <p:pic>
              <p:nvPicPr>
                <p:cNvPr id="113" name="Ink 112">
                  <a:extLst>
                    <a:ext uri="{FF2B5EF4-FFF2-40B4-BE49-F238E27FC236}">
                      <a16:creationId xmlns:a16="http://schemas.microsoft.com/office/drawing/2014/main" id="{072BD31B-EC76-564A-B0BF-30E272CCDC91}"/>
                    </a:ext>
                  </a:extLst>
                </p:cNvPr>
                <p:cNvPicPr/>
                <p:nvPr/>
              </p:nvPicPr>
              <p:blipFill>
                <a:blip r:embed="rId148"/>
                <a:stretch>
                  <a:fillRect/>
                </a:stretch>
              </p:blipFill>
              <p:spPr>
                <a:xfrm>
                  <a:off x="8907204" y="3816245"/>
                  <a:ext cx="3780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14" name="Ink 113">
                  <a:extLst>
                    <a:ext uri="{FF2B5EF4-FFF2-40B4-BE49-F238E27FC236}">
                      <a16:creationId xmlns:a16="http://schemas.microsoft.com/office/drawing/2014/main" id="{5E5EDDE0-9D03-B2BC-11A4-29E67FC220FB}"/>
                    </a:ext>
                  </a:extLst>
                </p14:cNvPr>
                <p14:cNvContentPartPr/>
                <p14:nvPr/>
              </p14:nvContentPartPr>
              <p14:xfrm>
                <a:off x="9016644" y="3725525"/>
                <a:ext cx="79200" cy="117000"/>
              </p14:xfrm>
            </p:contentPart>
          </mc:Choice>
          <mc:Fallback>
            <p:pic>
              <p:nvPicPr>
                <p:cNvPr id="114" name="Ink 113">
                  <a:extLst>
                    <a:ext uri="{FF2B5EF4-FFF2-40B4-BE49-F238E27FC236}">
                      <a16:creationId xmlns:a16="http://schemas.microsoft.com/office/drawing/2014/main" id="{5E5EDDE0-9D03-B2BC-11A4-29E67FC220FB}"/>
                    </a:ext>
                  </a:extLst>
                </p:cNvPr>
                <p:cNvPicPr/>
                <p:nvPr/>
              </p:nvPicPr>
              <p:blipFill>
                <a:blip r:embed="rId150"/>
                <a:stretch>
                  <a:fillRect/>
                </a:stretch>
              </p:blipFill>
              <p:spPr>
                <a:xfrm>
                  <a:off x="9010524" y="3719405"/>
                  <a:ext cx="9144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15" name="Ink 114">
                  <a:extLst>
                    <a:ext uri="{FF2B5EF4-FFF2-40B4-BE49-F238E27FC236}">
                      <a16:creationId xmlns:a16="http://schemas.microsoft.com/office/drawing/2014/main" id="{692A2723-EAB5-E38E-8A0E-E4F6D775CD75}"/>
                    </a:ext>
                  </a:extLst>
                </p14:cNvPr>
                <p14:cNvContentPartPr/>
                <p14:nvPr/>
              </p14:nvContentPartPr>
              <p14:xfrm>
                <a:off x="9114564" y="3638405"/>
                <a:ext cx="99720" cy="156960"/>
              </p14:xfrm>
            </p:contentPart>
          </mc:Choice>
          <mc:Fallback>
            <p:pic>
              <p:nvPicPr>
                <p:cNvPr id="115" name="Ink 114">
                  <a:extLst>
                    <a:ext uri="{FF2B5EF4-FFF2-40B4-BE49-F238E27FC236}">
                      <a16:creationId xmlns:a16="http://schemas.microsoft.com/office/drawing/2014/main" id="{692A2723-EAB5-E38E-8A0E-E4F6D775CD75}"/>
                    </a:ext>
                  </a:extLst>
                </p:cNvPr>
                <p:cNvPicPr/>
                <p:nvPr/>
              </p:nvPicPr>
              <p:blipFill>
                <a:blip r:embed="rId152"/>
                <a:stretch>
                  <a:fillRect/>
                </a:stretch>
              </p:blipFill>
              <p:spPr>
                <a:xfrm>
                  <a:off x="9108444" y="3632285"/>
                  <a:ext cx="11196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16" name="Ink 115">
                  <a:extLst>
                    <a:ext uri="{FF2B5EF4-FFF2-40B4-BE49-F238E27FC236}">
                      <a16:creationId xmlns:a16="http://schemas.microsoft.com/office/drawing/2014/main" id="{06437A41-A543-B5CA-E97F-85528EAE54A4}"/>
                    </a:ext>
                  </a:extLst>
                </p14:cNvPr>
                <p14:cNvContentPartPr/>
                <p14:nvPr/>
              </p14:nvContentPartPr>
              <p14:xfrm>
                <a:off x="9123924" y="3704645"/>
                <a:ext cx="120600" cy="30960"/>
              </p14:xfrm>
            </p:contentPart>
          </mc:Choice>
          <mc:Fallback>
            <p:pic>
              <p:nvPicPr>
                <p:cNvPr id="116" name="Ink 115">
                  <a:extLst>
                    <a:ext uri="{FF2B5EF4-FFF2-40B4-BE49-F238E27FC236}">
                      <a16:creationId xmlns:a16="http://schemas.microsoft.com/office/drawing/2014/main" id="{06437A41-A543-B5CA-E97F-85528EAE54A4}"/>
                    </a:ext>
                  </a:extLst>
                </p:cNvPr>
                <p:cNvPicPr/>
                <p:nvPr/>
              </p:nvPicPr>
              <p:blipFill>
                <a:blip r:embed="rId154"/>
                <a:stretch>
                  <a:fillRect/>
                </a:stretch>
              </p:blipFill>
              <p:spPr>
                <a:xfrm>
                  <a:off x="9117804" y="3698525"/>
                  <a:ext cx="13284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17" name="Ink 116">
                  <a:extLst>
                    <a:ext uri="{FF2B5EF4-FFF2-40B4-BE49-F238E27FC236}">
                      <a16:creationId xmlns:a16="http://schemas.microsoft.com/office/drawing/2014/main" id="{A6ACB149-A693-A6A1-7375-F1F21839AD8F}"/>
                    </a:ext>
                  </a:extLst>
                </p14:cNvPr>
                <p14:cNvContentPartPr/>
                <p14:nvPr/>
              </p14:nvContentPartPr>
              <p14:xfrm>
                <a:off x="9257124" y="3666845"/>
                <a:ext cx="81360" cy="147960"/>
              </p14:xfrm>
            </p:contentPart>
          </mc:Choice>
          <mc:Fallback>
            <p:pic>
              <p:nvPicPr>
                <p:cNvPr id="117" name="Ink 116">
                  <a:extLst>
                    <a:ext uri="{FF2B5EF4-FFF2-40B4-BE49-F238E27FC236}">
                      <a16:creationId xmlns:a16="http://schemas.microsoft.com/office/drawing/2014/main" id="{A6ACB149-A693-A6A1-7375-F1F21839AD8F}"/>
                    </a:ext>
                  </a:extLst>
                </p:cNvPr>
                <p:cNvPicPr/>
                <p:nvPr/>
              </p:nvPicPr>
              <p:blipFill>
                <a:blip r:embed="rId156"/>
                <a:stretch>
                  <a:fillRect/>
                </a:stretch>
              </p:blipFill>
              <p:spPr>
                <a:xfrm>
                  <a:off x="9251004" y="3660725"/>
                  <a:ext cx="9360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18" name="Ink 117">
                  <a:extLst>
                    <a:ext uri="{FF2B5EF4-FFF2-40B4-BE49-F238E27FC236}">
                      <a16:creationId xmlns:a16="http://schemas.microsoft.com/office/drawing/2014/main" id="{C439E8E6-488D-81AF-46D2-42E8B7DB106A}"/>
                    </a:ext>
                  </a:extLst>
                </p14:cNvPr>
                <p14:cNvContentPartPr/>
                <p14:nvPr/>
              </p14:nvContentPartPr>
              <p14:xfrm>
                <a:off x="9250284" y="3727685"/>
                <a:ext cx="65520" cy="46800"/>
              </p14:xfrm>
            </p:contentPart>
          </mc:Choice>
          <mc:Fallback>
            <p:pic>
              <p:nvPicPr>
                <p:cNvPr id="118" name="Ink 117">
                  <a:extLst>
                    <a:ext uri="{FF2B5EF4-FFF2-40B4-BE49-F238E27FC236}">
                      <a16:creationId xmlns:a16="http://schemas.microsoft.com/office/drawing/2014/main" id="{C439E8E6-488D-81AF-46D2-42E8B7DB106A}"/>
                    </a:ext>
                  </a:extLst>
                </p:cNvPr>
                <p:cNvPicPr/>
                <p:nvPr/>
              </p:nvPicPr>
              <p:blipFill>
                <a:blip r:embed="rId158"/>
                <a:stretch>
                  <a:fillRect/>
                </a:stretch>
              </p:blipFill>
              <p:spPr>
                <a:xfrm>
                  <a:off x="9244164" y="3721565"/>
                  <a:ext cx="77760" cy="59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9">
            <p14:nvContentPartPr>
              <p14:cNvPr id="124" name="Ink 123">
                <a:extLst>
                  <a:ext uri="{FF2B5EF4-FFF2-40B4-BE49-F238E27FC236}">
                    <a16:creationId xmlns:a16="http://schemas.microsoft.com/office/drawing/2014/main" id="{B8C7758A-07D2-2DF4-0374-6B11CE45478B}"/>
                  </a:ext>
                </a:extLst>
              </p14:cNvPr>
              <p14:cNvContentPartPr/>
              <p14:nvPr/>
            </p14:nvContentPartPr>
            <p14:xfrm>
              <a:off x="6828564" y="4017125"/>
              <a:ext cx="1103040" cy="19800"/>
            </p14:xfrm>
          </p:contentPart>
        </mc:Choice>
        <mc:Fallback>
          <p:pic>
            <p:nvPicPr>
              <p:cNvPr id="124" name="Ink 123">
                <a:extLst>
                  <a:ext uri="{FF2B5EF4-FFF2-40B4-BE49-F238E27FC236}">
                    <a16:creationId xmlns:a16="http://schemas.microsoft.com/office/drawing/2014/main" id="{B8C7758A-07D2-2DF4-0374-6B11CE45478B}"/>
                  </a:ext>
                </a:extLst>
              </p:cNvPr>
              <p:cNvPicPr/>
              <p:nvPr/>
            </p:nvPicPr>
            <p:blipFill>
              <a:blip r:embed="rId160"/>
              <a:stretch>
                <a:fillRect/>
              </a:stretch>
            </p:blipFill>
            <p:spPr>
              <a:xfrm>
                <a:off x="6822444" y="4011005"/>
                <a:ext cx="1115280" cy="32040"/>
              </a:xfrm>
              <a:prstGeom prst="rect">
                <a:avLst/>
              </a:prstGeom>
            </p:spPr>
          </p:pic>
        </mc:Fallback>
      </mc:AlternateContent>
      <p:grpSp>
        <p:nvGrpSpPr>
          <p:cNvPr id="144" name="Group 143">
            <a:extLst>
              <a:ext uri="{FF2B5EF4-FFF2-40B4-BE49-F238E27FC236}">
                <a16:creationId xmlns:a16="http://schemas.microsoft.com/office/drawing/2014/main" id="{4792EC43-9C66-2C35-1E1E-9F718F8B3411}"/>
              </a:ext>
            </a:extLst>
          </p:cNvPr>
          <p:cNvGrpSpPr/>
          <p:nvPr/>
        </p:nvGrpSpPr>
        <p:grpSpPr>
          <a:xfrm>
            <a:off x="6867444" y="4678445"/>
            <a:ext cx="3238200" cy="584280"/>
            <a:chOff x="6867444" y="4678445"/>
            <a:chExt cx="3238200" cy="584280"/>
          </a:xfrm>
        </p:grpSpPr>
        <mc:AlternateContent xmlns:mc="http://schemas.openxmlformats.org/markup-compatibility/2006">
          <mc:Choice xmlns:p14="http://schemas.microsoft.com/office/powerpoint/2010/main" Requires="p14">
            <p:contentPart p14:bwMode="auto" r:id="rId161">
              <p14:nvContentPartPr>
                <p14:cNvPr id="120" name="Ink 119">
                  <a:extLst>
                    <a:ext uri="{FF2B5EF4-FFF2-40B4-BE49-F238E27FC236}">
                      <a16:creationId xmlns:a16="http://schemas.microsoft.com/office/drawing/2014/main" id="{9B83768C-9034-F49D-0FA0-964847B2F039}"/>
                    </a:ext>
                  </a:extLst>
                </p14:cNvPr>
                <p14:cNvContentPartPr/>
                <p14:nvPr/>
              </p14:nvContentPartPr>
              <p14:xfrm>
                <a:off x="7013244" y="4678445"/>
                <a:ext cx="1465200" cy="30960"/>
              </p14:xfrm>
            </p:contentPart>
          </mc:Choice>
          <mc:Fallback>
            <p:pic>
              <p:nvPicPr>
                <p:cNvPr id="120" name="Ink 119">
                  <a:extLst>
                    <a:ext uri="{FF2B5EF4-FFF2-40B4-BE49-F238E27FC236}">
                      <a16:creationId xmlns:a16="http://schemas.microsoft.com/office/drawing/2014/main" id="{9B83768C-9034-F49D-0FA0-964847B2F039}"/>
                    </a:ext>
                  </a:extLst>
                </p:cNvPr>
                <p:cNvPicPr/>
                <p:nvPr/>
              </p:nvPicPr>
              <p:blipFill>
                <a:blip r:embed="rId162"/>
                <a:stretch>
                  <a:fillRect/>
                </a:stretch>
              </p:blipFill>
              <p:spPr>
                <a:xfrm>
                  <a:off x="7007124" y="4672325"/>
                  <a:ext cx="147744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21" name="Ink 120">
                  <a:extLst>
                    <a:ext uri="{FF2B5EF4-FFF2-40B4-BE49-F238E27FC236}">
                      <a16:creationId xmlns:a16="http://schemas.microsoft.com/office/drawing/2014/main" id="{6AE3B0B6-ADBF-57D6-945E-7BAB8E86B66A}"/>
                    </a:ext>
                  </a:extLst>
                </p14:cNvPr>
                <p14:cNvContentPartPr/>
                <p14:nvPr/>
              </p14:nvContentPartPr>
              <p14:xfrm>
                <a:off x="6964644" y="4863485"/>
                <a:ext cx="567720" cy="18000"/>
              </p14:xfrm>
            </p:contentPart>
          </mc:Choice>
          <mc:Fallback>
            <p:pic>
              <p:nvPicPr>
                <p:cNvPr id="121" name="Ink 120">
                  <a:extLst>
                    <a:ext uri="{FF2B5EF4-FFF2-40B4-BE49-F238E27FC236}">
                      <a16:creationId xmlns:a16="http://schemas.microsoft.com/office/drawing/2014/main" id="{6AE3B0B6-ADBF-57D6-945E-7BAB8E86B66A}"/>
                    </a:ext>
                  </a:extLst>
                </p:cNvPr>
                <p:cNvPicPr/>
                <p:nvPr/>
              </p:nvPicPr>
              <p:blipFill>
                <a:blip r:embed="rId164"/>
                <a:stretch>
                  <a:fillRect/>
                </a:stretch>
              </p:blipFill>
              <p:spPr>
                <a:xfrm>
                  <a:off x="6958524" y="4857365"/>
                  <a:ext cx="5799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22" name="Ink 121">
                  <a:extLst>
                    <a:ext uri="{FF2B5EF4-FFF2-40B4-BE49-F238E27FC236}">
                      <a16:creationId xmlns:a16="http://schemas.microsoft.com/office/drawing/2014/main" id="{B5E36711-9F47-F341-356E-9CE11C0165A7}"/>
                    </a:ext>
                  </a:extLst>
                </p14:cNvPr>
                <p14:cNvContentPartPr/>
                <p14:nvPr/>
              </p14:nvContentPartPr>
              <p14:xfrm>
                <a:off x="6867444" y="5067245"/>
                <a:ext cx="1197720" cy="10800"/>
              </p14:xfrm>
            </p:contentPart>
          </mc:Choice>
          <mc:Fallback>
            <p:pic>
              <p:nvPicPr>
                <p:cNvPr id="122" name="Ink 121">
                  <a:extLst>
                    <a:ext uri="{FF2B5EF4-FFF2-40B4-BE49-F238E27FC236}">
                      <a16:creationId xmlns:a16="http://schemas.microsoft.com/office/drawing/2014/main" id="{B5E36711-9F47-F341-356E-9CE11C0165A7}"/>
                    </a:ext>
                  </a:extLst>
                </p:cNvPr>
                <p:cNvPicPr/>
                <p:nvPr/>
              </p:nvPicPr>
              <p:blipFill>
                <a:blip r:embed="rId166"/>
                <a:stretch>
                  <a:fillRect/>
                </a:stretch>
              </p:blipFill>
              <p:spPr>
                <a:xfrm>
                  <a:off x="6861324" y="5061125"/>
                  <a:ext cx="120996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23" name="Ink 122">
                  <a:extLst>
                    <a:ext uri="{FF2B5EF4-FFF2-40B4-BE49-F238E27FC236}">
                      <a16:creationId xmlns:a16="http://schemas.microsoft.com/office/drawing/2014/main" id="{7F1F9DBE-54B9-2B35-9483-21B9F3F49734}"/>
                    </a:ext>
                  </a:extLst>
                </p14:cNvPr>
                <p14:cNvContentPartPr/>
                <p14:nvPr/>
              </p14:nvContentPartPr>
              <p14:xfrm>
                <a:off x="6974004" y="5251925"/>
                <a:ext cx="974160" cy="10800"/>
              </p14:xfrm>
            </p:contentPart>
          </mc:Choice>
          <mc:Fallback>
            <p:pic>
              <p:nvPicPr>
                <p:cNvPr id="123" name="Ink 122">
                  <a:extLst>
                    <a:ext uri="{FF2B5EF4-FFF2-40B4-BE49-F238E27FC236}">
                      <a16:creationId xmlns:a16="http://schemas.microsoft.com/office/drawing/2014/main" id="{7F1F9DBE-54B9-2B35-9483-21B9F3F49734}"/>
                    </a:ext>
                  </a:extLst>
                </p:cNvPr>
                <p:cNvPicPr/>
                <p:nvPr/>
              </p:nvPicPr>
              <p:blipFill>
                <a:blip r:embed="rId168"/>
                <a:stretch>
                  <a:fillRect/>
                </a:stretch>
              </p:blipFill>
              <p:spPr>
                <a:xfrm>
                  <a:off x="6967884" y="5245805"/>
                  <a:ext cx="98640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25" name="Ink 124">
                  <a:extLst>
                    <a:ext uri="{FF2B5EF4-FFF2-40B4-BE49-F238E27FC236}">
                      <a16:creationId xmlns:a16="http://schemas.microsoft.com/office/drawing/2014/main" id="{5D0B81CD-25DE-6712-1B82-94B191BFB7FA}"/>
                    </a:ext>
                  </a:extLst>
                </p14:cNvPr>
                <p14:cNvContentPartPr/>
                <p14:nvPr/>
              </p14:nvContentPartPr>
              <p14:xfrm>
                <a:off x="8133564" y="4921805"/>
                <a:ext cx="28080" cy="182520"/>
              </p14:xfrm>
            </p:contentPart>
          </mc:Choice>
          <mc:Fallback>
            <p:pic>
              <p:nvPicPr>
                <p:cNvPr id="125" name="Ink 124">
                  <a:extLst>
                    <a:ext uri="{FF2B5EF4-FFF2-40B4-BE49-F238E27FC236}">
                      <a16:creationId xmlns:a16="http://schemas.microsoft.com/office/drawing/2014/main" id="{5D0B81CD-25DE-6712-1B82-94B191BFB7FA}"/>
                    </a:ext>
                  </a:extLst>
                </p:cNvPr>
                <p:cNvPicPr/>
                <p:nvPr/>
              </p:nvPicPr>
              <p:blipFill>
                <a:blip r:embed="rId170"/>
                <a:stretch>
                  <a:fillRect/>
                </a:stretch>
              </p:blipFill>
              <p:spPr>
                <a:xfrm>
                  <a:off x="8127444" y="4915685"/>
                  <a:ext cx="4032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26" name="Ink 125">
                  <a:extLst>
                    <a:ext uri="{FF2B5EF4-FFF2-40B4-BE49-F238E27FC236}">
                      <a16:creationId xmlns:a16="http://schemas.microsoft.com/office/drawing/2014/main" id="{F84D7799-595F-7AF3-1E20-49C4EFEEF3D9}"/>
                    </a:ext>
                  </a:extLst>
                </p14:cNvPr>
                <p14:cNvContentPartPr/>
                <p14:nvPr/>
              </p14:nvContentPartPr>
              <p14:xfrm>
                <a:off x="8193684" y="4912085"/>
                <a:ext cx="510840" cy="189000"/>
              </p14:xfrm>
            </p:contentPart>
          </mc:Choice>
          <mc:Fallback>
            <p:pic>
              <p:nvPicPr>
                <p:cNvPr id="126" name="Ink 125">
                  <a:extLst>
                    <a:ext uri="{FF2B5EF4-FFF2-40B4-BE49-F238E27FC236}">
                      <a16:creationId xmlns:a16="http://schemas.microsoft.com/office/drawing/2014/main" id="{F84D7799-595F-7AF3-1E20-49C4EFEEF3D9}"/>
                    </a:ext>
                  </a:extLst>
                </p:cNvPr>
                <p:cNvPicPr/>
                <p:nvPr/>
              </p:nvPicPr>
              <p:blipFill>
                <a:blip r:embed="rId172"/>
                <a:stretch>
                  <a:fillRect/>
                </a:stretch>
              </p:blipFill>
              <p:spPr>
                <a:xfrm>
                  <a:off x="8187564" y="4905965"/>
                  <a:ext cx="52308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27" name="Ink 126">
                  <a:extLst>
                    <a:ext uri="{FF2B5EF4-FFF2-40B4-BE49-F238E27FC236}">
                      <a16:creationId xmlns:a16="http://schemas.microsoft.com/office/drawing/2014/main" id="{A7FA529D-F609-576B-7286-F3A143729584}"/>
                    </a:ext>
                  </a:extLst>
                </p14:cNvPr>
                <p14:cNvContentPartPr/>
                <p14:nvPr/>
              </p14:nvContentPartPr>
              <p14:xfrm>
                <a:off x="8822604" y="4805525"/>
                <a:ext cx="108360" cy="212400"/>
              </p14:xfrm>
            </p:contentPart>
          </mc:Choice>
          <mc:Fallback>
            <p:pic>
              <p:nvPicPr>
                <p:cNvPr id="127" name="Ink 126">
                  <a:extLst>
                    <a:ext uri="{FF2B5EF4-FFF2-40B4-BE49-F238E27FC236}">
                      <a16:creationId xmlns:a16="http://schemas.microsoft.com/office/drawing/2014/main" id="{A7FA529D-F609-576B-7286-F3A143729584}"/>
                    </a:ext>
                  </a:extLst>
                </p:cNvPr>
                <p:cNvPicPr/>
                <p:nvPr/>
              </p:nvPicPr>
              <p:blipFill>
                <a:blip r:embed="rId174"/>
                <a:stretch>
                  <a:fillRect/>
                </a:stretch>
              </p:blipFill>
              <p:spPr>
                <a:xfrm>
                  <a:off x="8816484" y="4799405"/>
                  <a:ext cx="12060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28" name="Ink 127">
                  <a:extLst>
                    <a:ext uri="{FF2B5EF4-FFF2-40B4-BE49-F238E27FC236}">
                      <a16:creationId xmlns:a16="http://schemas.microsoft.com/office/drawing/2014/main" id="{1FAA768F-7C12-1C6D-5288-6CF66BC4D9E0}"/>
                    </a:ext>
                  </a:extLst>
                </p14:cNvPr>
                <p14:cNvContentPartPr/>
                <p14:nvPr/>
              </p14:nvContentPartPr>
              <p14:xfrm>
                <a:off x="8929524" y="4895525"/>
                <a:ext cx="163800" cy="79920"/>
              </p14:xfrm>
            </p:contentPart>
          </mc:Choice>
          <mc:Fallback>
            <p:pic>
              <p:nvPicPr>
                <p:cNvPr id="128" name="Ink 127">
                  <a:extLst>
                    <a:ext uri="{FF2B5EF4-FFF2-40B4-BE49-F238E27FC236}">
                      <a16:creationId xmlns:a16="http://schemas.microsoft.com/office/drawing/2014/main" id="{1FAA768F-7C12-1C6D-5288-6CF66BC4D9E0}"/>
                    </a:ext>
                  </a:extLst>
                </p:cNvPr>
                <p:cNvPicPr/>
                <p:nvPr/>
              </p:nvPicPr>
              <p:blipFill>
                <a:blip r:embed="rId176"/>
                <a:stretch>
                  <a:fillRect/>
                </a:stretch>
              </p:blipFill>
              <p:spPr>
                <a:xfrm>
                  <a:off x="8923404" y="4889405"/>
                  <a:ext cx="1760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29" name="Ink 128">
                  <a:extLst>
                    <a:ext uri="{FF2B5EF4-FFF2-40B4-BE49-F238E27FC236}">
                      <a16:creationId xmlns:a16="http://schemas.microsoft.com/office/drawing/2014/main" id="{88FC1268-5CE8-48B9-8682-2C9872289977}"/>
                    </a:ext>
                  </a:extLst>
                </p14:cNvPr>
                <p14:cNvContentPartPr/>
                <p14:nvPr/>
              </p14:nvContentPartPr>
              <p14:xfrm>
                <a:off x="9114924" y="4844045"/>
                <a:ext cx="93240" cy="162360"/>
              </p14:xfrm>
            </p:contentPart>
          </mc:Choice>
          <mc:Fallback>
            <p:pic>
              <p:nvPicPr>
                <p:cNvPr id="129" name="Ink 128">
                  <a:extLst>
                    <a:ext uri="{FF2B5EF4-FFF2-40B4-BE49-F238E27FC236}">
                      <a16:creationId xmlns:a16="http://schemas.microsoft.com/office/drawing/2014/main" id="{88FC1268-5CE8-48B9-8682-2C9872289977}"/>
                    </a:ext>
                  </a:extLst>
                </p:cNvPr>
                <p:cNvPicPr/>
                <p:nvPr/>
              </p:nvPicPr>
              <p:blipFill>
                <a:blip r:embed="rId178"/>
                <a:stretch>
                  <a:fillRect/>
                </a:stretch>
              </p:blipFill>
              <p:spPr>
                <a:xfrm>
                  <a:off x="9108804" y="4837925"/>
                  <a:ext cx="10548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30" name="Ink 129">
                  <a:extLst>
                    <a:ext uri="{FF2B5EF4-FFF2-40B4-BE49-F238E27FC236}">
                      <a16:creationId xmlns:a16="http://schemas.microsoft.com/office/drawing/2014/main" id="{3A5EF119-079B-2B56-BF32-5739BA29F179}"/>
                    </a:ext>
                  </a:extLst>
                </p14:cNvPr>
                <p14:cNvContentPartPr/>
                <p14:nvPr/>
              </p14:nvContentPartPr>
              <p14:xfrm>
                <a:off x="9240924" y="4766285"/>
                <a:ext cx="33840" cy="163440"/>
              </p14:xfrm>
            </p:contentPart>
          </mc:Choice>
          <mc:Fallback>
            <p:pic>
              <p:nvPicPr>
                <p:cNvPr id="130" name="Ink 129">
                  <a:extLst>
                    <a:ext uri="{FF2B5EF4-FFF2-40B4-BE49-F238E27FC236}">
                      <a16:creationId xmlns:a16="http://schemas.microsoft.com/office/drawing/2014/main" id="{3A5EF119-079B-2B56-BF32-5739BA29F179}"/>
                    </a:ext>
                  </a:extLst>
                </p:cNvPr>
                <p:cNvPicPr/>
                <p:nvPr/>
              </p:nvPicPr>
              <p:blipFill>
                <a:blip r:embed="rId180"/>
                <a:stretch>
                  <a:fillRect/>
                </a:stretch>
              </p:blipFill>
              <p:spPr>
                <a:xfrm>
                  <a:off x="9234804" y="4760165"/>
                  <a:ext cx="4608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31" name="Ink 130">
                  <a:extLst>
                    <a:ext uri="{FF2B5EF4-FFF2-40B4-BE49-F238E27FC236}">
                      <a16:creationId xmlns:a16="http://schemas.microsoft.com/office/drawing/2014/main" id="{5D6F954D-5E90-05F4-9DE5-C1CE7C4155C2}"/>
                    </a:ext>
                  </a:extLst>
                </p14:cNvPr>
                <p14:cNvContentPartPr/>
                <p14:nvPr/>
              </p14:nvContentPartPr>
              <p14:xfrm>
                <a:off x="9211764" y="4779965"/>
                <a:ext cx="92520" cy="64440"/>
              </p14:xfrm>
            </p:contentPart>
          </mc:Choice>
          <mc:Fallback>
            <p:pic>
              <p:nvPicPr>
                <p:cNvPr id="131" name="Ink 130">
                  <a:extLst>
                    <a:ext uri="{FF2B5EF4-FFF2-40B4-BE49-F238E27FC236}">
                      <a16:creationId xmlns:a16="http://schemas.microsoft.com/office/drawing/2014/main" id="{5D6F954D-5E90-05F4-9DE5-C1CE7C4155C2}"/>
                    </a:ext>
                  </a:extLst>
                </p:cNvPr>
                <p:cNvPicPr/>
                <p:nvPr/>
              </p:nvPicPr>
              <p:blipFill>
                <a:blip r:embed="rId182"/>
                <a:stretch>
                  <a:fillRect/>
                </a:stretch>
              </p:blipFill>
              <p:spPr>
                <a:xfrm>
                  <a:off x="9205644" y="4773845"/>
                  <a:ext cx="10476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32" name="Ink 131">
                  <a:extLst>
                    <a:ext uri="{FF2B5EF4-FFF2-40B4-BE49-F238E27FC236}">
                      <a16:creationId xmlns:a16="http://schemas.microsoft.com/office/drawing/2014/main" id="{BECAE56D-F1FD-6DE8-9ADE-E64414DF95BD}"/>
                    </a:ext>
                  </a:extLst>
                </p14:cNvPr>
                <p14:cNvContentPartPr/>
                <p14:nvPr/>
              </p14:nvContentPartPr>
              <p14:xfrm>
                <a:off x="9153084" y="4998845"/>
                <a:ext cx="124560" cy="180360"/>
              </p14:xfrm>
            </p:contentPart>
          </mc:Choice>
          <mc:Fallback>
            <p:pic>
              <p:nvPicPr>
                <p:cNvPr id="132" name="Ink 131">
                  <a:extLst>
                    <a:ext uri="{FF2B5EF4-FFF2-40B4-BE49-F238E27FC236}">
                      <a16:creationId xmlns:a16="http://schemas.microsoft.com/office/drawing/2014/main" id="{BECAE56D-F1FD-6DE8-9ADE-E64414DF95BD}"/>
                    </a:ext>
                  </a:extLst>
                </p:cNvPr>
                <p:cNvPicPr/>
                <p:nvPr/>
              </p:nvPicPr>
              <p:blipFill>
                <a:blip r:embed="rId184"/>
                <a:stretch>
                  <a:fillRect/>
                </a:stretch>
              </p:blipFill>
              <p:spPr>
                <a:xfrm>
                  <a:off x="9146964" y="4992725"/>
                  <a:ext cx="13680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33" name="Ink 132">
                  <a:extLst>
                    <a:ext uri="{FF2B5EF4-FFF2-40B4-BE49-F238E27FC236}">
                      <a16:creationId xmlns:a16="http://schemas.microsoft.com/office/drawing/2014/main" id="{788D5D37-28DC-5D98-4E02-265C00BE0AA9}"/>
                    </a:ext>
                  </a:extLst>
                </p14:cNvPr>
                <p14:cNvContentPartPr/>
                <p14:nvPr/>
              </p14:nvContentPartPr>
              <p14:xfrm>
                <a:off x="9123924" y="5068685"/>
                <a:ext cx="124560" cy="57960"/>
              </p14:xfrm>
            </p:contentPart>
          </mc:Choice>
          <mc:Fallback>
            <p:pic>
              <p:nvPicPr>
                <p:cNvPr id="133" name="Ink 132">
                  <a:extLst>
                    <a:ext uri="{FF2B5EF4-FFF2-40B4-BE49-F238E27FC236}">
                      <a16:creationId xmlns:a16="http://schemas.microsoft.com/office/drawing/2014/main" id="{788D5D37-28DC-5D98-4E02-265C00BE0AA9}"/>
                    </a:ext>
                  </a:extLst>
                </p:cNvPr>
                <p:cNvPicPr/>
                <p:nvPr/>
              </p:nvPicPr>
              <p:blipFill>
                <a:blip r:embed="rId186"/>
                <a:stretch>
                  <a:fillRect/>
                </a:stretch>
              </p:blipFill>
              <p:spPr>
                <a:xfrm>
                  <a:off x="9117804" y="5062565"/>
                  <a:ext cx="13680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34" name="Ink 133">
                  <a:extLst>
                    <a:ext uri="{FF2B5EF4-FFF2-40B4-BE49-F238E27FC236}">
                      <a16:creationId xmlns:a16="http://schemas.microsoft.com/office/drawing/2014/main" id="{CA4D8A09-D05D-944B-6815-7A0888CC1F05}"/>
                    </a:ext>
                  </a:extLst>
                </p14:cNvPr>
                <p14:cNvContentPartPr/>
                <p14:nvPr/>
              </p14:nvContentPartPr>
              <p14:xfrm>
                <a:off x="9307524" y="5013605"/>
                <a:ext cx="82080" cy="115920"/>
              </p14:xfrm>
            </p:contentPart>
          </mc:Choice>
          <mc:Fallback>
            <p:pic>
              <p:nvPicPr>
                <p:cNvPr id="134" name="Ink 133">
                  <a:extLst>
                    <a:ext uri="{FF2B5EF4-FFF2-40B4-BE49-F238E27FC236}">
                      <a16:creationId xmlns:a16="http://schemas.microsoft.com/office/drawing/2014/main" id="{CA4D8A09-D05D-944B-6815-7A0888CC1F05}"/>
                    </a:ext>
                  </a:extLst>
                </p:cNvPr>
                <p:cNvPicPr/>
                <p:nvPr/>
              </p:nvPicPr>
              <p:blipFill>
                <a:blip r:embed="rId188"/>
                <a:stretch>
                  <a:fillRect/>
                </a:stretch>
              </p:blipFill>
              <p:spPr>
                <a:xfrm>
                  <a:off x="9301404" y="5007485"/>
                  <a:ext cx="9432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36" name="Ink 135">
                  <a:extLst>
                    <a:ext uri="{FF2B5EF4-FFF2-40B4-BE49-F238E27FC236}">
                      <a16:creationId xmlns:a16="http://schemas.microsoft.com/office/drawing/2014/main" id="{5C3EDF79-F337-A23A-6B6E-EE4C670BFA60}"/>
                    </a:ext>
                  </a:extLst>
                </p14:cNvPr>
                <p14:cNvContentPartPr/>
                <p14:nvPr/>
              </p14:nvContentPartPr>
              <p14:xfrm>
                <a:off x="9418044" y="4960685"/>
                <a:ext cx="68400" cy="156960"/>
              </p14:xfrm>
            </p:contentPart>
          </mc:Choice>
          <mc:Fallback>
            <p:pic>
              <p:nvPicPr>
                <p:cNvPr id="136" name="Ink 135">
                  <a:extLst>
                    <a:ext uri="{FF2B5EF4-FFF2-40B4-BE49-F238E27FC236}">
                      <a16:creationId xmlns:a16="http://schemas.microsoft.com/office/drawing/2014/main" id="{5C3EDF79-F337-A23A-6B6E-EE4C670BFA60}"/>
                    </a:ext>
                  </a:extLst>
                </p:cNvPr>
                <p:cNvPicPr/>
                <p:nvPr/>
              </p:nvPicPr>
              <p:blipFill>
                <a:blip r:embed="rId190"/>
                <a:stretch>
                  <a:fillRect/>
                </a:stretch>
              </p:blipFill>
              <p:spPr>
                <a:xfrm>
                  <a:off x="9411924" y="4954565"/>
                  <a:ext cx="8064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37" name="Ink 136">
                  <a:extLst>
                    <a:ext uri="{FF2B5EF4-FFF2-40B4-BE49-F238E27FC236}">
                      <a16:creationId xmlns:a16="http://schemas.microsoft.com/office/drawing/2014/main" id="{777D09A2-202C-A735-B7CD-622E388F9D5C}"/>
                    </a:ext>
                  </a:extLst>
                </p14:cNvPr>
                <p14:cNvContentPartPr/>
                <p14:nvPr/>
              </p14:nvContentPartPr>
              <p14:xfrm>
                <a:off x="9532524" y="4853765"/>
                <a:ext cx="37800" cy="167400"/>
              </p14:xfrm>
            </p:contentPart>
          </mc:Choice>
          <mc:Fallback>
            <p:pic>
              <p:nvPicPr>
                <p:cNvPr id="137" name="Ink 136">
                  <a:extLst>
                    <a:ext uri="{FF2B5EF4-FFF2-40B4-BE49-F238E27FC236}">
                      <a16:creationId xmlns:a16="http://schemas.microsoft.com/office/drawing/2014/main" id="{777D09A2-202C-A735-B7CD-622E388F9D5C}"/>
                    </a:ext>
                  </a:extLst>
                </p:cNvPr>
                <p:cNvPicPr/>
                <p:nvPr/>
              </p:nvPicPr>
              <p:blipFill>
                <a:blip r:embed="rId192"/>
                <a:stretch>
                  <a:fillRect/>
                </a:stretch>
              </p:blipFill>
              <p:spPr>
                <a:xfrm>
                  <a:off x="9526404" y="4847645"/>
                  <a:ext cx="5004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38" name="Ink 137">
                  <a:extLst>
                    <a:ext uri="{FF2B5EF4-FFF2-40B4-BE49-F238E27FC236}">
                      <a16:creationId xmlns:a16="http://schemas.microsoft.com/office/drawing/2014/main" id="{5DE38FB3-48DE-B458-0606-CC18281BA33D}"/>
                    </a:ext>
                  </a:extLst>
                </p14:cNvPr>
                <p14:cNvContentPartPr/>
                <p14:nvPr/>
              </p14:nvContentPartPr>
              <p14:xfrm>
                <a:off x="9474204" y="4929005"/>
                <a:ext cx="170640" cy="41760"/>
              </p14:xfrm>
            </p:contentPart>
          </mc:Choice>
          <mc:Fallback>
            <p:pic>
              <p:nvPicPr>
                <p:cNvPr id="138" name="Ink 137">
                  <a:extLst>
                    <a:ext uri="{FF2B5EF4-FFF2-40B4-BE49-F238E27FC236}">
                      <a16:creationId xmlns:a16="http://schemas.microsoft.com/office/drawing/2014/main" id="{5DE38FB3-48DE-B458-0606-CC18281BA33D}"/>
                    </a:ext>
                  </a:extLst>
                </p:cNvPr>
                <p:cNvPicPr/>
                <p:nvPr/>
              </p:nvPicPr>
              <p:blipFill>
                <a:blip r:embed="rId194"/>
                <a:stretch>
                  <a:fillRect/>
                </a:stretch>
              </p:blipFill>
              <p:spPr>
                <a:xfrm>
                  <a:off x="9468084" y="4922885"/>
                  <a:ext cx="18288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39" name="Ink 138">
                  <a:extLst>
                    <a:ext uri="{FF2B5EF4-FFF2-40B4-BE49-F238E27FC236}">
                      <a16:creationId xmlns:a16="http://schemas.microsoft.com/office/drawing/2014/main" id="{6B072532-404B-53D0-262D-A40C735A0905}"/>
                    </a:ext>
                  </a:extLst>
                </p14:cNvPr>
                <p14:cNvContentPartPr/>
                <p14:nvPr/>
              </p14:nvContentPartPr>
              <p14:xfrm>
                <a:off x="9648444" y="4881845"/>
                <a:ext cx="41400" cy="114840"/>
              </p14:xfrm>
            </p:contentPart>
          </mc:Choice>
          <mc:Fallback>
            <p:pic>
              <p:nvPicPr>
                <p:cNvPr id="139" name="Ink 138">
                  <a:extLst>
                    <a:ext uri="{FF2B5EF4-FFF2-40B4-BE49-F238E27FC236}">
                      <a16:creationId xmlns:a16="http://schemas.microsoft.com/office/drawing/2014/main" id="{6B072532-404B-53D0-262D-A40C735A0905}"/>
                    </a:ext>
                  </a:extLst>
                </p:cNvPr>
                <p:cNvPicPr/>
                <p:nvPr/>
              </p:nvPicPr>
              <p:blipFill>
                <a:blip r:embed="rId196"/>
                <a:stretch>
                  <a:fillRect/>
                </a:stretch>
              </p:blipFill>
              <p:spPr>
                <a:xfrm>
                  <a:off x="9642324" y="4875725"/>
                  <a:ext cx="5364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40" name="Ink 139">
                  <a:extLst>
                    <a:ext uri="{FF2B5EF4-FFF2-40B4-BE49-F238E27FC236}">
                      <a16:creationId xmlns:a16="http://schemas.microsoft.com/office/drawing/2014/main" id="{F699991E-9B63-4737-A7CC-7BBDC979C735}"/>
                    </a:ext>
                  </a:extLst>
                </p14:cNvPr>
                <p14:cNvContentPartPr/>
                <p14:nvPr/>
              </p14:nvContentPartPr>
              <p14:xfrm>
                <a:off x="9707124" y="4794725"/>
                <a:ext cx="167760" cy="168120"/>
              </p14:xfrm>
            </p:contentPart>
          </mc:Choice>
          <mc:Fallback>
            <p:pic>
              <p:nvPicPr>
                <p:cNvPr id="140" name="Ink 139">
                  <a:extLst>
                    <a:ext uri="{FF2B5EF4-FFF2-40B4-BE49-F238E27FC236}">
                      <a16:creationId xmlns:a16="http://schemas.microsoft.com/office/drawing/2014/main" id="{F699991E-9B63-4737-A7CC-7BBDC979C735}"/>
                    </a:ext>
                  </a:extLst>
                </p:cNvPr>
                <p:cNvPicPr/>
                <p:nvPr/>
              </p:nvPicPr>
              <p:blipFill>
                <a:blip r:embed="rId198"/>
                <a:stretch>
                  <a:fillRect/>
                </a:stretch>
              </p:blipFill>
              <p:spPr>
                <a:xfrm>
                  <a:off x="9701004" y="4788605"/>
                  <a:ext cx="1800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41" name="Ink 140">
                  <a:extLst>
                    <a:ext uri="{FF2B5EF4-FFF2-40B4-BE49-F238E27FC236}">
                      <a16:creationId xmlns:a16="http://schemas.microsoft.com/office/drawing/2014/main" id="{321824D2-396F-CFCB-4621-51143D636FCA}"/>
                    </a:ext>
                  </a:extLst>
                </p14:cNvPr>
                <p14:cNvContentPartPr/>
                <p14:nvPr/>
              </p14:nvContentPartPr>
              <p14:xfrm>
                <a:off x="9862284" y="4766285"/>
                <a:ext cx="93600" cy="173880"/>
              </p14:xfrm>
            </p:contentPart>
          </mc:Choice>
          <mc:Fallback>
            <p:pic>
              <p:nvPicPr>
                <p:cNvPr id="141" name="Ink 140">
                  <a:extLst>
                    <a:ext uri="{FF2B5EF4-FFF2-40B4-BE49-F238E27FC236}">
                      <a16:creationId xmlns:a16="http://schemas.microsoft.com/office/drawing/2014/main" id="{321824D2-396F-CFCB-4621-51143D636FCA}"/>
                    </a:ext>
                  </a:extLst>
                </p:cNvPr>
                <p:cNvPicPr/>
                <p:nvPr/>
              </p:nvPicPr>
              <p:blipFill>
                <a:blip r:embed="rId200"/>
                <a:stretch>
                  <a:fillRect/>
                </a:stretch>
              </p:blipFill>
              <p:spPr>
                <a:xfrm>
                  <a:off x="9856164" y="4760165"/>
                  <a:ext cx="10584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42" name="Ink 141">
                  <a:extLst>
                    <a:ext uri="{FF2B5EF4-FFF2-40B4-BE49-F238E27FC236}">
                      <a16:creationId xmlns:a16="http://schemas.microsoft.com/office/drawing/2014/main" id="{952BDDC1-4A42-CF2D-4F39-1BCBCA1B5B3D}"/>
                    </a:ext>
                  </a:extLst>
                </p14:cNvPr>
                <p14:cNvContentPartPr/>
                <p14:nvPr/>
              </p14:nvContentPartPr>
              <p14:xfrm>
                <a:off x="9960924" y="4736765"/>
                <a:ext cx="360" cy="10080"/>
              </p14:xfrm>
            </p:contentPart>
          </mc:Choice>
          <mc:Fallback>
            <p:pic>
              <p:nvPicPr>
                <p:cNvPr id="142" name="Ink 141">
                  <a:extLst>
                    <a:ext uri="{FF2B5EF4-FFF2-40B4-BE49-F238E27FC236}">
                      <a16:creationId xmlns:a16="http://schemas.microsoft.com/office/drawing/2014/main" id="{952BDDC1-4A42-CF2D-4F39-1BCBCA1B5B3D}"/>
                    </a:ext>
                  </a:extLst>
                </p:cNvPr>
                <p:cNvPicPr/>
                <p:nvPr/>
              </p:nvPicPr>
              <p:blipFill>
                <a:blip r:embed="rId110"/>
                <a:stretch>
                  <a:fillRect/>
                </a:stretch>
              </p:blipFill>
              <p:spPr>
                <a:xfrm>
                  <a:off x="9954804" y="4730645"/>
                  <a:ext cx="126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43" name="Ink 142">
                  <a:extLst>
                    <a:ext uri="{FF2B5EF4-FFF2-40B4-BE49-F238E27FC236}">
                      <a16:creationId xmlns:a16="http://schemas.microsoft.com/office/drawing/2014/main" id="{1F3FC203-CC05-7611-8C80-33EB62ABC4AA}"/>
                    </a:ext>
                  </a:extLst>
                </p14:cNvPr>
                <p14:cNvContentPartPr/>
                <p14:nvPr/>
              </p14:nvContentPartPr>
              <p14:xfrm>
                <a:off x="9950844" y="4795445"/>
                <a:ext cx="154800" cy="106560"/>
              </p14:xfrm>
            </p:contentPart>
          </mc:Choice>
          <mc:Fallback>
            <p:pic>
              <p:nvPicPr>
                <p:cNvPr id="143" name="Ink 142">
                  <a:extLst>
                    <a:ext uri="{FF2B5EF4-FFF2-40B4-BE49-F238E27FC236}">
                      <a16:creationId xmlns:a16="http://schemas.microsoft.com/office/drawing/2014/main" id="{1F3FC203-CC05-7611-8C80-33EB62ABC4AA}"/>
                    </a:ext>
                  </a:extLst>
                </p:cNvPr>
                <p:cNvPicPr/>
                <p:nvPr/>
              </p:nvPicPr>
              <p:blipFill>
                <a:blip r:embed="rId203"/>
                <a:stretch>
                  <a:fillRect/>
                </a:stretch>
              </p:blipFill>
              <p:spPr>
                <a:xfrm>
                  <a:off x="9944724" y="4789325"/>
                  <a:ext cx="167040" cy="118800"/>
                </a:xfrm>
                <a:prstGeom prst="rect">
                  <a:avLst/>
                </a:prstGeom>
              </p:spPr>
            </p:pic>
          </mc:Fallback>
        </mc:AlternateContent>
      </p:grpSp>
      <p:grpSp>
        <p:nvGrpSpPr>
          <p:cNvPr id="169" name="Group 168">
            <a:extLst>
              <a:ext uri="{FF2B5EF4-FFF2-40B4-BE49-F238E27FC236}">
                <a16:creationId xmlns:a16="http://schemas.microsoft.com/office/drawing/2014/main" id="{1DCE85A4-6E3E-E15E-D013-6A5F8D8D988A}"/>
              </a:ext>
            </a:extLst>
          </p:cNvPr>
          <p:cNvGrpSpPr/>
          <p:nvPr/>
        </p:nvGrpSpPr>
        <p:grpSpPr>
          <a:xfrm>
            <a:off x="6915684" y="2402165"/>
            <a:ext cx="4249080" cy="292680"/>
            <a:chOff x="6915684" y="2402165"/>
            <a:chExt cx="4249080" cy="292680"/>
          </a:xfrm>
        </p:grpSpPr>
        <mc:AlternateContent xmlns:mc="http://schemas.openxmlformats.org/markup-compatibility/2006">
          <mc:Choice xmlns:p14="http://schemas.microsoft.com/office/powerpoint/2010/main" Requires="p14">
            <p:contentPart p14:bwMode="auto" r:id="rId204">
              <p14:nvContentPartPr>
                <p14:cNvPr id="145" name="Ink 144">
                  <a:extLst>
                    <a:ext uri="{FF2B5EF4-FFF2-40B4-BE49-F238E27FC236}">
                      <a16:creationId xmlns:a16="http://schemas.microsoft.com/office/drawing/2014/main" id="{0E5E75D8-CD48-BC9C-5379-B26B1E5B176C}"/>
                    </a:ext>
                  </a:extLst>
                </p14:cNvPr>
                <p14:cNvContentPartPr/>
                <p14:nvPr/>
              </p14:nvContentPartPr>
              <p14:xfrm>
                <a:off x="6915684" y="2537165"/>
                <a:ext cx="1011240" cy="30960"/>
              </p14:xfrm>
            </p:contentPart>
          </mc:Choice>
          <mc:Fallback>
            <p:pic>
              <p:nvPicPr>
                <p:cNvPr id="145" name="Ink 144">
                  <a:extLst>
                    <a:ext uri="{FF2B5EF4-FFF2-40B4-BE49-F238E27FC236}">
                      <a16:creationId xmlns:a16="http://schemas.microsoft.com/office/drawing/2014/main" id="{0E5E75D8-CD48-BC9C-5379-B26B1E5B176C}"/>
                    </a:ext>
                  </a:extLst>
                </p:cNvPr>
                <p:cNvPicPr/>
                <p:nvPr/>
              </p:nvPicPr>
              <p:blipFill>
                <a:blip r:embed="rId205"/>
                <a:stretch>
                  <a:fillRect/>
                </a:stretch>
              </p:blipFill>
              <p:spPr>
                <a:xfrm>
                  <a:off x="6909564" y="2531045"/>
                  <a:ext cx="102348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46" name="Ink 145">
                  <a:extLst>
                    <a:ext uri="{FF2B5EF4-FFF2-40B4-BE49-F238E27FC236}">
                      <a16:creationId xmlns:a16="http://schemas.microsoft.com/office/drawing/2014/main" id="{9C7682E9-E1C6-4370-E267-7A9A8C0CAF45}"/>
                    </a:ext>
                  </a:extLst>
                </p14:cNvPr>
                <p14:cNvContentPartPr/>
                <p14:nvPr/>
              </p14:nvContentPartPr>
              <p14:xfrm>
                <a:off x="8039964" y="2528525"/>
                <a:ext cx="24120" cy="72720"/>
              </p14:xfrm>
            </p:contentPart>
          </mc:Choice>
          <mc:Fallback>
            <p:pic>
              <p:nvPicPr>
                <p:cNvPr id="146" name="Ink 145">
                  <a:extLst>
                    <a:ext uri="{FF2B5EF4-FFF2-40B4-BE49-F238E27FC236}">
                      <a16:creationId xmlns:a16="http://schemas.microsoft.com/office/drawing/2014/main" id="{9C7682E9-E1C6-4370-E267-7A9A8C0CAF45}"/>
                    </a:ext>
                  </a:extLst>
                </p:cNvPr>
                <p:cNvPicPr/>
                <p:nvPr/>
              </p:nvPicPr>
              <p:blipFill>
                <a:blip r:embed="rId207"/>
                <a:stretch>
                  <a:fillRect/>
                </a:stretch>
              </p:blipFill>
              <p:spPr>
                <a:xfrm>
                  <a:off x="8033844" y="2522405"/>
                  <a:ext cx="3636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47" name="Ink 146">
                  <a:extLst>
                    <a:ext uri="{FF2B5EF4-FFF2-40B4-BE49-F238E27FC236}">
                      <a16:creationId xmlns:a16="http://schemas.microsoft.com/office/drawing/2014/main" id="{296E0327-549B-57A2-F4CC-DAB28C2E8C9E}"/>
                    </a:ext>
                  </a:extLst>
                </p14:cNvPr>
                <p14:cNvContentPartPr/>
                <p14:nvPr/>
              </p14:nvContentPartPr>
              <p14:xfrm>
                <a:off x="7966524" y="2460845"/>
                <a:ext cx="18000" cy="360"/>
              </p14:xfrm>
            </p:contentPart>
          </mc:Choice>
          <mc:Fallback>
            <p:pic>
              <p:nvPicPr>
                <p:cNvPr id="147" name="Ink 146">
                  <a:extLst>
                    <a:ext uri="{FF2B5EF4-FFF2-40B4-BE49-F238E27FC236}">
                      <a16:creationId xmlns:a16="http://schemas.microsoft.com/office/drawing/2014/main" id="{296E0327-549B-57A2-F4CC-DAB28C2E8C9E}"/>
                    </a:ext>
                  </a:extLst>
                </p:cNvPr>
                <p:cNvPicPr/>
                <p:nvPr/>
              </p:nvPicPr>
              <p:blipFill>
                <a:blip r:embed="rId209"/>
                <a:stretch>
                  <a:fillRect/>
                </a:stretch>
              </p:blipFill>
              <p:spPr>
                <a:xfrm>
                  <a:off x="7960404" y="2454725"/>
                  <a:ext cx="302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48" name="Ink 147">
                  <a:extLst>
                    <a:ext uri="{FF2B5EF4-FFF2-40B4-BE49-F238E27FC236}">
                      <a16:creationId xmlns:a16="http://schemas.microsoft.com/office/drawing/2014/main" id="{F0460DA5-F02A-3A8B-86CD-80A844B01BF0}"/>
                    </a:ext>
                  </a:extLst>
                </p14:cNvPr>
                <p14:cNvContentPartPr/>
                <p14:nvPr/>
              </p14:nvContentPartPr>
              <p14:xfrm>
                <a:off x="8122044" y="2509445"/>
                <a:ext cx="124200" cy="89640"/>
              </p14:xfrm>
            </p:contentPart>
          </mc:Choice>
          <mc:Fallback>
            <p:pic>
              <p:nvPicPr>
                <p:cNvPr id="148" name="Ink 147">
                  <a:extLst>
                    <a:ext uri="{FF2B5EF4-FFF2-40B4-BE49-F238E27FC236}">
                      <a16:creationId xmlns:a16="http://schemas.microsoft.com/office/drawing/2014/main" id="{F0460DA5-F02A-3A8B-86CD-80A844B01BF0}"/>
                    </a:ext>
                  </a:extLst>
                </p:cNvPr>
                <p:cNvPicPr/>
                <p:nvPr/>
              </p:nvPicPr>
              <p:blipFill>
                <a:blip r:embed="rId211"/>
                <a:stretch>
                  <a:fillRect/>
                </a:stretch>
              </p:blipFill>
              <p:spPr>
                <a:xfrm>
                  <a:off x="8115924" y="2503325"/>
                  <a:ext cx="13644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49" name="Ink 148">
                  <a:extLst>
                    <a:ext uri="{FF2B5EF4-FFF2-40B4-BE49-F238E27FC236}">
                      <a16:creationId xmlns:a16="http://schemas.microsoft.com/office/drawing/2014/main" id="{B5A71631-F17B-990A-3569-F13931EA3BAF}"/>
                    </a:ext>
                  </a:extLst>
                </p14:cNvPr>
                <p14:cNvContentPartPr/>
                <p14:nvPr/>
              </p14:nvContentPartPr>
              <p14:xfrm>
                <a:off x="8272164" y="2402165"/>
                <a:ext cx="56160" cy="245520"/>
              </p14:xfrm>
            </p:contentPart>
          </mc:Choice>
          <mc:Fallback>
            <p:pic>
              <p:nvPicPr>
                <p:cNvPr id="149" name="Ink 148">
                  <a:extLst>
                    <a:ext uri="{FF2B5EF4-FFF2-40B4-BE49-F238E27FC236}">
                      <a16:creationId xmlns:a16="http://schemas.microsoft.com/office/drawing/2014/main" id="{B5A71631-F17B-990A-3569-F13931EA3BAF}"/>
                    </a:ext>
                  </a:extLst>
                </p:cNvPr>
                <p:cNvPicPr/>
                <p:nvPr/>
              </p:nvPicPr>
              <p:blipFill>
                <a:blip r:embed="rId213"/>
                <a:stretch>
                  <a:fillRect/>
                </a:stretch>
              </p:blipFill>
              <p:spPr>
                <a:xfrm>
                  <a:off x="8266044" y="2396045"/>
                  <a:ext cx="6840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50" name="Ink 149">
                  <a:extLst>
                    <a:ext uri="{FF2B5EF4-FFF2-40B4-BE49-F238E27FC236}">
                      <a16:creationId xmlns:a16="http://schemas.microsoft.com/office/drawing/2014/main" id="{70D4609E-A8E2-DB49-8A6D-8141B5FE477F}"/>
                    </a:ext>
                  </a:extLst>
                </p14:cNvPr>
                <p14:cNvContentPartPr/>
                <p14:nvPr/>
              </p14:nvContentPartPr>
              <p14:xfrm>
                <a:off x="8277924" y="2548325"/>
                <a:ext cx="85320" cy="360"/>
              </p14:xfrm>
            </p:contentPart>
          </mc:Choice>
          <mc:Fallback>
            <p:pic>
              <p:nvPicPr>
                <p:cNvPr id="150" name="Ink 149">
                  <a:extLst>
                    <a:ext uri="{FF2B5EF4-FFF2-40B4-BE49-F238E27FC236}">
                      <a16:creationId xmlns:a16="http://schemas.microsoft.com/office/drawing/2014/main" id="{70D4609E-A8E2-DB49-8A6D-8141B5FE477F}"/>
                    </a:ext>
                  </a:extLst>
                </p:cNvPr>
                <p:cNvPicPr/>
                <p:nvPr/>
              </p:nvPicPr>
              <p:blipFill>
                <a:blip r:embed="rId215"/>
                <a:stretch>
                  <a:fillRect/>
                </a:stretch>
              </p:blipFill>
              <p:spPr>
                <a:xfrm>
                  <a:off x="8271804" y="2542205"/>
                  <a:ext cx="975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51" name="Ink 150">
                  <a:extLst>
                    <a:ext uri="{FF2B5EF4-FFF2-40B4-BE49-F238E27FC236}">
                      <a16:creationId xmlns:a16="http://schemas.microsoft.com/office/drawing/2014/main" id="{43AE8AD9-0C2C-C004-48B6-19D1593F21DF}"/>
                    </a:ext>
                  </a:extLst>
                </p14:cNvPr>
                <p14:cNvContentPartPr/>
                <p14:nvPr/>
              </p14:nvContentPartPr>
              <p14:xfrm>
                <a:off x="8385564" y="2527805"/>
                <a:ext cx="60840" cy="89640"/>
              </p14:xfrm>
            </p:contentPart>
          </mc:Choice>
          <mc:Fallback>
            <p:pic>
              <p:nvPicPr>
                <p:cNvPr id="151" name="Ink 150">
                  <a:extLst>
                    <a:ext uri="{FF2B5EF4-FFF2-40B4-BE49-F238E27FC236}">
                      <a16:creationId xmlns:a16="http://schemas.microsoft.com/office/drawing/2014/main" id="{43AE8AD9-0C2C-C004-48B6-19D1593F21DF}"/>
                    </a:ext>
                  </a:extLst>
                </p:cNvPr>
                <p:cNvPicPr/>
                <p:nvPr/>
              </p:nvPicPr>
              <p:blipFill>
                <a:blip r:embed="rId217"/>
                <a:stretch>
                  <a:fillRect/>
                </a:stretch>
              </p:blipFill>
              <p:spPr>
                <a:xfrm>
                  <a:off x="8379444" y="2521685"/>
                  <a:ext cx="7308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53" name="Ink 152">
                  <a:extLst>
                    <a:ext uri="{FF2B5EF4-FFF2-40B4-BE49-F238E27FC236}">
                      <a16:creationId xmlns:a16="http://schemas.microsoft.com/office/drawing/2014/main" id="{B6C10C0A-CB60-615A-D37B-31AC3D988A93}"/>
                    </a:ext>
                  </a:extLst>
                </p14:cNvPr>
                <p14:cNvContentPartPr/>
                <p14:nvPr/>
              </p14:nvContentPartPr>
              <p14:xfrm>
                <a:off x="8547564" y="2468045"/>
                <a:ext cx="179280" cy="226800"/>
              </p14:xfrm>
            </p:contentPart>
          </mc:Choice>
          <mc:Fallback>
            <p:pic>
              <p:nvPicPr>
                <p:cNvPr id="153" name="Ink 152">
                  <a:extLst>
                    <a:ext uri="{FF2B5EF4-FFF2-40B4-BE49-F238E27FC236}">
                      <a16:creationId xmlns:a16="http://schemas.microsoft.com/office/drawing/2014/main" id="{B6C10C0A-CB60-615A-D37B-31AC3D988A93}"/>
                    </a:ext>
                  </a:extLst>
                </p:cNvPr>
                <p:cNvPicPr/>
                <p:nvPr/>
              </p:nvPicPr>
              <p:blipFill>
                <a:blip r:embed="rId219"/>
                <a:stretch>
                  <a:fillRect/>
                </a:stretch>
              </p:blipFill>
              <p:spPr>
                <a:xfrm>
                  <a:off x="8541444" y="2461925"/>
                  <a:ext cx="19152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54" name="Ink 153">
                  <a:extLst>
                    <a:ext uri="{FF2B5EF4-FFF2-40B4-BE49-F238E27FC236}">
                      <a16:creationId xmlns:a16="http://schemas.microsoft.com/office/drawing/2014/main" id="{BEAA7580-7721-5A58-D96A-38D400C2C155}"/>
                    </a:ext>
                  </a:extLst>
                </p14:cNvPr>
                <p14:cNvContentPartPr/>
                <p14:nvPr/>
              </p14:nvContentPartPr>
              <p14:xfrm>
                <a:off x="8790924" y="2488925"/>
                <a:ext cx="100080" cy="119880"/>
              </p14:xfrm>
            </p:contentPart>
          </mc:Choice>
          <mc:Fallback>
            <p:pic>
              <p:nvPicPr>
                <p:cNvPr id="154" name="Ink 153">
                  <a:extLst>
                    <a:ext uri="{FF2B5EF4-FFF2-40B4-BE49-F238E27FC236}">
                      <a16:creationId xmlns:a16="http://schemas.microsoft.com/office/drawing/2014/main" id="{BEAA7580-7721-5A58-D96A-38D400C2C155}"/>
                    </a:ext>
                  </a:extLst>
                </p:cNvPr>
                <p:cNvPicPr/>
                <p:nvPr/>
              </p:nvPicPr>
              <p:blipFill>
                <a:blip r:embed="rId221"/>
                <a:stretch>
                  <a:fillRect/>
                </a:stretch>
              </p:blipFill>
              <p:spPr>
                <a:xfrm>
                  <a:off x="8784804" y="2482805"/>
                  <a:ext cx="11232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55" name="Ink 154">
                  <a:extLst>
                    <a:ext uri="{FF2B5EF4-FFF2-40B4-BE49-F238E27FC236}">
                      <a16:creationId xmlns:a16="http://schemas.microsoft.com/office/drawing/2014/main" id="{80BD500E-E584-A585-D806-06D2C5349D15}"/>
                    </a:ext>
                  </a:extLst>
                </p14:cNvPr>
                <p14:cNvContentPartPr/>
                <p14:nvPr/>
              </p14:nvContentPartPr>
              <p14:xfrm>
                <a:off x="8870124" y="2546885"/>
                <a:ext cx="122760" cy="91800"/>
              </p14:xfrm>
            </p:contentPart>
          </mc:Choice>
          <mc:Fallback>
            <p:pic>
              <p:nvPicPr>
                <p:cNvPr id="155" name="Ink 154">
                  <a:extLst>
                    <a:ext uri="{FF2B5EF4-FFF2-40B4-BE49-F238E27FC236}">
                      <a16:creationId xmlns:a16="http://schemas.microsoft.com/office/drawing/2014/main" id="{80BD500E-E584-A585-D806-06D2C5349D15}"/>
                    </a:ext>
                  </a:extLst>
                </p:cNvPr>
                <p:cNvPicPr/>
                <p:nvPr/>
              </p:nvPicPr>
              <p:blipFill>
                <a:blip r:embed="rId223"/>
                <a:stretch>
                  <a:fillRect/>
                </a:stretch>
              </p:blipFill>
              <p:spPr>
                <a:xfrm>
                  <a:off x="8864004" y="2540765"/>
                  <a:ext cx="13500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56" name="Ink 155">
                  <a:extLst>
                    <a:ext uri="{FF2B5EF4-FFF2-40B4-BE49-F238E27FC236}">
                      <a16:creationId xmlns:a16="http://schemas.microsoft.com/office/drawing/2014/main" id="{69F1AA74-B009-9EB6-1060-C43210789808}"/>
                    </a:ext>
                  </a:extLst>
                </p14:cNvPr>
                <p14:cNvContentPartPr/>
                <p14:nvPr/>
              </p14:nvContentPartPr>
              <p14:xfrm>
                <a:off x="9024204" y="2546885"/>
                <a:ext cx="131040" cy="78480"/>
              </p14:xfrm>
            </p:contentPart>
          </mc:Choice>
          <mc:Fallback>
            <p:pic>
              <p:nvPicPr>
                <p:cNvPr id="156" name="Ink 155">
                  <a:extLst>
                    <a:ext uri="{FF2B5EF4-FFF2-40B4-BE49-F238E27FC236}">
                      <a16:creationId xmlns:a16="http://schemas.microsoft.com/office/drawing/2014/main" id="{69F1AA74-B009-9EB6-1060-C43210789808}"/>
                    </a:ext>
                  </a:extLst>
                </p:cNvPr>
                <p:cNvPicPr/>
                <p:nvPr/>
              </p:nvPicPr>
              <p:blipFill>
                <a:blip r:embed="rId225"/>
                <a:stretch>
                  <a:fillRect/>
                </a:stretch>
              </p:blipFill>
              <p:spPr>
                <a:xfrm>
                  <a:off x="9018084" y="2540765"/>
                  <a:ext cx="14328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57" name="Ink 156">
                  <a:extLst>
                    <a:ext uri="{FF2B5EF4-FFF2-40B4-BE49-F238E27FC236}">
                      <a16:creationId xmlns:a16="http://schemas.microsoft.com/office/drawing/2014/main" id="{B4FFD6CC-7581-6012-8C7F-7B3627DF3291}"/>
                    </a:ext>
                  </a:extLst>
                </p14:cNvPr>
                <p14:cNvContentPartPr/>
                <p14:nvPr/>
              </p14:nvContentPartPr>
              <p14:xfrm>
                <a:off x="9194124" y="2490005"/>
                <a:ext cx="57240" cy="145080"/>
              </p14:xfrm>
            </p:contentPart>
          </mc:Choice>
          <mc:Fallback>
            <p:pic>
              <p:nvPicPr>
                <p:cNvPr id="157" name="Ink 156">
                  <a:extLst>
                    <a:ext uri="{FF2B5EF4-FFF2-40B4-BE49-F238E27FC236}">
                      <a16:creationId xmlns:a16="http://schemas.microsoft.com/office/drawing/2014/main" id="{B4FFD6CC-7581-6012-8C7F-7B3627DF3291}"/>
                    </a:ext>
                  </a:extLst>
                </p:cNvPr>
                <p:cNvPicPr/>
                <p:nvPr/>
              </p:nvPicPr>
              <p:blipFill>
                <a:blip r:embed="rId227"/>
                <a:stretch>
                  <a:fillRect/>
                </a:stretch>
              </p:blipFill>
              <p:spPr>
                <a:xfrm>
                  <a:off x="9188004" y="2483885"/>
                  <a:ext cx="6948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58" name="Ink 157">
                  <a:extLst>
                    <a:ext uri="{FF2B5EF4-FFF2-40B4-BE49-F238E27FC236}">
                      <a16:creationId xmlns:a16="http://schemas.microsoft.com/office/drawing/2014/main" id="{26ED40EE-5817-61B9-A595-A8A8959CDDA7}"/>
                    </a:ext>
                  </a:extLst>
                </p14:cNvPr>
                <p14:cNvContentPartPr/>
                <p14:nvPr/>
              </p14:nvContentPartPr>
              <p14:xfrm>
                <a:off x="9317964" y="2441045"/>
                <a:ext cx="202320" cy="176040"/>
              </p14:xfrm>
            </p:contentPart>
          </mc:Choice>
          <mc:Fallback>
            <p:pic>
              <p:nvPicPr>
                <p:cNvPr id="158" name="Ink 157">
                  <a:extLst>
                    <a:ext uri="{FF2B5EF4-FFF2-40B4-BE49-F238E27FC236}">
                      <a16:creationId xmlns:a16="http://schemas.microsoft.com/office/drawing/2014/main" id="{26ED40EE-5817-61B9-A595-A8A8959CDDA7}"/>
                    </a:ext>
                  </a:extLst>
                </p:cNvPr>
                <p:cNvPicPr/>
                <p:nvPr/>
              </p:nvPicPr>
              <p:blipFill>
                <a:blip r:embed="rId229"/>
                <a:stretch>
                  <a:fillRect/>
                </a:stretch>
              </p:blipFill>
              <p:spPr>
                <a:xfrm>
                  <a:off x="9311844" y="2434925"/>
                  <a:ext cx="21456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59" name="Ink 158">
                  <a:extLst>
                    <a:ext uri="{FF2B5EF4-FFF2-40B4-BE49-F238E27FC236}">
                      <a16:creationId xmlns:a16="http://schemas.microsoft.com/office/drawing/2014/main" id="{2E04703E-299A-3AB9-5371-33E16CEA8D94}"/>
                    </a:ext>
                  </a:extLst>
                </p14:cNvPr>
                <p14:cNvContentPartPr/>
                <p14:nvPr/>
              </p14:nvContentPartPr>
              <p14:xfrm>
                <a:off x="9551604" y="2421605"/>
                <a:ext cx="72360" cy="186840"/>
              </p14:xfrm>
            </p:contentPart>
          </mc:Choice>
          <mc:Fallback>
            <p:pic>
              <p:nvPicPr>
                <p:cNvPr id="159" name="Ink 158">
                  <a:extLst>
                    <a:ext uri="{FF2B5EF4-FFF2-40B4-BE49-F238E27FC236}">
                      <a16:creationId xmlns:a16="http://schemas.microsoft.com/office/drawing/2014/main" id="{2E04703E-299A-3AB9-5371-33E16CEA8D94}"/>
                    </a:ext>
                  </a:extLst>
                </p:cNvPr>
                <p:cNvPicPr/>
                <p:nvPr/>
              </p:nvPicPr>
              <p:blipFill>
                <a:blip r:embed="rId231"/>
                <a:stretch>
                  <a:fillRect/>
                </a:stretch>
              </p:blipFill>
              <p:spPr>
                <a:xfrm>
                  <a:off x="9545484" y="2415485"/>
                  <a:ext cx="8460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60" name="Ink 159">
                  <a:extLst>
                    <a:ext uri="{FF2B5EF4-FFF2-40B4-BE49-F238E27FC236}">
                      <a16:creationId xmlns:a16="http://schemas.microsoft.com/office/drawing/2014/main" id="{3DFDE06C-A35B-BA7F-D207-FC7063E60131}"/>
                    </a:ext>
                  </a:extLst>
                </p14:cNvPr>
                <p14:cNvContentPartPr/>
                <p14:nvPr/>
              </p14:nvContentPartPr>
              <p14:xfrm>
                <a:off x="9542244" y="2494685"/>
                <a:ext cx="32760" cy="34560"/>
              </p14:xfrm>
            </p:contentPart>
          </mc:Choice>
          <mc:Fallback>
            <p:pic>
              <p:nvPicPr>
                <p:cNvPr id="160" name="Ink 159">
                  <a:extLst>
                    <a:ext uri="{FF2B5EF4-FFF2-40B4-BE49-F238E27FC236}">
                      <a16:creationId xmlns:a16="http://schemas.microsoft.com/office/drawing/2014/main" id="{3DFDE06C-A35B-BA7F-D207-FC7063E60131}"/>
                    </a:ext>
                  </a:extLst>
                </p:cNvPr>
                <p:cNvPicPr/>
                <p:nvPr/>
              </p:nvPicPr>
              <p:blipFill>
                <a:blip r:embed="rId233"/>
                <a:stretch>
                  <a:fillRect/>
                </a:stretch>
              </p:blipFill>
              <p:spPr>
                <a:xfrm>
                  <a:off x="9536124" y="2488565"/>
                  <a:ext cx="4500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62" name="Ink 161">
                  <a:extLst>
                    <a:ext uri="{FF2B5EF4-FFF2-40B4-BE49-F238E27FC236}">
                      <a16:creationId xmlns:a16="http://schemas.microsoft.com/office/drawing/2014/main" id="{80011700-DB25-DF87-DCAF-9B3867247BAD}"/>
                    </a:ext>
                  </a:extLst>
                </p14:cNvPr>
                <p14:cNvContentPartPr/>
                <p14:nvPr/>
              </p14:nvContentPartPr>
              <p14:xfrm>
                <a:off x="9630084" y="2402165"/>
                <a:ext cx="29160" cy="155160"/>
              </p14:xfrm>
            </p:contentPart>
          </mc:Choice>
          <mc:Fallback>
            <p:pic>
              <p:nvPicPr>
                <p:cNvPr id="162" name="Ink 161">
                  <a:extLst>
                    <a:ext uri="{FF2B5EF4-FFF2-40B4-BE49-F238E27FC236}">
                      <a16:creationId xmlns:a16="http://schemas.microsoft.com/office/drawing/2014/main" id="{80011700-DB25-DF87-DCAF-9B3867247BAD}"/>
                    </a:ext>
                  </a:extLst>
                </p:cNvPr>
                <p:cNvPicPr/>
                <p:nvPr/>
              </p:nvPicPr>
              <p:blipFill>
                <a:blip r:embed="rId235"/>
                <a:stretch>
                  <a:fillRect/>
                </a:stretch>
              </p:blipFill>
              <p:spPr>
                <a:xfrm>
                  <a:off x="9623964" y="2396045"/>
                  <a:ext cx="4140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63" name="Ink 162">
                  <a:extLst>
                    <a:ext uri="{FF2B5EF4-FFF2-40B4-BE49-F238E27FC236}">
                      <a16:creationId xmlns:a16="http://schemas.microsoft.com/office/drawing/2014/main" id="{9B3DF716-6347-DC6D-FC0D-33FD8C0C7C37}"/>
                    </a:ext>
                  </a:extLst>
                </p14:cNvPr>
                <p14:cNvContentPartPr/>
                <p14:nvPr/>
              </p14:nvContentPartPr>
              <p14:xfrm>
                <a:off x="9632244" y="2488205"/>
                <a:ext cx="429120" cy="129240"/>
              </p14:xfrm>
            </p:contentPart>
          </mc:Choice>
          <mc:Fallback>
            <p:pic>
              <p:nvPicPr>
                <p:cNvPr id="163" name="Ink 162">
                  <a:extLst>
                    <a:ext uri="{FF2B5EF4-FFF2-40B4-BE49-F238E27FC236}">
                      <a16:creationId xmlns:a16="http://schemas.microsoft.com/office/drawing/2014/main" id="{9B3DF716-6347-DC6D-FC0D-33FD8C0C7C37}"/>
                    </a:ext>
                  </a:extLst>
                </p:cNvPr>
                <p:cNvPicPr/>
                <p:nvPr/>
              </p:nvPicPr>
              <p:blipFill>
                <a:blip r:embed="rId237"/>
                <a:stretch>
                  <a:fillRect/>
                </a:stretch>
              </p:blipFill>
              <p:spPr>
                <a:xfrm>
                  <a:off x="9626124" y="2482085"/>
                  <a:ext cx="44136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64" name="Ink 163">
                  <a:extLst>
                    <a:ext uri="{FF2B5EF4-FFF2-40B4-BE49-F238E27FC236}">
                      <a16:creationId xmlns:a16="http://schemas.microsoft.com/office/drawing/2014/main" id="{63434A4E-7E40-986D-FCF7-717F5D28DB26}"/>
                    </a:ext>
                  </a:extLst>
                </p14:cNvPr>
                <p14:cNvContentPartPr/>
                <p14:nvPr/>
              </p14:nvContentPartPr>
              <p14:xfrm>
                <a:off x="10049484" y="2437805"/>
                <a:ext cx="262440" cy="177480"/>
              </p14:xfrm>
            </p:contentPart>
          </mc:Choice>
          <mc:Fallback>
            <p:pic>
              <p:nvPicPr>
                <p:cNvPr id="164" name="Ink 163">
                  <a:extLst>
                    <a:ext uri="{FF2B5EF4-FFF2-40B4-BE49-F238E27FC236}">
                      <a16:creationId xmlns:a16="http://schemas.microsoft.com/office/drawing/2014/main" id="{63434A4E-7E40-986D-FCF7-717F5D28DB26}"/>
                    </a:ext>
                  </a:extLst>
                </p:cNvPr>
                <p:cNvPicPr/>
                <p:nvPr/>
              </p:nvPicPr>
              <p:blipFill>
                <a:blip r:embed="rId239"/>
                <a:stretch>
                  <a:fillRect/>
                </a:stretch>
              </p:blipFill>
              <p:spPr>
                <a:xfrm>
                  <a:off x="10043364" y="2431685"/>
                  <a:ext cx="27468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65" name="Ink 164">
                  <a:extLst>
                    <a:ext uri="{FF2B5EF4-FFF2-40B4-BE49-F238E27FC236}">
                      <a16:creationId xmlns:a16="http://schemas.microsoft.com/office/drawing/2014/main" id="{87CB67E2-9831-29F6-3F00-43D0E6D5008D}"/>
                    </a:ext>
                  </a:extLst>
                </p14:cNvPr>
                <p14:cNvContentPartPr/>
                <p14:nvPr/>
              </p14:nvContentPartPr>
              <p14:xfrm>
                <a:off x="10292124" y="2509445"/>
                <a:ext cx="118080" cy="95400"/>
              </p14:xfrm>
            </p:contentPart>
          </mc:Choice>
          <mc:Fallback>
            <p:pic>
              <p:nvPicPr>
                <p:cNvPr id="165" name="Ink 164">
                  <a:extLst>
                    <a:ext uri="{FF2B5EF4-FFF2-40B4-BE49-F238E27FC236}">
                      <a16:creationId xmlns:a16="http://schemas.microsoft.com/office/drawing/2014/main" id="{87CB67E2-9831-29F6-3F00-43D0E6D5008D}"/>
                    </a:ext>
                  </a:extLst>
                </p:cNvPr>
                <p:cNvPicPr/>
                <p:nvPr/>
              </p:nvPicPr>
              <p:blipFill>
                <a:blip r:embed="rId241"/>
                <a:stretch>
                  <a:fillRect/>
                </a:stretch>
              </p:blipFill>
              <p:spPr>
                <a:xfrm>
                  <a:off x="10286004" y="2503325"/>
                  <a:ext cx="13032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66" name="Ink 165">
                  <a:extLst>
                    <a:ext uri="{FF2B5EF4-FFF2-40B4-BE49-F238E27FC236}">
                      <a16:creationId xmlns:a16="http://schemas.microsoft.com/office/drawing/2014/main" id="{CAFB4F7E-6FC0-1D59-6754-30A5EC87C7F5}"/>
                    </a:ext>
                  </a:extLst>
                </p14:cNvPr>
                <p14:cNvContentPartPr/>
                <p14:nvPr/>
              </p14:nvContentPartPr>
              <p14:xfrm>
                <a:off x="10498044" y="2577485"/>
                <a:ext cx="7920" cy="360"/>
              </p14:xfrm>
            </p:contentPart>
          </mc:Choice>
          <mc:Fallback>
            <p:pic>
              <p:nvPicPr>
                <p:cNvPr id="166" name="Ink 165">
                  <a:extLst>
                    <a:ext uri="{FF2B5EF4-FFF2-40B4-BE49-F238E27FC236}">
                      <a16:creationId xmlns:a16="http://schemas.microsoft.com/office/drawing/2014/main" id="{CAFB4F7E-6FC0-1D59-6754-30A5EC87C7F5}"/>
                    </a:ext>
                  </a:extLst>
                </p:cNvPr>
                <p:cNvPicPr/>
                <p:nvPr/>
              </p:nvPicPr>
              <p:blipFill>
                <a:blip r:embed="rId243"/>
                <a:stretch>
                  <a:fillRect/>
                </a:stretch>
              </p:blipFill>
              <p:spPr>
                <a:xfrm>
                  <a:off x="10491924" y="2571365"/>
                  <a:ext cx="201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68" name="Ink 167">
                  <a:extLst>
                    <a:ext uri="{FF2B5EF4-FFF2-40B4-BE49-F238E27FC236}">
                      <a16:creationId xmlns:a16="http://schemas.microsoft.com/office/drawing/2014/main" id="{3E31E17C-1BE9-2CFE-D05C-CF3F213393D6}"/>
                    </a:ext>
                  </a:extLst>
                </p14:cNvPr>
                <p14:cNvContentPartPr/>
                <p14:nvPr/>
              </p14:nvContentPartPr>
              <p14:xfrm>
                <a:off x="10536924" y="2509445"/>
                <a:ext cx="627840" cy="113400"/>
              </p14:xfrm>
            </p:contentPart>
          </mc:Choice>
          <mc:Fallback>
            <p:pic>
              <p:nvPicPr>
                <p:cNvPr id="168" name="Ink 167">
                  <a:extLst>
                    <a:ext uri="{FF2B5EF4-FFF2-40B4-BE49-F238E27FC236}">
                      <a16:creationId xmlns:a16="http://schemas.microsoft.com/office/drawing/2014/main" id="{3E31E17C-1BE9-2CFE-D05C-CF3F213393D6}"/>
                    </a:ext>
                  </a:extLst>
                </p:cNvPr>
                <p:cNvPicPr/>
                <p:nvPr/>
              </p:nvPicPr>
              <p:blipFill>
                <a:blip r:embed="rId245"/>
                <a:stretch>
                  <a:fillRect/>
                </a:stretch>
              </p:blipFill>
              <p:spPr>
                <a:xfrm>
                  <a:off x="10530804" y="2503325"/>
                  <a:ext cx="640080" cy="125640"/>
                </a:xfrm>
                <a:prstGeom prst="rect">
                  <a:avLst/>
                </a:prstGeom>
              </p:spPr>
            </p:pic>
          </mc:Fallback>
        </mc:AlternateContent>
      </p:grpSp>
      <p:grpSp>
        <p:nvGrpSpPr>
          <p:cNvPr id="188" name="Group 187">
            <a:extLst>
              <a:ext uri="{FF2B5EF4-FFF2-40B4-BE49-F238E27FC236}">
                <a16:creationId xmlns:a16="http://schemas.microsoft.com/office/drawing/2014/main" id="{33460068-49E1-5DB7-E4EA-8C7300E1F6BE}"/>
              </a:ext>
            </a:extLst>
          </p:cNvPr>
          <p:cNvGrpSpPr/>
          <p:nvPr/>
        </p:nvGrpSpPr>
        <p:grpSpPr>
          <a:xfrm>
            <a:off x="6984444" y="1472645"/>
            <a:ext cx="4084560" cy="757080"/>
            <a:chOff x="6984444" y="1472645"/>
            <a:chExt cx="4084560" cy="757080"/>
          </a:xfrm>
        </p:grpSpPr>
        <mc:AlternateContent xmlns:mc="http://schemas.openxmlformats.org/markup-compatibility/2006">
          <mc:Choice xmlns:p14="http://schemas.microsoft.com/office/powerpoint/2010/main" Requires="p14">
            <p:contentPart p14:bwMode="auto" r:id="rId246">
              <p14:nvContentPartPr>
                <p14:cNvPr id="70" name="Ink 69">
                  <a:extLst>
                    <a:ext uri="{FF2B5EF4-FFF2-40B4-BE49-F238E27FC236}">
                      <a16:creationId xmlns:a16="http://schemas.microsoft.com/office/drawing/2014/main" id="{02E88D1D-9378-AB41-E299-D540D63F473D}"/>
                    </a:ext>
                  </a:extLst>
                </p14:cNvPr>
                <p14:cNvContentPartPr/>
                <p14:nvPr/>
              </p14:nvContentPartPr>
              <p14:xfrm>
                <a:off x="7344084" y="2013005"/>
                <a:ext cx="570240" cy="10800"/>
              </p14:xfrm>
            </p:contentPart>
          </mc:Choice>
          <mc:Fallback>
            <p:pic>
              <p:nvPicPr>
                <p:cNvPr id="70" name="Ink 69">
                  <a:extLst>
                    <a:ext uri="{FF2B5EF4-FFF2-40B4-BE49-F238E27FC236}">
                      <a16:creationId xmlns:a16="http://schemas.microsoft.com/office/drawing/2014/main" id="{02E88D1D-9378-AB41-E299-D540D63F473D}"/>
                    </a:ext>
                  </a:extLst>
                </p:cNvPr>
                <p:cNvPicPr/>
                <p:nvPr/>
              </p:nvPicPr>
              <p:blipFill>
                <a:blip r:embed="rId247"/>
                <a:stretch>
                  <a:fillRect/>
                </a:stretch>
              </p:blipFill>
              <p:spPr>
                <a:xfrm>
                  <a:off x="7337964" y="2006885"/>
                  <a:ext cx="58248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71" name="Ink 70">
                  <a:extLst>
                    <a:ext uri="{FF2B5EF4-FFF2-40B4-BE49-F238E27FC236}">
                      <a16:creationId xmlns:a16="http://schemas.microsoft.com/office/drawing/2014/main" id="{75974F77-BA8A-0FE1-B0EC-003D0137BC4A}"/>
                    </a:ext>
                  </a:extLst>
                </p14:cNvPr>
                <p14:cNvContentPartPr/>
                <p14:nvPr/>
              </p14:nvContentPartPr>
              <p14:xfrm>
                <a:off x="7616244" y="1659845"/>
                <a:ext cx="260640" cy="285480"/>
              </p14:xfrm>
            </p:contentPart>
          </mc:Choice>
          <mc:Fallback>
            <p:pic>
              <p:nvPicPr>
                <p:cNvPr id="71" name="Ink 70">
                  <a:extLst>
                    <a:ext uri="{FF2B5EF4-FFF2-40B4-BE49-F238E27FC236}">
                      <a16:creationId xmlns:a16="http://schemas.microsoft.com/office/drawing/2014/main" id="{75974F77-BA8A-0FE1-B0EC-003D0137BC4A}"/>
                    </a:ext>
                  </a:extLst>
                </p:cNvPr>
                <p:cNvPicPr/>
                <p:nvPr/>
              </p:nvPicPr>
              <p:blipFill>
                <a:blip r:embed="rId249"/>
                <a:stretch>
                  <a:fillRect/>
                </a:stretch>
              </p:blipFill>
              <p:spPr>
                <a:xfrm>
                  <a:off x="7610124" y="1653725"/>
                  <a:ext cx="27288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72" name="Ink 71">
                  <a:extLst>
                    <a:ext uri="{FF2B5EF4-FFF2-40B4-BE49-F238E27FC236}">
                      <a16:creationId xmlns:a16="http://schemas.microsoft.com/office/drawing/2014/main" id="{B9006B00-A2CF-5B53-337A-E5FBAF9694DA}"/>
                    </a:ext>
                  </a:extLst>
                </p14:cNvPr>
                <p14:cNvContentPartPr/>
                <p14:nvPr/>
              </p14:nvContentPartPr>
              <p14:xfrm>
                <a:off x="7927644" y="1556165"/>
                <a:ext cx="63360" cy="196920"/>
              </p14:xfrm>
            </p:contentPart>
          </mc:Choice>
          <mc:Fallback>
            <p:pic>
              <p:nvPicPr>
                <p:cNvPr id="72" name="Ink 71">
                  <a:extLst>
                    <a:ext uri="{FF2B5EF4-FFF2-40B4-BE49-F238E27FC236}">
                      <a16:creationId xmlns:a16="http://schemas.microsoft.com/office/drawing/2014/main" id="{B9006B00-A2CF-5B53-337A-E5FBAF9694DA}"/>
                    </a:ext>
                  </a:extLst>
                </p:cNvPr>
                <p:cNvPicPr/>
                <p:nvPr/>
              </p:nvPicPr>
              <p:blipFill>
                <a:blip r:embed="rId251"/>
                <a:stretch>
                  <a:fillRect/>
                </a:stretch>
              </p:blipFill>
              <p:spPr>
                <a:xfrm>
                  <a:off x="7921524" y="1550045"/>
                  <a:ext cx="756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73" name="Ink 72">
                  <a:extLst>
                    <a:ext uri="{FF2B5EF4-FFF2-40B4-BE49-F238E27FC236}">
                      <a16:creationId xmlns:a16="http://schemas.microsoft.com/office/drawing/2014/main" id="{C800203B-0A9F-1A9A-F69A-67CEBE1AD1F8}"/>
                    </a:ext>
                  </a:extLst>
                </p14:cNvPr>
                <p14:cNvContentPartPr/>
                <p14:nvPr/>
              </p14:nvContentPartPr>
              <p14:xfrm>
                <a:off x="8005404" y="1527005"/>
                <a:ext cx="60480" cy="261000"/>
              </p14:xfrm>
            </p:contentPart>
          </mc:Choice>
          <mc:Fallback>
            <p:pic>
              <p:nvPicPr>
                <p:cNvPr id="73" name="Ink 72">
                  <a:extLst>
                    <a:ext uri="{FF2B5EF4-FFF2-40B4-BE49-F238E27FC236}">
                      <a16:creationId xmlns:a16="http://schemas.microsoft.com/office/drawing/2014/main" id="{C800203B-0A9F-1A9A-F69A-67CEBE1AD1F8}"/>
                    </a:ext>
                  </a:extLst>
                </p:cNvPr>
                <p:cNvPicPr/>
                <p:nvPr/>
              </p:nvPicPr>
              <p:blipFill>
                <a:blip r:embed="rId253"/>
                <a:stretch>
                  <a:fillRect/>
                </a:stretch>
              </p:blipFill>
              <p:spPr>
                <a:xfrm>
                  <a:off x="7999284" y="1520885"/>
                  <a:ext cx="7272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74" name="Ink 73">
                  <a:extLst>
                    <a:ext uri="{FF2B5EF4-FFF2-40B4-BE49-F238E27FC236}">
                      <a16:creationId xmlns:a16="http://schemas.microsoft.com/office/drawing/2014/main" id="{EB7F5A31-B503-30EF-B106-3843983E8169}"/>
                    </a:ext>
                  </a:extLst>
                </p14:cNvPr>
                <p14:cNvContentPartPr/>
                <p14:nvPr/>
              </p14:nvContentPartPr>
              <p14:xfrm>
                <a:off x="7927644" y="1653005"/>
                <a:ext cx="142920" cy="39600"/>
              </p14:xfrm>
            </p:contentPart>
          </mc:Choice>
          <mc:Fallback>
            <p:pic>
              <p:nvPicPr>
                <p:cNvPr id="74" name="Ink 73">
                  <a:extLst>
                    <a:ext uri="{FF2B5EF4-FFF2-40B4-BE49-F238E27FC236}">
                      <a16:creationId xmlns:a16="http://schemas.microsoft.com/office/drawing/2014/main" id="{EB7F5A31-B503-30EF-B106-3843983E8169}"/>
                    </a:ext>
                  </a:extLst>
                </p:cNvPr>
                <p:cNvPicPr/>
                <p:nvPr/>
              </p:nvPicPr>
              <p:blipFill>
                <a:blip r:embed="rId255"/>
                <a:stretch>
                  <a:fillRect/>
                </a:stretch>
              </p:blipFill>
              <p:spPr>
                <a:xfrm>
                  <a:off x="7921524" y="1646885"/>
                  <a:ext cx="1551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75" name="Ink 74">
                  <a:extLst>
                    <a:ext uri="{FF2B5EF4-FFF2-40B4-BE49-F238E27FC236}">
                      <a16:creationId xmlns:a16="http://schemas.microsoft.com/office/drawing/2014/main" id="{14CBA0FE-7C9A-371B-E27D-0E62425354DD}"/>
                    </a:ext>
                  </a:extLst>
                </p14:cNvPr>
                <p14:cNvContentPartPr/>
                <p14:nvPr/>
              </p14:nvContentPartPr>
              <p14:xfrm>
                <a:off x="8120604" y="1623485"/>
                <a:ext cx="87840" cy="167760"/>
              </p14:xfrm>
            </p:contentPart>
          </mc:Choice>
          <mc:Fallback>
            <p:pic>
              <p:nvPicPr>
                <p:cNvPr id="75" name="Ink 74">
                  <a:extLst>
                    <a:ext uri="{FF2B5EF4-FFF2-40B4-BE49-F238E27FC236}">
                      <a16:creationId xmlns:a16="http://schemas.microsoft.com/office/drawing/2014/main" id="{14CBA0FE-7C9A-371B-E27D-0E62425354DD}"/>
                    </a:ext>
                  </a:extLst>
                </p:cNvPr>
                <p:cNvPicPr/>
                <p:nvPr/>
              </p:nvPicPr>
              <p:blipFill>
                <a:blip r:embed="rId257"/>
                <a:stretch>
                  <a:fillRect/>
                </a:stretch>
              </p:blipFill>
              <p:spPr>
                <a:xfrm>
                  <a:off x="8114484" y="1617365"/>
                  <a:ext cx="10008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77" name="Ink 76">
                  <a:extLst>
                    <a:ext uri="{FF2B5EF4-FFF2-40B4-BE49-F238E27FC236}">
                      <a16:creationId xmlns:a16="http://schemas.microsoft.com/office/drawing/2014/main" id="{877BC431-FDFF-EE23-89E6-9A7768E6DFA4}"/>
                    </a:ext>
                  </a:extLst>
                </p14:cNvPr>
                <p14:cNvContentPartPr/>
                <p14:nvPr/>
              </p14:nvContentPartPr>
              <p14:xfrm>
                <a:off x="8246244" y="1672805"/>
                <a:ext cx="101520" cy="145440"/>
              </p14:xfrm>
            </p:contentPart>
          </mc:Choice>
          <mc:Fallback>
            <p:pic>
              <p:nvPicPr>
                <p:cNvPr id="77" name="Ink 76">
                  <a:extLst>
                    <a:ext uri="{FF2B5EF4-FFF2-40B4-BE49-F238E27FC236}">
                      <a16:creationId xmlns:a16="http://schemas.microsoft.com/office/drawing/2014/main" id="{877BC431-FDFF-EE23-89E6-9A7768E6DFA4}"/>
                    </a:ext>
                  </a:extLst>
                </p:cNvPr>
                <p:cNvPicPr/>
                <p:nvPr/>
              </p:nvPicPr>
              <p:blipFill>
                <a:blip r:embed="rId259"/>
                <a:stretch>
                  <a:fillRect/>
                </a:stretch>
              </p:blipFill>
              <p:spPr>
                <a:xfrm>
                  <a:off x="8240124" y="1666685"/>
                  <a:ext cx="11376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78" name="Ink 77">
                  <a:extLst>
                    <a:ext uri="{FF2B5EF4-FFF2-40B4-BE49-F238E27FC236}">
                      <a16:creationId xmlns:a16="http://schemas.microsoft.com/office/drawing/2014/main" id="{36187F1C-AFD5-3ACD-3CE5-1339066B4093}"/>
                    </a:ext>
                  </a:extLst>
                </p14:cNvPr>
                <p14:cNvContentPartPr/>
                <p14:nvPr/>
              </p14:nvContentPartPr>
              <p14:xfrm>
                <a:off x="8372964" y="1472645"/>
                <a:ext cx="148680" cy="369000"/>
              </p14:xfrm>
            </p:contentPart>
          </mc:Choice>
          <mc:Fallback>
            <p:pic>
              <p:nvPicPr>
                <p:cNvPr id="78" name="Ink 77">
                  <a:extLst>
                    <a:ext uri="{FF2B5EF4-FFF2-40B4-BE49-F238E27FC236}">
                      <a16:creationId xmlns:a16="http://schemas.microsoft.com/office/drawing/2014/main" id="{36187F1C-AFD5-3ACD-3CE5-1339066B4093}"/>
                    </a:ext>
                  </a:extLst>
                </p:cNvPr>
                <p:cNvPicPr/>
                <p:nvPr/>
              </p:nvPicPr>
              <p:blipFill>
                <a:blip r:embed="rId261"/>
                <a:stretch>
                  <a:fillRect/>
                </a:stretch>
              </p:blipFill>
              <p:spPr>
                <a:xfrm>
                  <a:off x="8366844" y="1466525"/>
                  <a:ext cx="160920" cy="3812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80" name="Ink 79">
                  <a:extLst>
                    <a:ext uri="{FF2B5EF4-FFF2-40B4-BE49-F238E27FC236}">
                      <a16:creationId xmlns:a16="http://schemas.microsoft.com/office/drawing/2014/main" id="{4951D303-ED9A-8851-AB6F-6D3C7C3AAB10}"/>
                    </a:ext>
                  </a:extLst>
                </p14:cNvPr>
                <p14:cNvContentPartPr/>
                <p14:nvPr/>
              </p14:nvContentPartPr>
              <p14:xfrm>
                <a:off x="8675364" y="1633925"/>
                <a:ext cx="176760" cy="217080"/>
              </p14:xfrm>
            </p:contentPart>
          </mc:Choice>
          <mc:Fallback>
            <p:pic>
              <p:nvPicPr>
                <p:cNvPr id="80" name="Ink 79">
                  <a:extLst>
                    <a:ext uri="{FF2B5EF4-FFF2-40B4-BE49-F238E27FC236}">
                      <a16:creationId xmlns:a16="http://schemas.microsoft.com/office/drawing/2014/main" id="{4951D303-ED9A-8851-AB6F-6D3C7C3AAB10}"/>
                    </a:ext>
                  </a:extLst>
                </p:cNvPr>
                <p:cNvPicPr/>
                <p:nvPr/>
              </p:nvPicPr>
              <p:blipFill>
                <a:blip r:embed="rId263"/>
                <a:stretch>
                  <a:fillRect/>
                </a:stretch>
              </p:blipFill>
              <p:spPr>
                <a:xfrm>
                  <a:off x="8669244" y="1627805"/>
                  <a:ext cx="18900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81" name="Ink 80">
                  <a:extLst>
                    <a:ext uri="{FF2B5EF4-FFF2-40B4-BE49-F238E27FC236}">
                      <a16:creationId xmlns:a16="http://schemas.microsoft.com/office/drawing/2014/main" id="{3E9F4B77-8AC3-A8CA-7E09-F6435AFB855B}"/>
                    </a:ext>
                  </a:extLst>
                </p14:cNvPr>
                <p14:cNvContentPartPr/>
                <p14:nvPr/>
              </p14:nvContentPartPr>
              <p14:xfrm>
                <a:off x="8896404" y="1500365"/>
                <a:ext cx="276120" cy="355320"/>
              </p14:xfrm>
            </p:contentPart>
          </mc:Choice>
          <mc:Fallback>
            <p:pic>
              <p:nvPicPr>
                <p:cNvPr id="81" name="Ink 80">
                  <a:extLst>
                    <a:ext uri="{FF2B5EF4-FFF2-40B4-BE49-F238E27FC236}">
                      <a16:creationId xmlns:a16="http://schemas.microsoft.com/office/drawing/2014/main" id="{3E9F4B77-8AC3-A8CA-7E09-F6435AFB855B}"/>
                    </a:ext>
                  </a:extLst>
                </p:cNvPr>
                <p:cNvPicPr/>
                <p:nvPr/>
              </p:nvPicPr>
              <p:blipFill>
                <a:blip r:embed="rId265"/>
                <a:stretch>
                  <a:fillRect/>
                </a:stretch>
              </p:blipFill>
              <p:spPr>
                <a:xfrm>
                  <a:off x="8890284" y="1494245"/>
                  <a:ext cx="288360" cy="36756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82" name="Ink 81">
                  <a:extLst>
                    <a:ext uri="{FF2B5EF4-FFF2-40B4-BE49-F238E27FC236}">
                      <a16:creationId xmlns:a16="http://schemas.microsoft.com/office/drawing/2014/main" id="{5F48EC5A-4DB4-80F5-3E3D-9A893D786937}"/>
                    </a:ext>
                  </a:extLst>
                </p14:cNvPr>
                <p14:cNvContentPartPr/>
                <p14:nvPr/>
              </p14:nvContentPartPr>
              <p14:xfrm>
                <a:off x="9163164" y="1711685"/>
                <a:ext cx="60120" cy="86760"/>
              </p14:xfrm>
            </p:contentPart>
          </mc:Choice>
          <mc:Fallback>
            <p:pic>
              <p:nvPicPr>
                <p:cNvPr id="82" name="Ink 81">
                  <a:extLst>
                    <a:ext uri="{FF2B5EF4-FFF2-40B4-BE49-F238E27FC236}">
                      <a16:creationId xmlns:a16="http://schemas.microsoft.com/office/drawing/2014/main" id="{5F48EC5A-4DB4-80F5-3E3D-9A893D786937}"/>
                    </a:ext>
                  </a:extLst>
                </p:cNvPr>
                <p:cNvPicPr/>
                <p:nvPr/>
              </p:nvPicPr>
              <p:blipFill>
                <a:blip r:embed="rId267"/>
                <a:stretch>
                  <a:fillRect/>
                </a:stretch>
              </p:blipFill>
              <p:spPr>
                <a:xfrm>
                  <a:off x="9157044" y="1705565"/>
                  <a:ext cx="7236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83" name="Ink 82">
                  <a:extLst>
                    <a:ext uri="{FF2B5EF4-FFF2-40B4-BE49-F238E27FC236}">
                      <a16:creationId xmlns:a16="http://schemas.microsoft.com/office/drawing/2014/main" id="{9968479E-1380-3F52-E43E-E7B03CC8D9C4}"/>
                    </a:ext>
                  </a:extLst>
                </p14:cNvPr>
                <p14:cNvContentPartPr/>
                <p14:nvPr/>
              </p14:nvContentPartPr>
              <p14:xfrm>
                <a:off x="9163164" y="1604405"/>
                <a:ext cx="28440" cy="33840"/>
              </p14:xfrm>
            </p:contentPart>
          </mc:Choice>
          <mc:Fallback>
            <p:pic>
              <p:nvPicPr>
                <p:cNvPr id="83" name="Ink 82">
                  <a:extLst>
                    <a:ext uri="{FF2B5EF4-FFF2-40B4-BE49-F238E27FC236}">
                      <a16:creationId xmlns:a16="http://schemas.microsoft.com/office/drawing/2014/main" id="{9968479E-1380-3F52-E43E-E7B03CC8D9C4}"/>
                    </a:ext>
                  </a:extLst>
                </p:cNvPr>
                <p:cNvPicPr/>
                <p:nvPr/>
              </p:nvPicPr>
              <p:blipFill>
                <a:blip r:embed="rId269"/>
                <a:stretch>
                  <a:fillRect/>
                </a:stretch>
              </p:blipFill>
              <p:spPr>
                <a:xfrm>
                  <a:off x="9157044" y="1598285"/>
                  <a:ext cx="4068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85" name="Ink 84">
                  <a:extLst>
                    <a:ext uri="{FF2B5EF4-FFF2-40B4-BE49-F238E27FC236}">
                      <a16:creationId xmlns:a16="http://schemas.microsoft.com/office/drawing/2014/main" id="{25585B3C-BE10-884F-263E-F312BE664C35}"/>
                    </a:ext>
                  </a:extLst>
                </p14:cNvPr>
                <p14:cNvContentPartPr/>
                <p14:nvPr/>
              </p14:nvContentPartPr>
              <p14:xfrm>
                <a:off x="9348564" y="1651205"/>
                <a:ext cx="193320" cy="150480"/>
              </p14:xfrm>
            </p:contentPart>
          </mc:Choice>
          <mc:Fallback>
            <p:pic>
              <p:nvPicPr>
                <p:cNvPr id="85" name="Ink 84">
                  <a:extLst>
                    <a:ext uri="{FF2B5EF4-FFF2-40B4-BE49-F238E27FC236}">
                      <a16:creationId xmlns:a16="http://schemas.microsoft.com/office/drawing/2014/main" id="{25585B3C-BE10-884F-263E-F312BE664C35}"/>
                    </a:ext>
                  </a:extLst>
                </p:cNvPr>
                <p:cNvPicPr/>
                <p:nvPr/>
              </p:nvPicPr>
              <p:blipFill>
                <a:blip r:embed="rId271"/>
                <a:stretch>
                  <a:fillRect/>
                </a:stretch>
              </p:blipFill>
              <p:spPr>
                <a:xfrm>
                  <a:off x="9342444" y="1645085"/>
                  <a:ext cx="20556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70" name="Ink 169">
                  <a:extLst>
                    <a:ext uri="{FF2B5EF4-FFF2-40B4-BE49-F238E27FC236}">
                      <a16:creationId xmlns:a16="http://schemas.microsoft.com/office/drawing/2014/main" id="{75B09EDB-15B5-2FDA-F150-697ACA8618A2}"/>
                    </a:ext>
                  </a:extLst>
                </p14:cNvPr>
                <p14:cNvContentPartPr/>
                <p14:nvPr/>
              </p14:nvContentPartPr>
              <p14:xfrm>
                <a:off x="6984444" y="2197685"/>
                <a:ext cx="1546920" cy="20520"/>
              </p14:xfrm>
            </p:contentPart>
          </mc:Choice>
          <mc:Fallback>
            <p:pic>
              <p:nvPicPr>
                <p:cNvPr id="170" name="Ink 169">
                  <a:extLst>
                    <a:ext uri="{FF2B5EF4-FFF2-40B4-BE49-F238E27FC236}">
                      <a16:creationId xmlns:a16="http://schemas.microsoft.com/office/drawing/2014/main" id="{75B09EDB-15B5-2FDA-F150-697ACA8618A2}"/>
                    </a:ext>
                  </a:extLst>
                </p:cNvPr>
                <p:cNvPicPr/>
                <p:nvPr/>
              </p:nvPicPr>
              <p:blipFill>
                <a:blip r:embed="rId273"/>
                <a:stretch>
                  <a:fillRect/>
                </a:stretch>
              </p:blipFill>
              <p:spPr>
                <a:xfrm>
                  <a:off x="6978324" y="2191565"/>
                  <a:ext cx="155916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71" name="Ink 170">
                  <a:extLst>
                    <a:ext uri="{FF2B5EF4-FFF2-40B4-BE49-F238E27FC236}">
                      <a16:creationId xmlns:a16="http://schemas.microsoft.com/office/drawing/2014/main" id="{C645F5F4-2D15-127F-3E5B-3496A12C6519}"/>
                    </a:ext>
                  </a:extLst>
                </p14:cNvPr>
                <p14:cNvContentPartPr/>
                <p14:nvPr/>
              </p14:nvContentPartPr>
              <p14:xfrm>
                <a:off x="8511564" y="2158445"/>
                <a:ext cx="229680" cy="20160"/>
              </p14:xfrm>
            </p:contentPart>
          </mc:Choice>
          <mc:Fallback>
            <p:pic>
              <p:nvPicPr>
                <p:cNvPr id="171" name="Ink 170">
                  <a:extLst>
                    <a:ext uri="{FF2B5EF4-FFF2-40B4-BE49-F238E27FC236}">
                      <a16:creationId xmlns:a16="http://schemas.microsoft.com/office/drawing/2014/main" id="{C645F5F4-2D15-127F-3E5B-3496A12C6519}"/>
                    </a:ext>
                  </a:extLst>
                </p:cNvPr>
                <p:cNvPicPr/>
                <p:nvPr/>
              </p:nvPicPr>
              <p:blipFill>
                <a:blip r:embed="rId275"/>
                <a:stretch>
                  <a:fillRect/>
                </a:stretch>
              </p:blipFill>
              <p:spPr>
                <a:xfrm>
                  <a:off x="8505444" y="2152325"/>
                  <a:ext cx="2419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72" name="Ink 171">
                  <a:extLst>
                    <a:ext uri="{FF2B5EF4-FFF2-40B4-BE49-F238E27FC236}">
                      <a16:creationId xmlns:a16="http://schemas.microsoft.com/office/drawing/2014/main" id="{1BB1A8BD-5C45-66AB-C96B-B96C0E71ECED}"/>
                    </a:ext>
                  </a:extLst>
                </p14:cNvPr>
                <p14:cNvContentPartPr/>
                <p14:nvPr/>
              </p14:nvContentPartPr>
              <p14:xfrm>
                <a:off x="8820444" y="2103725"/>
                <a:ext cx="188640" cy="126000"/>
              </p14:xfrm>
            </p:contentPart>
          </mc:Choice>
          <mc:Fallback>
            <p:pic>
              <p:nvPicPr>
                <p:cNvPr id="172" name="Ink 171">
                  <a:extLst>
                    <a:ext uri="{FF2B5EF4-FFF2-40B4-BE49-F238E27FC236}">
                      <a16:creationId xmlns:a16="http://schemas.microsoft.com/office/drawing/2014/main" id="{1BB1A8BD-5C45-66AB-C96B-B96C0E71ECED}"/>
                    </a:ext>
                  </a:extLst>
                </p:cNvPr>
                <p:cNvPicPr/>
                <p:nvPr/>
              </p:nvPicPr>
              <p:blipFill>
                <a:blip r:embed="rId277"/>
                <a:stretch>
                  <a:fillRect/>
                </a:stretch>
              </p:blipFill>
              <p:spPr>
                <a:xfrm>
                  <a:off x="8814324" y="2097605"/>
                  <a:ext cx="20088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73" name="Ink 172">
                  <a:extLst>
                    <a:ext uri="{FF2B5EF4-FFF2-40B4-BE49-F238E27FC236}">
                      <a16:creationId xmlns:a16="http://schemas.microsoft.com/office/drawing/2014/main" id="{FC4304B7-CFA1-5E97-7EA0-ED08D5830A41}"/>
                    </a:ext>
                  </a:extLst>
                </p14:cNvPr>
                <p14:cNvContentPartPr/>
                <p14:nvPr/>
              </p14:nvContentPartPr>
              <p14:xfrm>
                <a:off x="9027084" y="2042525"/>
                <a:ext cx="39600" cy="174600"/>
              </p14:xfrm>
            </p:contentPart>
          </mc:Choice>
          <mc:Fallback>
            <p:pic>
              <p:nvPicPr>
                <p:cNvPr id="173" name="Ink 172">
                  <a:extLst>
                    <a:ext uri="{FF2B5EF4-FFF2-40B4-BE49-F238E27FC236}">
                      <a16:creationId xmlns:a16="http://schemas.microsoft.com/office/drawing/2014/main" id="{FC4304B7-CFA1-5E97-7EA0-ED08D5830A41}"/>
                    </a:ext>
                  </a:extLst>
                </p:cNvPr>
                <p:cNvPicPr/>
                <p:nvPr/>
              </p:nvPicPr>
              <p:blipFill>
                <a:blip r:embed="rId279"/>
                <a:stretch>
                  <a:fillRect/>
                </a:stretch>
              </p:blipFill>
              <p:spPr>
                <a:xfrm>
                  <a:off x="9020964" y="2036405"/>
                  <a:ext cx="5184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74" name="Ink 173">
                  <a:extLst>
                    <a:ext uri="{FF2B5EF4-FFF2-40B4-BE49-F238E27FC236}">
                      <a16:creationId xmlns:a16="http://schemas.microsoft.com/office/drawing/2014/main" id="{40419988-4342-F698-92EE-7E01BBD5426C}"/>
                    </a:ext>
                  </a:extLst>
                </p14:cNvPr>
                <p14:cNvContentPartPr/>
                <p14:nvPr/>
              </p14:nvContentPartPr>
              <p14:xfrm>
                <a:off x="9131844" y="2099045"/>
                <a:ext cx="100440" cy="92520"/>
              </p14:xfrm>
            </p:contentPart>
          </mc:Choice>
          <mc:Fallback>
            <p:pic>
              <p:nvPicPr>
                <p:cNvPr id="174" name="Ink 173">
                  <a:extLst>
                    <a:ext uri="{FF2B5EF4-FFF2-40B4-BE49-F238E27FC236}">
                      <a16:creationId xmlns:a16="http://schemas.microsoft.com/office/drawing/2014/main" id="{40419988-4342-F698-92EE-7E01BBD5426C}"/>
                    </a:ext>
                  </a:extLst>
                </p:cNvPr>
                <p:cNvPicPr/>
                <p:nvPr/>
              </p:nvPicPr>
              <p:blipFill>
                <a:blip r:embed="rId281"/>
                <a:stretch>
                  <a:fillRect/>
                </a:stretch>
              </p:blipFill>
              <p:spPr>
                <a:xfrm>
                  <a:off x="9125724" y="2092925"/>
                  <a:ext cx="11268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5" name="Ink 174">
                  <a:extLst>
                    <a:ext uri="{FF2B5EF4-FFF2-40B4-BE49-F238E27FC236}">
                      <a16:creationId xmlns:a16="http://schemas.microsoft.com/office/drawing/2014/main" id="{FA26FF4A-B729-8DD1-C56E-FB039F2394F8}"/>
                    </a:ext>
                  </a:extLst>
                </p14:cNvPr>
                <p14:cNvContentPartPr/>
                <p14:nvPr/>
              </p14:nvContentPartPr>
              <p14:xfrm>
                <a:off x="9308964" y="2078885"/>
                <a:ext cx="203040" cy="98280"/>
              </p14:xfrm>
            </p:contentPart>
          </mc:Choice>
          <mc:Fallback>
            <p:pic>
              <p:nvPicPr>
                <p:cNvPr id="175" name="Ink 174">
                  <a:extLst>
                    <a:ext uri="{FF2B5EF4-FFF2-40B4-BE49-F238E27FC236}">
                      <a16:creationId xmlns:a16="http://schemas.microsoft.com/office/drawing/2014/main" id="{FA26FF4A-B729-8DD1-C56E-FB039F2394F8}"/>
                    </a:ext>
                  </a:extLst>
                </p:cNvPr>
                <p:cNvPicPr/>
                <p:nvPr/>
              </p:nvPicPr>
              <p:blipFill>
                <a:blip r:embed="rId283"/>
                <a:stretch>
                  <a:fillRect/>
                </a:stretch>
              </p:blipFill>
              <p:spPr>
                <a:xfrm>
                  <a:off x="9302844" y="2072765"/>
                  <a:ext cx="21528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6" name="Ink 175">
                  <a:extLst>
                    <a:ext uri="{FF2B5EF4-FFF2-40B4-BE49-F238E27FC236}">
                      <a16:creationId xmlns:a16="http://schemas.microsoft.com/office/drawing/2014/main" id="{06C5094E-3AE2-69F0-3B50-8293AA63BD4E}"/>
                    </a:ext>
                  </a:extLst>
                </p14:cNvPr>
                <p14:cNvContentPartPr/>
                <p14:nvPr/>
              </p14:nvContentPartPr>
              <p14:xfrm>
                <a:off x="9527484" y="2052245"/>
                <a:ext cx="103680" cy="154800"/>
              </p14:xfrm>
            </p:contentPart>
          </mc:Choice>
          <mc:Fallback>
            <p:pic>
              <p:nvPicPr>
                <p:cNvPr id="176" name="Ink 175">
                  <a:extLst>
                    <a:ext uri="{FF2B5EF4-FFF2-40B4-BE49-F238E27FC236}">
                      <a16:creationId xmlns:a16="http://schemas.microsoft.com/office/drawing/2014/main" id="{06C5094E-3AE2-69F0-3B50-8293AA63BD4E}"/>
                    </a:ext>
                  </a:extLst>
                </p:cNvPr>
                <p:cNvPicPr/>
                <p:nvPr/>
              </p:nvPicPr>
              <p:blipFill>
                <a:blip r:embed="rId285"/>
                <a:stretch>
                  <a:fillRect/>
                </a:stretch>
              </p:blipFill>
              <p:spPr>
                <a:xfrm>
                  <a:off x="9521364" y="2046125"/>
                  <a:ext cx="11592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7" name="Ink 176">
                  <a:extLst>
                    <a:ext uri="{FF2B5EF4-FFF2-40B4-BE49-F238E27FC236}">
                      <a16:creationId xmlns:a16="http://schemas.microsoft.com/office/drawing/2014/main" id="{816359E9-60EC-263C-F972-130D69EE5C43}"/>
                    </a:ext>
                  </a:extLst>
                </p14:cNvPr>
                <p14:cNvContentPartPr/>
                <p14:nvPr/>
              </p14:nvContentPartPr>
              <p14:xfrm>
                <a:off x="9688404" y="2052965"/>
                <a:ext cx="105840" cy="99360"/>
              </p14:xfrm>
            </p:contentPart>
          </mc:Choice>
          <mc:Fallback>
            <p:pic>
              <p:nvPicPr>
                <p:cNvPr id="177" name="Ink 176">
                  <a:extLst>
                    <a:ext uri="{FF2B5EF4-FFF2-40B4-BE49-F238E27FC236}">
                      <a16:creationId xmlns:a16="http://schemas.microsoft.com/office/drawing/2014/main" id="{816359E9-60EC-263C-F972-130D69EE5C43}"/>
                    </a:ext>
                  </a:extLst>
                </p:cNvPr>
                <p:cNvPicPr/>
                <p:nvPr/>
              </p:nvPicPr>
              <p:blipFill>
                <a:blip r:embed="rId287"/>
                <a:stretch>
                  <a:fillRect/>
                </a:stretch>
              </p:blipFill>
              <p:spPr>
                <a:xfrm>
                  <a:off x="9682284" y="2046845"/>
                  <a:ext cx="11808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8" name="Ink 177">
                  <a:extLst>
                    <a:ext uri="{FF2B5EF4-FFF2-40B4-BE49-F238E27FC236}">
                      <a16:creationId xmlns:a16="http://schemas.microsoft.com/office/drawing/2014/main" id="{85B342E3-DE82-ADC7-6C87-2F5FD6F0B1E3}"/>
                    </a:ext>
                  </a:extLst>
                </p14:cNvPr>
                <p14:cNvContentPartPr/>
                <p14:nvPr/>
              </p14:nvContentPartPr>
              <p14:xfrm>
                <a:off x="9826644" y="2129645"/>
                <a:ext cx="66240" cy="80640"/>
              </p14:xfrm>
            </p:contentPart>
          </mc:Choice>
          <mc:Fallback>
            <p:pic>
              <p:nvPicPr>
                <p:cNvPr id="178" name="Ink 177">
                  <a:extLst>
                    <a:ext uri="{FF2B5EF4-FFF2-40B4-BE49-F238E27FC236}">
                      <a16:creationId xmlns:a16="http://schemas.microsoft.com/office/drawing/2014/main" id="{85B342E3-DE82-ADC7-6C87-2F5FD6F0B1E3}"/>
                    </a:ext>
                  </a:extLst>
                </p:cNvPr>
                <p:cNvPicPr/>
                <p:nvPr/>
              </p:nvPicPr>
              <p:blipFill>
                <a:blip r:embed="rId289"/>
                <a:stretch>
                  <a:fillRect/>
                </a:stretch>
              </p:blipFill>
              <p:spPr>
                <a:xfrm>
                  <a:off x="9820524" y="2123525"/>
                  <a:ext cx="7848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9" name="Ink 178">
                  <a:extLst>
                    <a:ext uri="{FF2B5EF4-FFF2-40B4-BE49-F238E27FC236}">
                      <a16:creationId xmlns:a16="http://schemas.microsoft.com/office/drawing/2014/main" id="{7D054449-4594-3DD8-520E-AC9BB403C179}"/>
                    </a:ext>
                  </a:extLst>
                </p14:cNvPr>
                <p14:cNvContentPartPr/>
                <p14:nvPr/>
              </p14:nvContentPartPr>
              <p14:xfrm>
                <a:off x="9980004" y="1925525"/>
                <a:ext cx="110160" cy="218520"/>
              </p14:xfrm>
            </p:contentPart>
          </mc:Choice>
          <mc:Fallback>
            <p:pic>
              <p:nvPicPr>
                <p:cNvPr id="179" name="Ink 178">
                  <a:extLst>
                    <a:ext uri="{FF2B5EF4-FFF2-40B4-BE49-F238E27FC236}">
                      <a16:creationId xmlns:a16="http://schemas.microsoft.com/office/drawing/2014/main" id="{7D054449-4594-3DD8-520E-AC9BB403C179}"/>
                    </a:ext>
                  </a:extLst>
                </p:cNvPr>
                <p:cNvPicPr/>
                <p:nvPr/>
              </p:nvPicPr>
              <p:blipFill>
                <a:blip r:embed="rId291"/>
                <a:stretch>
                  <a:fillRect/>
                </a:stretch>
              </p:blipFill>
              <p:spPr>
                <a:xfrm>
                  <a:off x="9973884" y="1919405"/>
                  <a:ext cx="12240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80" name="Ink 179">
                  <a:extLst>
                    <a:ext uri="{FF2B5EF4-FFF2-40B4-BE49-F238E27FC236}">
                      <a16:creationId xmlns:a16="http://schemas.microsoft.com/office/drawing/2014/main" id="{33E07D3C-790B-2D1E-6CC3-CD9290F6CC3E}"/>
                    </a:ext>
                  </a:extLst>
                </p14:cNvPr>
                <p14:cNvContentPartPr/>
                <p14:nvPr/>
              </p14:nvContentPartPr>
              <p14:xfrm>
                <a:off x="10125804" y="2006525"/>
                <a:ext cx="54720" cy="83880"/>
              </p14:xfrm>
            </p:contentPart>
          </mc:Choice>
          <mc:Fallback>
            <p:pic>
              <p:nvPicPr>
                <p:cNvPr id="180" name="Ink 179">
                  <a:extLst>
                    <a:ext uri="{FF2B5EF4-FFF2-40B4-BE49-F238E27FC236}">
                      <a16:creationId xmlns:a16="http://schemas.microsoft.com/office/drawing/2014/main" id="{33E07D3C-790B-2D1E-6CC3-CD9290F6CC3E}"/>
                    </a:ext>
                  </a:extLst>
                </p:cNvPr>
                <p:cNvPicPr/>
                <p:nvPr/>
              </p:nvPicPr>
              <p:blipFill>
                <a:blip r:embed="rId293"/>
                <a:stretch>
                  <a:fillRect/>
                </a:stretch>
              </p:blipFill>
              <p:spPr>
                <a:xfrm>
                  <a:off x="10119684" y="2000405"/>
                  <a:ext cx="669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81" name="Ink 180">
                  <a:extLst>
                    <a:ext uri="{FF2B5EF4-FFF2-40B4-BE49-F238E27FC236}">
                      <a16:creationId xmlns:a16="http://schemas.microsoft.com/office/drawing/2014/main" id="{ACD7C6CF-7E90-4FB7-2E64-CC614CCD609E}"/>
                    </a:ext>
                  </a:extLst>
                </p14:cNvPr>
                <p14:cNvContentPartPr/>
                <p14:nvPr/>
              </p14:nvContentPartPr>
              <p14:xfrm>
                <a:off x="10210044" y="2013005"/>
                <a:ext cx="4320" cy="32760"/>
              </p14:xfrm>
            </p:contentPart>
          </mc:Choice>
          <mc:Fallback>
            <p:pic>
              <p:nvPicPr>
                <p:cNvPr id="181" name="Ink 180">
                  <a:extLst>
                    <a:ext uri="{FF2B5EF4-FFF2-40B4-BE49-F238E27FC236}">
                      <a16:creationId xmlns:a16="http://schemas.microsoft.com/office/drawing/2014/main" id="{ACD7C6CF-7E90-4FB7-2E64-CC614CCD609E}"/>
                    </a:ext>
                  </a:extLst>
                </p:cNvPr>
                <p:cNvPicPr/>
                <p:nvPr/>
              </p:nvPicPr>
              <p:blipFill>
                <a:blip r:embed="rId295"/>
                <a:stretch>
                  <a:fillRect/>
                </a:stretch>
              </p:blipFill>
              <p:spPr>
                <a:xfrm>
                  <a:off x="10203924" y="2006885"/>
                  <a:ext cx="1656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2" name="Ink 181">
                  <a:extLst>
                    <a:ext uri="{FF2B5EF4-FFF2-40B4-BE49-F238E27FC236}">
                      <a16:creationId xmlns:a16="http://schemas.microsoft.com/office/drawing/2014/main" id="{ECC14B41-6A22-B59E-1182-1B479419D879}"/>
                    </a:ext>
                  </a:extLst>
                </p14:cNvPr>
                <p14:cNvContentPartPr/>
                <p14:nvPr/>
              </p14:nvContentPartPr>
              <p14:xfrm>
                <a:off x="10194564" y="1925885"/>
                <a:ext cx="6120" cy="25920"/>
              </p14:xfrm>
            </p:contentPart>
          </mc:Choice>
          <mc:Fallback>
            <p:pic>
              <p:nvPicPr>
                <p:cNvPr id="182" name="Ink 181">
                  <a:extLst>
                    <a:ext uri="{FF2B5EF4-FFF2-40B4-BE49-F238E27FC236}">
                      <a16:creationId xmlns:a16="http://schemas.microsoft.com/office/drawing/2014/main" id="{ECC14B41-6A22-B59E-1182-1B479419D879}"/>
                    </a:ext>
                  </a:extLst>
                </p:cNvPr>
                <p:cNvPicPr/>
                <p:nvPr/>
              </p:nvPicPr>
              <p:blipFill>
                <a:blip r:embed="rId297"/>
                <a:stretch>
                  <a:fillRect/>
                </a:stretch>
              </p:blipFill>
              <p:spPr>
                <a:xfrm>
                  <a:off x="10188444" y="1919765"/>
                  <a:ext cx="1836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3" name="Ink 182">
                  <a:extLst>
                    <a:ext uri="{FF2B5EF4-FFF2-40B4-BE49-F238E27FC236}">
                      <a16:creationId xmlns:a16="http://schemas.microsoft.com/office/drawing/2014/main" id="{59A75B55-A265-04D2-801B-BB14521E002D}"/>
                    </a:ext>
                  </a:extLst>
                </p14:cNvPr>
                <p14:cNvContentPartPr/>
                <p14:nvPr/>
              </p14:nvContentPartPr>
              <p14:xfrm>
                <a:off x="10280604" y="1886645"/>
                <a:ext cx="120600" cy="189000"/>
              </p14:xfrm>
            </p:contentPart>
          </mc:Choice>
          <mc:Fallback>
            <p:pic>
              <p:nvPicPr>
                <p:cNvPr id="183" name="Ink 182">
                  <a:extLst>
                    <a:ext uri="{FF2B5EF4-FFF2-40B4-BE49-F238E27FC236}">
                      <a16:creationId xmlns:a16="http://schemas.microsoft.com/office/drawing/2014/main" id="{59A75B55-A265-04D2-801B-BB14521E002D}"/>
                    </a:ext>
                  </a:extLst>
                </p:cNvPr>
                <p:cNvPicPr/>
                <p:nvPr/>
              </p:nvPicPr>
              <p:blipFill>
                <a:blip r:embed="rId299"/>
                <a:stretch>
                  <a:fillRect/>
                </a:stretch>
              </p:blipFill>
              <p:spPr>
                <a:xfrm>
                  <a:off x="10274484" y="1880525"/>
                  <a:ext cx="1328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4" name="Ink 183">
                  <a:extLst>
                    <a:ext uri="{FF2B5EF4-FFF2-40B4-BE49-F238E27FC236}">
                      <a16:creationId xmlns:a16="http://schemas.microsoft.com/office/drawing/2014/main" id="{0E18910C-FB15-ADBB-326E-9523E7092ACC}"/>
                    </a:ext>
                  </a:extLst>
                </p14:cNvPr>
                <p14:cNvContentPartPr/>
                <p14:nvPr/>
              </p14:nvContentPartPr>
              <p14:xfrm>
                <a:off x="10427124" y="1974845"/>
                <a:ext cx="313560" cy="78480"/>
              </p14:xfrm>
            </p:contentPart>
          </mc:Choice>
          <mc:Fallback>
            <p:pic>
              <p:nvPicPr>
                <p:cNvPr id="184" name="Ink 183">
                  <a:extLst>
                    <a:ext uri="{FF2B5EF4-FFF2-40B4-BE49-F238E27FC236}">
                      <a16:creationId xmlns:a16="http://schemas.microsoft.com/office/drawing/2014/main" id="{0E18910C-FB15-ADBB-326E-9523E7092ACC}"/>
                    </a:ext>
                  </a:extLst>
                </p:cNvPr>
                <p:cNvPicPr/>
                <p:nvPr/>
              </p:nvPicPr>
              <p:blipFill>
                <a:blip r:embed="rId301"/>
                <a:stretch>
                  <a:fillRect/>
                </a:stretch>
              </p:blipFill>
              <p:spPr>
                <a:xfrm>
                  <a:off x="10421004" y="1968725"/>
                  <a:ext cx="32580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5" name="Ink 184">
                  <a:extLst>
                    <a:ext uri="{FF2B5EF4-FFF2-40B4-BE49-F238E27FC236}">
                      <a16:creationId xmlns:a16="http://schemas.microsoft.com/office/drawing/2014/main" id="{6E849E86-7C2F-4073-A66B-AACF34A49F7D}"/>
                    </a:ext>
                  </a:extLst>
                </p14:cNvPr>
                <p14:cNvContentPartPr/>
                <p14:nvPr/>
              </p14:nvContentPartPr>
              <p14:xfrm>
                <a:off x="10758324" y="1838045"/>
                <a:ext cx="45000" cy="176400"/>
              </p14:xfrm>
            </p:contentPart>
          </mc:Choice>
          <mc:Fallback>
            <p:pic>
              <p:nvPicPr>
                <p:cNvPr id="185" name="Ink 184">
                  <a:extLst>
                    <a:ext uri="{FF2B5EF4-FFF2-40B4-BE49-F238E27FC236}">
                      <a16:creationId xmlns:a16="http://schemas.microsoft.com/office/drawing/2014/main" id="{6E849E86-7C2F-4073-A66B-AACF34A49F7D}"/>
                    </a:ext>
                  </a:extLst>
                </p:cNvPr>
                <p:cNvPicPr/>
                <p:nvPr/>
              </p:nvPicPr>
              <p:blipFill>
                <a:blip r:embed="rId303"/>
                <a:stretch>
                  <a:fillRect/>
                </a:stretch>
              </p:blipFill>
              <p:spPr>
                <a:xfrm>
                  <a:off x="10752204" y="1831925"/>
                  <a:ext cx="5724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6" name="Ink 185">
                  <a:extLst>
                    <a:ext uri="{FF2B5EF4-FFF2-40B4-BE49-F238E27FC236}">
                      <a16:creationId xmlns:a16="http://schemas.microsoft.com/office/drawing/2014/main" id="{B5638B83-41F0-F5D6-67AE-C7EBAD05A7EC}"/>
                    </a:ext>
                  </a:extLst>
                </p14:cNvPr>
                <p14:cNvContentPartPr/>
                <p14:nvPr/>
              </p14:nvContentPartPr>
              <p14:xfrm>
                <a:off x="10781724" y="1935245"/>
                <a:ext cx="135000" cy="59400"/>
              </p14:xfrm>
            </p:contentPart>
          </mc:Choice>
          <mc:Fallback>
            <p:pic>
              <p:nvPicPr>
                <p:cNvPr id="186" name="Ink 185">
                  <a:extLst>
                    <a:ext uri="{FF2B5EF4-FFF2-40B4-BE49-F238E27FC236}">
                      <a16:creationId xmlns:a16="http://schemas.microsoft.com/office/drawing/2014/main" id="{B5638B83-41F0-F5D6-67AE-C7EBAD05A7EC}"/>
                    </a:ext>
                  </a:extLst>
                </p:cNvPr>
                <p:cNvPicPr/>
                <p:nvPr/>
              </p:nvPicPr>
              <p:blipFill>
                <a:blip r:embed="rId305"/>
                <a:stretch>
                  <a:fillRect/>
                </a:stretch>
              </p:blipFill>
              <p:spPr>
                <a:xfrm>
                  <a:off x="10775604" y="1929125"/>
                  <a:ext cx="14724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7" name="Ink 186">
                  <a:extLst>
                    <a:ext uri="{FF2B5EF4-FFF2-40B4-BE49-F238E27FC236}">
                      <a16:creationId xmlns:a16="http://schemas.microsoft.com/office/drawing/2014/main" id="{CBFF7DC4-6D62-0BC9-5FE2-CB09DF199034}"/>
                    </a:ext>
                  </a:extLst>
                </p14:cNvPr>
                <p14:cNvContentPartPr/>
                <p14:nvPr/>
              </p14:nvContentPartPr>
              <p14:xfrm>
                <a:off x="10923924" y="1916165"/>
                <a:ext cx="145080" cy="78840"/>
              </p14:xfrm>
            </p:contentPart>
          </mc:Choice>
          <mc:Fallback>
            <p:pic>
              <p:nvPicPr>
                <p:cNvPr id="187" name="Ink 186">
                  <a:extLst>
                    <a:ext uri="{FF2B5EF4-FFF2-40B4-BE49-F238E27FC236}">
                      <a16:creationId xmlns:a16="http://schemas.microsoft.com/office/drawing/2014/main" id="{CBFF7DC4-6D62-0BC9-5FE2-CB09DF199034}"/>
                    </a:ext>
                  </a:extLst>
                </p:cNvPr>
                <p:cNvPicPr/>
                <p:nvPr/>
              </p:nvPicPr>
              <p:blipFill>
                <a:blip r:embed="rId307"/>
                <a:stretch>
                  <a:fillRect/>
                </a:stretch>
              </p:blipFill>
              <p:spPr>
                <a:xfrm>
                  <a:off x="10917804" y="1910045"/>
                  <a:ext cx="157320" cy="91080"/>
                </a:xfrm>
                <a:prstGeom prst="rect">
                  <a:avLst/>
                </a:prstGeom>
              </p:spPr>
            </p:pic>
          </mc:Fallback>
        </mc:AlternateContent>
      </p:grpSp>
      <p:grpSp>
        <p:nvGrpSpPr>
          <p:cNvPr id="193" name="Group 192">
            <a:extLst>
              <a:ext uri="{FF2B5EF4-FFF2-40B4-BE49-F238E27FC236}">
                <a16:creationId xmlns:a16="http://schemas.microsoft.com/office/drawing/2014/main" id="{26C24EA5-AA45-3F61-1014-3DDCAFF94751}"/>
              </a:ext>
            </a:extLst>
          </p:cNvPr>
          <p:cNvGrpSpPr/>
          <p:nvPr/>
        </p:nvGrpSpPr>
        <p:grpSpPr>
          <a:xfrm>
            <a:off x="6229164" y="1984205"/>
            <a:ext cx="1095120" cy="389520"/>
            <a:chOff x="6229164" y="1984205"/>
            <a:chExt cx="1095120" cy="389520"/>
          </a:xfrm>
        </p:grpSpPr>
        <mc:AlternateContent xmlns:mc="http://schemas.openxmlformats.org/markup-compatibility/2006">
          <mc:Choice xmlns:p14="http://schemas.microsoft.com/office/powerpoint/2010/main" Requires="p14">
            <p:contentPart p14:bwMode="auto" r:id="rId308">
              <p14:nvContentPartPr>
                <p14:cNvPr id="189" name="Ink 188">
                  <a:extLst>
                    <a:ext uri="{FF2B5EF4-FFF2-40B4-BE49-F238E27FC236}">
                      <a16:creationId xmlns:a16="http://schemas.microsoft.com/office/drawing/2014/main" id="{5BAEE14B-E214-CC7B-DA3E-BFC75A084262}"/>
                    </a:ext>
                  </a:extLst>
                </p14:cNvPr>
                <p14:cNvContentPartPr/>
                <p14:nvPr/>
              </p14:nvContentPartPr>
              <p14:xfrm>
                <a:off x="7081284" y="2343845"/>
                <a:ext cx="243000" cy="360"/>
              </p14:xfrm>
            </p:contentPart>
          </mc:Choice>
          <mc:Fallback>
            <p:pic>
              <p:nvPicPr>
                <p:cNvPr id="189" name="Ink 188">
                  <a:extLst>
                    <a:ext uri="{FF2B5EF4-FFF2-40B4-BE49-F238E27FC236}">
                      <a16:creationId xmlns:a16="http://schemas.microsoft.com/office/drawing/2014/main" id="{5BAEE14B-E214-CC7B-DA3E-BFC75A084262}"/>
                    </a:ext>
                  </a:extLst>
                </p:cNvPr>
                <p:cNvPicPr/>
                <p:nvPr/>
              </p:nvPicPr>
              <p:blipFill>
                <a:blip r:embed="rId309"/>
                <a:stretch>
                  <a:fillRect/>
                </a:stretch>
              </p:blipFill>
              <p:spPr>
                <a:xfrm>
                  <a:off x="7075164" y="2337725"/>
                  <a:ext cx="2552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90" name="Ink 189">
                  <a:extLst>
                    <a:ext uri="{FF2B5EF4-FFF2-40B4-BE49-F238E27FC236}">
                      <a16:creationId xmlns:a16="http://schemas.microsoft.com/office/drawing/2014/main" id="{E83A399B-51B1-9CAA-9C6E-1D06F786DEC4}"/>
                    </a:ext>
                  </a:extLst>
                </p14:cNvPr>
                <p14:cNvContentPartPr/>
                <p14:nvPr/>
              </p14:nvContentPartPr>
              <p14:xfrm>
                <a:off x="6809124" y="2333045"/>
                <a:ext cx="485280" cy="40680"/>
              </p14:xfrm>
            </p:contentPart>
          </mc:Choice>
          <mc:Fallback>
            <p:pic>
              <p:nvPicPr>
                <p:cNvPr id="190" name="Ink 189">
                  <a:extLst>
                    <a:ext uri="{FF2B5EF4-FFF2-40B4-BE49-F238E27FC236}">
                      <a16:creationId xmlns:a16="http://schemas.microsoft.com/office/drawing/2014/main" id="{E83A399B-51B1-9CAA-9C6E-1D06F786DEC4}"/>
                    </a:ext>
                  </a:extLst>
                </p:cNvPr>
                <p:cNvPicPr/>
                <p:nvPr/>
              </p:nvPicPr>
              <p:blipFill>
                <a:blip r:embed="rId311"/>
                <a:stretch>
                  <a:fillRect/>
                </a:stretch>
              </p:blipFill>
              <p:spPr>
                <a:xfrm>
                  <a:off x="6803004" y="2326925"/>
                  <a:ext cx="49752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91" name="Ink 190">
                  <a:extLst>
                    <a:ext uri="{FF2B5EF4-FFF2-40B4-BE49-F238E27FC236}">
                      <a16:creationId xmlns:a16="http://schemas.microsoft.com/office/drawing/2014/main" id="{07FD3F79-0765-6663-D865-5D1416E97AF6}"/>
                    </a:ext>
                  </a:extLst>
                </p14:cNvPr>
                <p14:cNvContentPartPr/>
                <p14:nvPr/>
              </p14:nvContentPartPr>
              <p14:xfrm>
                <a:off x="6297204" y="2027045"/>
                <a:ext cx="512280" cy="307800"/>
              </p14:xfrm>
            </p:contentPart>
          </mc:Choice>
          <mc:Fallback>
            <p:pic>
              <p:nvPicPr>
                <p:cNvPr id="191" name="Ink 190">
                  <a:extLst>
                    <a:ext uri="{FF2B5EF4-FFF2-40B4-BE49-F238E27FC236}">
                      <a16:creationId xmlns:a16="http://schemas.microsoft.com/office/drawing/2014/main" id="{07FD3F79-0765-6663-D865-5D1416E97AF6}"/>
                    </a:ext>
                  </a:extLst>
                </p:cNvPr>
                <p:cNvPicPr/>
                <p:nvPr/>
              </p:nvPicPr>
              <p:blipFill>
                <a:blip r:embed="rId313"/>
                <a:stretch>
                  <a:fillRect/>
                </a:stretch>
              </p:blipFill>
              <p:spPr>
                <a:xfrm>
                  <a:off x="6291084" y="2020925"/>
                  <a:ext cx="52452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92" name="Ink 191">
                  <a:extLst>
                    <a:ext uri="{FF2B5EF4-FFF2-40B4-BE49-F238E27FC236}">
                      <a16:creationId xmlns:a16="http://schemas.microsoft.com/office/drawing/2014/main" id="{7BD49719-0CC0-0408-FDEB-B11948D0267F}"/>
                    </a:ext>
                  </a:extLst>
                </p14:cNvPr>
                <p14:cNvContentPartPr/>
                <p14:nvPr/>
              </p14:nvContentPartPr>
              <p14:xfrm>
                <a:off x="6229164" y="1984205"/>
                <a:ext cx="122400" cy="197280"/>
              </p14:xfrm>
            </p:contentPart>
          </mc:Choice>
          <mc:Fallback>
            <p:pic>
              <p:nvPicPr>
                <p:cNvPr id="192" name="Ink 191">
                  <a:extLst>
                    <a:ext uri="{FF2B5EF4-FFF2-40B4-BE49-F238E27FC236}">
                      <a16:creationId xmlns:a16="http://schemas.microsoft.com/office/drawing/2014/main" id="{7BD49719-0CC0-0408-FDEB-B11948D0267F}"/>
                    </a:ext>
                  </a:extLst>
                </p:cNvPr>
                <p:cNvPicPr/>
                <p:nvPr/>
              </p:nvPicPr>
              <p:blipFill>
                <a:blip r:embed="rId315"/>
                <a:stretch>
                  <a:fillRect/>
                </a:stretch>
              </p:blipFill>
              <p:spPr>
                <a:xfrm>
                  <a:off x="6223044" y="1978085"/>
                  <a:ext cx="134640" cy="209520"/>
                </a:xfrm>
                <a:prstGeom prst="rect">
                  <a:avLst/>
                </a:prstGeom>
              </p:spPr>
            </p:pic>
          </mc:Fallback>
        </mc:AlternateContent>
      </p:grpSp>
      <p:sp>
        <p:nvSpPr>
          <p:cNvPr id="194" name="TextBox 193">
            <a:extLst>
              <a:ext uri="{FF2B5EF4-FFF2-40B4-BE49-F238E27FC236}">
                <a16:creationId xmlns:a16="http://schemas.microsoft.com/office/drawing/2014/main" id="{873CACB9-7047-0B6F-BA6E-1537B62373FB}"/>
              </a:ext>
            </a:extLst>
          </p:cNvPr>
          <p:cNvSpPr txBox="1"/>
          <p:nvPr/>
        </p:nvSpPr>
        <p:spPr>
          <a:xfrm>
            <a:off x="5038928" y="1756878"/>
            <a:ext cx="1587294" cy="369332"/>
          </a:xfrm>
          <a:prstGeom prst="rect">
            <a:avLst/>
          </a:prstGeom>
          <a:noFill/>
        </p:spPr>
        <p:txBody>
          <a:bodyPr wrap="none" rtlCol="0">
            <a:spAutoFit/>
          </a:bodyPr>
          <a:lstStyle/>
          <a:p>
            <a:r>
              <a:rPr lang="en-US" dirty="0">
                <a:solidFill>
                  <a:srgbClr val="FF0000"/>
                </a:solidFill>
              </a:rPr>
              <a:t>+94713315789</a:t>
            </a:r>
          </a:p>
        </p:txBody>
      </p:sp>
    </p:spTree>
    <p:extLst>
      <p:ext uri="{BB962C8B-B14F-4D97-AF65-F5344CB8AC3E}">
        <p14:creationId xmlns:p14="http://schemas.microsoft.com/office/powerpoint/2010/main" val="1520621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TotalTime>
  <Words>974</Words>
  <Application>Microsoft Office PowerPoint</Application>
  <PresentationFormat>Widescreen</PresentationFormat>
  <Paragraphs>95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Kaushala Fonseka</dc:creator>
  <cp:lastModifiedBy>Kaushala Fonseka</cp:lastModifiedBy>
  <cp:revision>1</cp:revision>
  <dcterms:created xsi:type="dcterms:W3CDTF">2026-08-01T15:06:48Z</dcterms:created>
  <dcterms:modified xsi:type="dcterms:W3CDTF">2026-08-01T19:09:24Z</dcterms:modified>
</cp:coreProperties>
</file>